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74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8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3814B-BD25-4598-A7DD-C3C412109252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93374-0796-44F2-A8A5-FDAAC4250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9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95BA-DA33-42BC-AB26-8EDFAEF729C6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0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2EA3-4AA4-47C2-A425-D4DBEF977DEC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9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82444-764A-4151-BEB9-A49D4316DD79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2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28BB0-901A-42B7-B1F5-DF1069201222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4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E056-0ABF-4A32-A1C5-6FCF1DDD70C4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6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FEC5-B27E-4440-A889-0E1E870C3698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6C651-53F6-4F89-AF1D-EBEA5AB7DD6C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1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709D-C77C-465E-ACCF-44A183F7FBD7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BB7-57C8-4227-B64D-043B10712BFC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5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D161-AE05-4E1F-9188-76CC0E251528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46F44-049A-4A4D-9E9D-B73A14FC6F20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0448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674C-F91C-4A29-B915-EC5C9EF7FD21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1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60FD-4A38-479C-80F9-C9DB82D67277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427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4461-2D48-437B-8F29-0FF39E167ABD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78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91DD-8D89-4B5F-B98D-CF56F129E45D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41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D920-6E0B-448A-A87D-5BE267D94519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2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3E606-0D6C-4776-B98F-CA791DDD93F5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National University of Sciences &amp;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1EA602F-9DD5-4430-A314-2C5B45A2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2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0E06B3-B6BD-6576-C877-909A15057AB7}"/>
              </a:ext>
            </a:extLst>
          </p:cNvPr>
          <p:cNvSpPr/>
          <p:nvPr/>
        </p:nvSpPr>
        <p:spPr>
          <a:xfrm>
            <a:off x="2983710" y="2967335"/>
            <a:ext cx="6494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-3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Gym Trainer</a:t>
            </a:r>
            <a:endParaRPr lang="en-US" sz="5400" b="0" cap="none" spc="-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F083B-25AB-4565-BC38-A8F12800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8232" y="6135707"/>
            <a:ext cx="1439663" cy="365125"/>
          </a:xfrm>
        </p:spPr>
        <p:txBody>
          <a:bodyPr/>
          <a:lstStyle/>
          <a:p>
            <a:fld id="{135075C4-7957-44B8-A0D1-742B4C0BFB9D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503AA-7C8B-2622-B0B9-8F1EAD7B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54E35-E939-443F-C5E0-BAEC3FA6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</a:t>
            </a:fld>
            <a:endParaRPr lang="en-US" dirty="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AD1E472-C62D-0667-A8E9-0F2BA2CC8351}"/>
              </a:ext>
            </a:extLst>
          </p:cNvPr>
          <p:cNvSpPr/>
          <p:nvPr/>
        </p:nvSpPr>
        <p:spPr>
          <a:xfrm rot="16200000">
            <a:off x="3172327" y="-2161675"/>
            <a:ext cx="6858000" cy="11181348"/>
          </a:xfrm>
          <a:custGeom>
            <a:avLst/>
            <a:gdLst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9602788 w 9602788"/>
              <a:gd name="connsiteY2" fmla="*/ 6858000 h 6858000"/>
              <a:gd name="connsiteX3" fmla="*/ 0 w 9602788"/>
              <a:gd name="connsiteY3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175499 w 9602788"/>
              <a:gd name="connsiteY2" fmla="*/ 3935069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2788" h="6858000">
                <a:moveTo>
                  <a:pt x="0" y="6858000"/>
                </a:moveTo>
                <a:lnTo>
                  <a:pt x="0" y="0"/>
                </a:lnTo>
                <a:cubicBezTo>
                  <a:pt x="1443789" y="1029903"/>
                  <a:pt x="2847213" y="2741538"/>
                  <a:pt x="4175499" y="3935069"/>
                </a:cubicBezTo>
                <a:cubicBezTo>
                  <a:pt x="5672756" y="5277793"/>
                  <a:pt x="7845648" y="5842535"/>
                  <a:pt x="9602788" y="6858000"/>
                </a:cubicBezTo>
                <a:lnTo>
                  <a:pt x="0" y="6858000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3">
            <a:extLst>
              <a:ext uri="{FF2B5EF4-FFF2-40B4-BE49-F238E27FC236}">
                <a16:creationId xmlns:a16="http://schemas.microsoft.com/office/drawing/2014/main" id="{930C076A-E941-0A75-3928-44E97635681A}"/>
              </a:ext>
            </a:extLst>
          </p:cNvPr>
          <p:cNvSpPr/>
          <p:nvPr/>
        </p:nvSpPr>
        <p:spPr>
          <a:xfrm flipV="1">
            <a:off x="-1" y="-127001"/>
            <a:ext cx="11660189" cy="6858000"/>
          </a:xfrm>
          <a:custGeom>
            <a:avLst/>
            <a:gdLst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9602788 w 9602788"/>
              <a:gd name="connsiteY2" fmla="*/ 6858000 h 6858000"/>
              <a:gd name="connsiteX3" fmla="*/ 0 w 9602788"/>
              <a:gd name="connsiteY3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184170 w 9602788"/>
              <a:gd name="connsiteY2" fmla="*/ 3936733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2788" h="6858000">
                <a:moveTo>
                  <a:pt x="0" y="6858000"/>
                </a:moveTo>
                <a:lnTo>
                  <a:pt x="0" y="0"/>
                </a:lnTo>
                <a:cubicBezTo>
                  <a:pt x="1443789" y="1029903"/>
                  <a:pt x="2855884" y="2743202"/>
                  <a:pt x="4184170" y="3936733"/>
                </a:cubicBezTo>
                <a:cubicBezTo>
                  <a:pt x="5681427" y="5279457"/>
                  <a:pt x="7845648" y="5842535"/>
                  <a:pt x="9602788" y="6858000"/>
                </a:cubicBezTo>
                <a:lnTo>
                  <a:pt x="0" y="6858000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81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-0.25 -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319712" y="2983690"/>
            <a:ext cx="1557338" cy="846764"/>
            <a:chOff x="1725461" y="194432"/>
            <a:chExt cx="4443440" cy="846764"/>
          </a:xfrm>
        </p:grpSpPr>
        <p:sp>
          <p:nvSpPr>
            <p:cNvPr id="2" name="Rounded Rectangle 1"/>
            <p:cNvSpPr/>
            <p:nvPr/>
          </p:nvSpPr>
          <p:spPr>
            <a:xfrm>
              <a:off x="1725461" y="194432"/>
              <a:ext cx="4443440" cy="846764"/>
            </a:xfrm>
            <a:custGeom>
              <a:avLst/>
              <a:gdLst/>
              <a:ahLst/>
              <a:cxnLst/>
              <a:rect l="0" t="0" r="0" b="0"/>
              <a:pathLst>
                <a:path w="4443440" h="846764">
                  <a:moveTo>
                    <a:pt x="24757" y="467079"/>
                  </a:moveTo>
                  <a:cubicBezTo>
                    <a:pt x="0" y="303047"/>
                    <a:pt x="85623" y="142165"/>
                    <a:pt x="235511" y="71082"/>
                  </a:cubicBezTo>
                  <a:cubicBezTo>
                    <a:pt x="385399" y="0"/>
                    <a:pt x="564156" y="35502"/>
                    <a:pt x="675505" y="158469"/>
                  </a:cubicBezTo>
                  <a:cubicBezTo>
                    <a:pt x="820437" y="58769"/>
                    <a:pt x="1010271" y="52997"/>
                    <a:pt x="1160994" y="143705"/>
                  </a:cubicBezTo>
                  <a:cubicBezTo>
                    <a:pt x="1217811" y="85606"/>
                    <a:pt x="1295995" y="53391"/>
                    <a:pt x="1377249" y="54597"/>
                  </a:cubicBezTo>
                  <a:cubicBezTo>
                    <a:pt x="1458502" y="55804"/>
                    <a:pt x="1535695" y="90327"/>
                    <a:pt x="1590762" y="150087"/>
                  </a:cubicBezTo>
                  <a:cubicBezTo>
                    <a:pt x="1726401" y="32432"/>
                    <a:pt x="1927282" y="30296"/>
                    <a:pt x="2065393" y="145038"/>
                  </a:cubicBezTo>
                  <a:cubicBezTo>
                    <a:pt x="2259711" y="10696"/>
                    <a:pt x="2519216" y="20033"/>
                    <a:pt x="2703377" y="167994"/>
                  </a:cubicBezTo>
                  <a:cubicBezTo>
                    <a:pt x="2929916" y="32838"/>
                    <a:pt x="3211494" y="29385"/>
                    <a:pt x="3441279" y="158945"/>
                  </a:cubicBezTo>
                  <a:cubicBezTo>
                    <a:pt x="3606578" y="35431"/>
                    <a:pt x="3834026" y="37576"/>
                    <a:pt x="3996968" y="164184"/>
                  </a:cubicBezTo>
                  <a:cubicBezTo>
                    <a:pt x="4068274" y="79284"/>
                    <a:pt x="4188509" y="54381"/>
                    <a:pt x="4287671" y="103974"/>
                  </a:cubicBezTo>
                  <a:cubicBezTo>
                    <a:pt x="4386834" y="153566"/>
                    <a:pt x="4439032" y="264705"/>
                    <a:pt x="4413877" y="372686"/>
                  </a:cubicBezTo>
                  <a:cubicBezTo>
                    <a:pt x="4443440" y="475308"/>
                    <a:pt x="4411740" y="585798"/>
                    <a:pt x="4332267" y="657137"/>
                  </a:cubicBezTo>
                  <a:cubicBezTo>
                    <a:pt x="4252794" y="728477"/>
                    <a:pt x="4139534" y="748109"/>
                    <a:pt x="4040687" y="707680"/>
                  </a:cubicBezTo>
                  <a:cubicBezTo>
                    <a:pt x="3782739" y="843310"/>
                    <a:pt x="3474968" y="845122"/>
                    <a:pt x="3215441" y="712538"/>
                  </a:cubicBezTo>
                  <a:cubicBezTo>
                    <a:pt x="3072442" y="821425"/>
                    <a:pt x="2875052" y="823977"/>
                    <a:pt x="2729285" y="718824"/>
                  </a:cubicBezTo>
                  <a:cubicBezTo>
                    <a:pt x="2535599" y="846764"/>
                    <a:pt x="2283798" y="844957"/>
                    <a:pt x="2091967" y="714252"/>
                  </a:cubicBezTo>
                  <a:cubicBezTo>
                    <a:pt x="1952215" y="845372"/>
                    <a:pt x="1732679" y="838553"/>
                    <a:pt x="1601335" y="699012"/>
                  </a:cubicBezTo>
                  <a:cubicBezTo>
                    <a:pt x="1576219" y="766470"/>
                    <a:pt x="1511875" y="811257"/>
                    <a:pt x="1439894" y="811385"/>
                  </a:cubicBezTo>
                  <a:cubicBezTo>
                    <a:pt x="1367912" y="811512"/>
                    <a:pt x="1303410" y="766952"/>
                    <a:pt x="1278056" y="699584"/>
                  </a:cubicBezTo>
                  <a:cubicBezTo>
                    <a:pt x="1063808" y="835012"/>
                    <a:pt x="792740" y="842755"/>
                    <a:pt x="571111" y="719777"/>
                  </a:cubicBezTo>
                  <a:cubicBezTo>
                    <a:pt x="475171" y="812115"/>
                    <a:pt x="332397" y="836112"/>
                    <a:pt x="211541" y="780215"/>
                  </a:cubicBezTo>
                  <a:cubicBezTo>
                    <a:pt x="90685" y="724317"/>
                    <a:pt x="16519" y="599980"/>
                    <a:pt x="24757" y="467079"/>
                  </a:cubicBez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725461" y="194432"/>
              <a:ext cx="4443440" cy="846764"/>
            </a:xfrm>
            <a:custGeom>
              <a:avLst/>
              <a:gdLst/>
              <a:ahLst/>
              <a:cxnLst/>
              <a:rect l="0" t="0" r="0" b="0"/>
              <a:pathLst>
                <a:path w="4443440" h="846764">
                  <a:moveTo>
                    <a:pt x="24757" y="467079"/>
                  </a:moveTo>
                  <a:cubicBezTo>
                    <a:pt x="0" y="303047"/>
                    <a:pt x="85623" y="142165"/>
                    <a:pt x="235511" y="71082"/>
                  </a:cubicBezTo>
                  <a:cubicBezTo>
                    <a:pt x="385399" y="0"/>
                    <a:pt x="564156" y="35502"/>
                    <a:pt x="675505" y="158469"/>
                  </a:cubicBezTo>
                  <a:cubicBezTo>
                    <a:pt x="820437" y="58769"/>
                    <a:pt x="1010271" y="52997"/>
                    <a:pt x="1160994" y="143705"/>
                  </a:cubicBezTo>
                  <a:cubicBezTo>
                    <a:pt x="1217811" y="85606"/>
                    <a:pt x="1295995" y="53391"/>
                    <a:pt x="1377249" y="54597"/>
                  </a:cubicBezTo>
                  <a:cubicBezTo>
                    <a:pt x="1458502" y="55804"/>
                    <a:pt x="1535695" y="90327"/>
                    <a:pt x="1590762" y="150087"/>
                  </a:cubicBezTo>
                  <a:cubicBezTo>
                    <a:pt x="1726401" y="32432"/>
                    <a:pt x="1927282" y="30296"/>
                    <a:pt x="2065393" y="145038"/>
                  </a:cubicBezTo>
                  <a:cubicBezTo>
                    <a:pt x="2259711" y="10696"/>
                    <a:pt x="2519216" y="20033"/>
                    <a:pt x="2703377" y="167994"/>
                  </a:cubicBezTo>
                  <a:cubicBezTo>
                    <a:pt x="2929916" y="32838"/>
                    <a:pt x="3211494" y="29385"/>
                    <a:pt x="3441279" y="158945"/>
                  </a:cubicBezTo>
                  <a:cubicBezTo>
                    <a:pt x="3606578" y="35431"/>
                    <a:pt x="3834026" y="37576"/>
                    <a:pt x="3996968" y="164184"/>
                  </a:cubicBezTo>
                  <a:cubicBezTo>
                    <a:pt x="4068274" y="79284"/>
                    <a:pt x="4188509" y="54381"/>
                    <a:pt x="4287671" y="103974"/>
                  </a:cubicBezTo>
                  <a:cubicBezTo>
                    <a:pt x="4386834" y="153566"/>
                    <a:pt x="4439032" y="264705"/>
                    <a:pt x="4413877" y="372686"/>
                  </a:cubicBezTo>
                  <a:cubicBezTo>
                    <a:pt x="4443440" y="475308"/>
                    <a:pt x="4411740" y="585798"/>
                    <a:pt x="4332267" y="657137"/>
                  </a:cubicBezTo>
                  <a:cubicBezTo>
                    <a:pt x="4252794" y="728477"/>
                    <a:pt x="4139534" y="748109"/>
                    <a:pt x="4040687" y="707680"/>
                  </a:cubicBezTo>
                  <a:cubicBezTo>
                    <a:pt x="3782739" y="843310"/>
                    <a:pt x="3474968" y="845122"/>
                    <a:pt x="3215441" y="712538"/>
                  </a:cubicBezTo>
                  <a:cubicBezTo>
                    <a:pt x="3072442" y="821425"/>
                    <a:pt x="2875052" y="823977"/>
                    <a:pt x="2729285" y="718824"/>
                  </a:cubicBezTo>
                  <a:cubicBezTo>
                    <a:pt x="2535599" y="846764"/>
                    <a:pt x="2283798" y="844957"/>
                    <a:pt x="2091967" y="714252"/>
                  </a:cubicBezTo>
                  <a:cubicBezTo>
                    <a:pt x="1952215" y="845372"/>
                    <a:pt x="1732679" y="838553"/>
                    <a:pt x="1601335" y="699012"/>
                  </a:cubicBezTo>
                  <a:cubicBezTo>
                    <a:pt x="1576219" y="766470"/>
                    <a:pt x="1511875" y="811257"/>
                    <a:pt x="1439894" y="811385"/>
                  </a:cubicBezTo>
                  <a:cubicBezTo>
                    <a:pt x="1367912" y="811512"/>
                    <a:pt x="1303410" y="766952"/>
                    <a:pt x="1278056" y="699584"/>
                  </a:cubicBezTo>
                  <a:cubicBezTo>
                    <a:pt x="1063808" y="835012"/>
                    <a:pt x="792740" y="842755"/>
                    <a:pt x="571111" y="719777"/>
                  </a:cubicBezTo>
                  <a:cubicBezTo>
                    <a:pt x="475171" y="812115"/>
                    <a:pt x="332397" y="836112"/>
                    <a:pt x="211541" y="780215"/>
                  </a:cubicBezTo>
                  <a:cubicBezTo>
                    <a:pt x="90685" y="724317"/>
                    <a:pt x="16519" y="599980"/>
                    <a:pt x="24757" y="467079"/>
                  </a:cubicBezTo>
                </a:path>
              </a:pathLst>
            </a:custGeom>
            <a:no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331619" y="3145388"/>
            <a:ext cx="1528762" cy="514350"/>
            <a:chOff x="228600" y="1257300"/>
            <a:chExt cx="2628900" cy="514350"/>
          </a:xfrm>
        </p:grpSpPr>
        <p:sp>
          <p:nvSpPr>
            <p:cNvPr id="8" name="Rounded Rectangle 7"/>
            <p:cNvSpPr/>
            <p:nvPr/>
          </p:nvSpPr>
          <p:spPr>
            <a:xfrm>
              <a:off x="228600" y="1257300"/>
              <a:ext cx="2628900" cy="514350"/>
            </a:xfrm>
            <a:custGeom>
              <a:avLst/>
              <a:gdLst/>
              <a:ahLst/>
              <a:cxnLst/>
              <a:rect l="0" t="0" r="0" b="0"/>
              <a:pathLst>
                <a:path w="2628900" h="514350">
                  <a:moveTo>
                    <a:pt x="114300" y="0"/>
                  </a:moveTo>
                  <a:lnTo>
                    <a:pt x="2514600" y="0"/>
                  </a:lnTo>
                  <a:cubicBezTo>
                    <a:pt x="2514600" y="0"/>
                    <a:pt x="2628900" y="0"/>
                    <a:pt x="2628900" y="114300"/>
                  </a:cubicBezTo>
                  <a:lnTo>
                    <a:pt x="2628900" y="400050"/>
                  </a:lnTo>
                  <a:cubicBezTo>
                    <a:pt x="2628900" y="400050"/>
                    <a:pt x="2628900" y="514350"/>
                    <a:pt x="2514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28600" y="1257300"/>
              <a:ext cx="2628900" cy="514350"/>
            </a:xfrm>
            <a:custGeom>
              <a:avLst/>
              <a:gdLst/>
              <a:ahLst/>
              <a:cxnLst/>
              <a:rect l="0" t="0" r="0" b="0"/>
              <a:pathLst>
                <a:path w="2628900" h="514350">
                  <a:moveTo>
                    <a:pt x="114300" y="0"/>
                  </a:moveTo>
                  <a:lnTo>
                    <a:pt x="2514600" y="0"/>
                  </a:lnTo>
                  <a:cubicBezTo>
                    <a:pt x="2514600" y="0"/>
                    <a:pt x="2628900" y="0"/>
                    <a:pt x="2628900" y="114300"/>
                  </a:cubicBezTo>
                  <a:lnTo>
                    <a:pt x="2628900" y="400050"/>
                  </a:lnTo>
                  <a:cubicBezTo>
                    <a:pt x="2628900" y="400050"/>
                    <a:pt x="2628900" y="514350"/>
                    <a:pt x="2514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16153" y="3156943"/>
            <a:ext cx="1397000" cy="514350"/>
            <a:chOff x="3086100" y="3371850"/>
            <a:chExt cx="2057400" cy="514350"/>
          </a:xfrm>
        </p:grpSpPr>
        <p:sp>
          <p:nvSpPr>
            <p:cNvPr id="11" name="Rounded Rectangle 10"/>
            <p:cNvSpPr/>
            <p:nvPr/>
          </p:nvSpPr>
          <p:spPr>
            <a:xfrm>
              <a:off x="3086100" y="3371850"/>
              <a:ext cx="2057400" cy="514350"/>
            </a:xfrm>
            <a:custGeom>
              <a:avLst/>
              <a:gdLst/>
              <a:ahLst/>
              <a:cxnLst/>
              <a:rect l="0" t="0" r="0" b="0"/>
              <a:pathLst>
                <a:path w="2057400" h="514350">
                  <a:moveTo>
                    <a:pt x="114300" y="0"/>
                  </a:moveTo>
                  <a:lnTo>
                    <a:pt x="1943100" y="0"/>
                  </a:lnTo>
                  <a:cubicBezTo>
                    <a:pt x="1943100" y="0"/>
                    <a:pt x="2057400" y="0"/>
                    <a:pt x="2057400" y="114300"/>
                  </a:cubicBezTo>
                  <a:lnTo>
                    <a:pt x="2057400" y="400050"/>
                  </a:lnTo>
                  <a:cubicBezTo>
                    <a:pt x="2057400" y="400050"/>
                    <a:pt x="2057400" y="514350"/>
                    <a:pt x="19431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86100" y="3371850"/>
              <a:ext cx="2057400" cy="514350"/>
            </a:xfrm>
            <a:custGeom>
              <a:avLst/>
              <a:gdLst/>
              <a:ahLst/>
              <a:cxnLst/>
              <a:rect l="0" t="0" r="0" b="0"/>
              <a:pathLst>
                <a:path w="2057400" h="514350">
                  <a:moveTo>
                    <a:pt x="114300" y="0"/>
                  </a:moveTo>
                  <a:lnTo>
                    <a:pt x="1943100" y="0"/>
                  </a:lnTo>
                  <a:cubicBezTo>
                    <a:pt x="1943100" y="0"/>
                    <a:pt x="2057400" y="0"/>
                    <a:pt x="2057400" y="114300"/>
                  </a:cubicBezTo>
                  <a:lnTo>
                    <a:pt x="2057400" y="400050"/>
                  </a:lnTo>
                  <a:cubicBezTo>
                    <a:pt x="2057400" y="400050"/>
                    <a:pt x="2057400" y="514350"/>
                    <a:pt x="19431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53050" y="3147223"/>
            <a:ext cx="1485900" cy="514350"/>
            <a:chOff x="5372100" y="1257300"/>
            <a:chExt cx="1485900" cy="514350"/>
          </a:xfrm>
        </p:grpSpPr>
        <p:sp>
          <p:nvSpPr>
            <p:cNvPr id="14" name="Rounded Rectangle 13"/>
            <p:cNvSpPr/>
            <p:nvPr/>
          </p:nvSpPr>
          <p:spPr>
            <a:xfrm>
              <a:off x="5372100" y="1257300"/>
              <a:ext cx="1485900" cy="514350"/>
            </a:xfrm>
            <a:custGeom>
              <a:avLst/>
              <a:gdLst/>
              <a:ahLst/>
              <a:cxnLst/>
              <a:rect l="0" t="0" r="0" b="0"/>
              <a:pathLst>
                <a:path w="1485900" h="514350">
                  <a:moveTo>
                    <a:pt x="114300" y="0"/>
                  </a:moveTo>
                  <a:lnTo>
                    <a:pt x="1371600" y="0"/>
                  </a:lnTo>
                  <a:cubicBezTo>
                    <a:pt x="1371600" y="0"/>
                    <a:pt x="1485900" y="0"/>
                    <a:pt x="1485900" y="114300"/>
                  </a:cubicBezTo>
                  <a:lnTo>
                    <a:pt x="1485900" y="400050"/>
                  </a:lnTo>
                  <a:cubicBezTo>
                    <a:pt x="1485900" y="400050"/>
                    <a:pt x="1485900" y="514350"/>
                    <a:pt x="1371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72100" y="1257300"/>
              <a:ext cx="1485900" cy="514350"/>
            </a:xfrm>
            <a:custGeom>
              <a:avLst/>
              <a:gdLst/>
              <a:ahLst/>
              <a:cxnLst/>
              <a:rect l="0" t="0" r="0" b="0"/>
              <a:pathLst>
                <a:path w="1485900" h="514350">
                  <a:moveTo>
                    <a:pt x="114300" y="0"/>
                  </a:moveTo>
                  <a:lnTo>
                    <a:pt x="1371600" y="0"/>
                  </a:lnTo>
                  <a:cubicBezTo>
                    <a:pt x="1371600" y="0"/>
                    <a:pt x="1485900" y="0"/>
                    <a:pt x="1485900" y="114300"/>
                  </a:cubicBezTo>
                  <a:lnTo>
                    <a:pt x="1485900" y="400050"/>
                  </a:lnTo>
                  <a:cubicBezTo>
                    <a:pt x="1485900" y="400050"/>
                    <a:pt x="1485900" y="514350"/>
                    <a:pt x="1371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903119" y="3288982"/>
            <a:ext cx="3857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BMI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800" y="3288982"/>
            <a:ext cx="9144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BMI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8757" y="3288982"/>
            <a:ext cx="1614487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Experience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4709" y="3285291"/>
            <a:ext cx="1641475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484848"/>
                </a:solidFill>
                <a:latin typeface="Roboto"/>
              </a:rPr>
              <a:t>Experience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1619" y="3288982"/>
            <a:ext cx="15287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Personal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1775" y="3293842"/>
            <a:ext cx="139700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Preference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8053" y="3287950"/>
            <a:ext cx="14859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Workout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044" y="3305891"/>
            <a:ext cx="1559719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Day of the Week Selection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67400" y="3199611"/>
            <a:ext cx="457200" cy="409575"/>
          </a:xfrm>
          <a:custGeom>
            <a:avLst/>
            <a:gdLst/>
            <a:ahLst/>
            <a:cxnLst/>
            <a:rect l="0" t="0" r="0" b="0"/>
            <a:pathLst>
              <a:path w="457200" h="409575">
                <a:moveTo>
                  <a:pt x="0" y="0"/>
                </a:moveTo>
                <a:lnTo>
                  <a:pt x="28575" y="0"/>
                </a:lnTo>
                <a:lnTo>
                  <a:pt x="29527" y="0"/>
                </a:lnTo>
                <a:cubicBezTo>
                  <a:pt x="139472" y="0"/>
                  <a:pt x="228600" y="89127"/>
                  <a:pt x="228600" y="199072"/>
                </a:cubicBezTo>
                <a:lnTo>
                  <a:pt x="228600" y="209550"/>
                </a:lnTo>
                <a:lnTo>
                  <a:pt x="228600" y="210502"/>
                </a:lnTo>
                <a:cubicBezTo>
                  <a:pt x="228600" y="320447"/>
                  <a:pt x="317727" y="409575"/>
                  <a:pt x="427672" y="409575"/>
                </a:cubicBezTo>
                <a:lnTo>
                  <a:pt x="428625" y="409575"/>
                </a:lnTo>
                <a:lnTo>
                  <a:pt x="457200" y="409575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6" name="Rounded Rectangle 25"/>
          <p:cNvSpPr/>
          <p:nvPr/>
        </p:nvSpPr>
        <p:spPr>
          <a:xfrm>
            <a:off x="6010275" y="3290098"/>
            <a:ext cx="171450" cy="228600"/>
          </a:xfrm>
          <a:custGeom>
            <a:avLst/>
            <a:gdLst/>
            <a:ahLst/>
            <a:cxnLst/>
            <a:rect l="0" t="0" r="0" b="0"/>
            <a:pathLst>
              <a:path w="171450" h="228600">
                <a:moveTo>
                  <a:pt x="171450" y="228600"/>
                </a:moveTo>
                <a:lnTo>
                  <a:pt x="85725" y="228600"/>
                </a:lnTo>
                <a:lnTo>
                  <a:pt x="0" y="2286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7" name="Rounded Rectangle 26"/>
          <p:cNvSpPr/>
          <p:nvPr/>
        </p:nvSpPr>
        <p:spPr>
          <a:xfrm>
            <a:off x="5867400" y="3199611"/>
            <a:ext cx="457200" cy="409575"/>
          </a:xfrm>
          <a:custGeom>
            <a:avLst/>
            <a:gdLst/>
            <a:ahLst/>
            <a:cxnLst/>
            <a:rect l="0" t="0" r="0" b="0"/>
            <a:pathLst>
              <a:path w="457200" h="409575">
                <a:moveTo>
                  <a:pt x="0" y="409575"/>
                </a:moveTo>
                <a:lnTo>
                  <a:pt x="28575" y="409575"/>
                </a:lnTo>
                <a:lnTo>
                  <a:pt x="29527" y="409575"/>
                </a:lnTo>
                <a:cubicBezTo>
                  <a:pt x="139472" y="409575"/>
                  <a:pt x="228600" y="320447"/>
                  <a:pt x="228600" y="210502"/>
                </a:cubicBezTo>
                <a:lnTo>
                  <a:pt x="228600" y="209550"/>
                </a:lnTo>
                <a:lnTo>
                  <a:pt x="228600" y="199072"/>
                </a:lnTo>
                <a:cubicBezTo>
                  <a:pt x="228600" y="89127"/>
                  <a:pt x="317727" y="0"/>
                  <a:pt x="427672" y="0"/>
                </a:cubicBezTo>
                <a:lnTo>
                  <a:pt x="428625" y="0"/>
                </a:lnTo>
                <a:lnTo>
                  <a:pt x="45720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8" name="Rounded Rectangle 27"/>
          <p:cNvSpPr/>
          <p:nvPr/>
        </p:nvSpPr>
        <p:spPr>
          <a:xfrm>
            <a:off x="6010275" y="3118648"/>
            <a:ext cx="171450" cy="571500"/>
          </a:xfrm>
          <a:custGeom>
            <a:avLst/>
            <a:gdLst/>
            <a:ahLst/>
            <a:cxnLst/>
            <a:rect l="0" t="0" r="0" b="0"/>
            <a:pathLst>
              <a:path w="171450" h="571500">
                <a:moveTo>
                  <a:pt x="171450" y="571500"/>
                </a:moveTo>
                <a:lnTo>
                  <a:pt x="115252" y="571500"/>
                </a:lnTo>
                <a:lnTo>
                  <a:pt x="114300" y="571500"/>
                </a:lnTo>
                <a:cubicBezTo>
                  <a:pt x="51173" y="571500"/>
                  <a:pt x="0" y="520326"/>
                  <a:pt x="0" y="457200"/>
                </a:cubicBezTo>
                <a:lnTo>
                  <a:pt x="0" y="71437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9" name="Rounded Rectangle 28"/>
          <p:cNvSpPr/>
          <p:nvPr/>
        </p:nvSpPr>
        <p:spPr>
          <a:xfrm>
            <a:off x="6010275" y="3290098"/>
            <a:ext cx="171450" cy="228600"/>
          </a:xfrm>
          <a:custGeom>
            <a:avLst/>
            <a:gdLst/>
            <a:ahLst/>
            <a:cxnLst/>
            <a:rect l="0" t="0" r="0" b="0"/>
            <a:pathLst>
              <a:path w="171450" h="228600">
                <a:moveTo>
                  <a:pt x="171450" y="0"/>
                </a:moveTo>
                <a:lnTo>
                  <a:pt x="171450" y="114300"/>
                </a:lnTo>
                <a:lnTo>
                  <a:pt x="171450" y="228600"/>
                </a:lnTo>
                <a:lnTo>
                  <a:pt x="85725" y="228600"/>
                </a:lnTo>
                <a:lnTo>
                  <a:pt x="0" y="2286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" name="Rounded Rectangle 29"/>
          <p:cNvSpPr/>
          <p:nvPr/>
        </p:nvSpPr>
        <p:spPr>
          <a:xfrm>
            <a:off x="6010275" y="3118648"/>
            <a:ext cx="171450" cy="571500"/>
          </a:xfrm>
          <a:custGeom>
            <a:avLst/>
            <a:gdLst/>
            <a:ahLst/>
            <a:cxnLst/>
            <a:rect l="0" t="0" r="0" b="0"/>
            <a:pathLst>
              <a:path w="171450" h="571500">
                <a:moveTo>
                  <a:pt x="171450" y="0"/>
                </a:moveTo>
                <a:lnTo>
                  <a:pt x="171450" y="285750"/>
                </a:lnTo>
                <a:lnTo>
                  <a:pt x="171450" y="571500"/>
                </a:lnTo>
                <a:lnTo>
                  <a:pt x="85725" y="571500"/>
                </a:lnTo>
                <a:lnTo>
                  <a:pt x="0" y="5715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/>
          <p:cNvSpPr/>
          <p:nvPr/>
        </p:nvSpPr>
        <p:spPr>
          <a:xfrm>
            <a:off x="6010275" y="2947198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171450" y="0"/>
                </a:moveTo>
                <a:lnTo>
                  <a:pt x="171450" y="114300"/>
                </a:lnTo>
                <a:lnTo>
                  <a:pt x="171450" y="800100"/>
                </a:lnTo>
                <a:cubicBezTo>
                  <a:pt x="171450" y="863226"/>
                  <a:pt x="120276" y="914400"/>
                  <a:pt x="57150" y="914400"/>
                </a:cubicBezTo>
                <a:lnTo>
                  <a:pt x="56197" y="914400"/>
                </a:lnTo>
                <a:lnTo>
                  <a:pt x="0" y="9144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" name="Rounded Rectangle 31"/>
          <p:cNvSpPr/>
          <p:nvPr/>
        </p:nvSpPr>
        <p:spPr>
          <a:xfrm>
            <a:off x="6010275" y="3290098"/>
            <a:ext cx="171450" cy="228600"/>
          </a:xfrm>
          <a:custGeom>
            <a:avLst/>
            <a:gdLst/>
            <a:ahLst/>
            <a:cxnLst/>
            <a:rect l="0" t="0" r="0" b="0"/>
            <a:pathLst>
              <a:path w="171450" h="228600">
                <a:moveTo>
                  <a:pt x="171450" y="228600"/>
                </a:moveTo>
                <a:lnTo>
                  <a:pt x="85725" y="228600"/>
                </a:lnTo>
                <a:lnTo>
                  <a:pt x="0" y="2286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/>
          <p:cNvSpPr/>
          <p:nvPr/>
        </p:nvSpPr>
        <p:spPr>
          <a:xfrm>
            <a:off x="6010275" y="3118648"/>
            <a:ext cx="171450" cy="571500"/>
          </a:xfrm>
          <a:custGeom>
            <a:avLst/>
            <a:gdLst/>
            <a:ahLst/>
            <a:cxnLst/>
            <a:rect l="0" t="0" r="0" b="0"/>
            <a:pathLst>
              <a:path w="171450" h="571500">
                <a:moveTo>
                  <a:pt x="171450" y="571500"/>
                </a:moveTo>
                <a:lnTo>
                  <a:pt x="85725" y="571500"/>
                </a:lnTo>
                <a:lnTo>
                  <a:pt x="0" y="57150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/>
          <p:cNvSpPr/>
          <p:nvPr/>
        </p:nvSpPr>
        <p:spPr>
          <a:xfrm>
            <a:off x="6010275" y="2947198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171450" y="914400"/>
                </a:moveTo>
                <a:lnTo>
                  <a:pt x="115252" y="914400"/>
                </a:lnTo>
                <a:lnTo>
                  <a:pt x="114300" y="914400"/>
                </a:lnTo>
                <a:cubicBezTo>
                  <a:pt x="51173" y="914400"/>
                  <a:pt x="0" y="863226"/>
                  <a:pt x="0" y="800100"/>
                </a:cubicBez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Rounded Rectangle 34"/>
          <p:cNvSpPr/>
          <p:nvPr/>
        </p:nvSpPr>
        <p:spPr>
          <a:xfrm>
            <a:off x="6091238" y="3232948"/>
            <a:ext cx="9525" cy="342900"/>
          </a:xfrm>
          <a:custGeom>
            <a:avLst/>
            <a:gdLst/>
            <a:ahLst/>
            <a:cxnLst/>
            <a:rect l="0" t="0" r="0" b="0"/>
            <a:pathLst>
              <a:path w="9525" h="342900">
                <a:moveTo>
                  <a:pt x="0" y="0"/>
                </a:moveTo>
                <a:lnTo>
                  <a:pt x="0" y="171450"/>
                </a:lnTo>
                <a:lnTo>
                  <a:pt x="0" y="3429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" name="TextBox 35"/>
          <p:cNvSpPr txBox="1"/>
          <p:nvPr/>
        </p:nvSpPr>
        <p:spPr>
          <a:xfrm>
            <a:off x="5424886" y="3254383"/>
            <a:ext cx="119697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3A4455"/>
                </a:solidFill>
                <a:latin typeface="Roboto"/>
              </a:rPr>
              <a:t>Custom Workout Plans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7369" y="3288982"/>
            <a:ext cx="9572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F3D58"/>
                </a:solidFill>
                <a:latin typeface="Roboto"/>
              </a:rPr>
              <a:t>User 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0213" y="3058150"/>
            <a:ext cx="117157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Personal
Gym Trainer
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3297" y="2826200"/>
            <a:ext cx="940594" cy="13849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F669BE"/>
                </a:solidFill>
                <a:latin typeface="Roboto"/>
              </a:rPr>
              <a:t>Personal Gym Trainer System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1613" y="3288982"/>
            <a:ext cx="162877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6432D"/>
                </a:solidFill>
                <a:latin typeface="Roboto"/>
              </a:rPr>
              <a:t>Weekly Schedule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9627" y="3252383"/>
            <a:ext cx="292746" cy="304031"/>
          </a:xfrm>
          <a:custGeom>
            <a:avLst/>
            <a:gdLst/>
            <a:ahLst/>
            <a:cxnLst/>
            <a:rect l="0" t="0" r="0" b="0"/>
            <a:pathLst>
              <a:path w="292746" h="304031">
                <a:moveTo>
                  <a:pt x="119483" y="192967"/>
                </a:moveTo>
                <a:lnTo>
                  <a:pt x="42071" y="122849"/>
                </a:lnTo>
                <a:cubicBezTo>
                  <a:pt x="0" y="80777"/>
                  <a:pt x="61845" y="0"/>
                  <a:pt x="119483" y="65351"/>
                </a:cubicBezTo>
                <a:cubicBezTo>
                  <a:pt x="177121" y="0"/>
                  <a:pt x="238686" y="81057"/>
                  <a:pt x="196895" y="122849"/>
                </a:cubicBezTo>
                <a:close/>
                <a:moveTo>
                  <a:pt x="168716" y="106983"/>
                </a:moveTo>
                <a:lnTo>
                  <a:pt x="142020" y="106983"/>
                </a:lnTo>
                <a:lnTo>
                  <a:pt x="127642" y="127367"/>
                </a:lnTo>
                <a:lnTo>
                  <a:pt x="108471" y="91695"/>
                </a:lnTo>
                <a:lnTo>
                  <a:pt x="94092" y="112079"/>
                </a:lnTo>
                <a:lnTo>
                  <a:pt x="70128" y="112079"/>
                </a:lnTo>
                <a:moveTo>
                  <a:pt x="159997" y="262778"/>
                </a:moveTo>
                <a:cubicBezTo>
                  <a:pt x="159997" y="262778"/>
                  <a:pt x="170310" y="236994"/>
                  <a:pt x="201251" y="236994"/>
                </a:cubicBezTo>
                <a:cubicBezTo>
                  <a:pt x="232191" y="236994"/>
                  <a:pt x="242504" y="257622"/>
                  <a:pt x="242504" y="257622"/>
                </a:cubicBezTo>
                <a:lnTo>
                  <a:pt x="221878" y="195741"/>
                </a:lnTo>
                <a:lnTo>
                  <a:pt x="207985" y="195741"/>
                </a:lnTo>
                <a:cubicBezTo>
                  <a:pt x="201710" y="195741"/>
                  <a:pt x="196888" y="190182"/>
                  <a:pt x="197776" y="183970"/>
                </a:cubicBezTo>
                <a:lnTo>
                  <a:pt x="198721" y="177355"/>
                </a:lnTo>
                <a:cubicBezTo>
                  <a:pt x="200173" y="167193"/>
                  <a:pt x="208875" y="159645"/>
                  <a:pt x="219140" y="159645"/>
                </a:cubicBezTo>
                <a:lnTo>
                  <a:pt x="245594" y="159645"/>
                </a:lnTo>
                <a:cubicBezTo>
                  <a:pt x="249930" y="159645"/>
                  <a:pt x="253804" y="162358"/>
                  <a:pt x="255285" y="166434"/>
                </a:cubicBezTo>
                <a:lnTo>
                  <a:pt x="290504" y="263283"/>
                </a:lnTo>
                <a:cubicBezTo>
                  <a:pt x="292746" y="269449"/>
                  <a:pt x="291921" y="276315"/>
                  <a:pt x="288281" y="281775"/>
                </a:cubicBezTo>
                <a:lnTo>
                  <a:pt x="278745" y="296079"/>
                </a:lnTo>
                <a:cubicBezTo>
                  <a:pt x="275433" y="301047"/>
                  <a:pt x="269857" y="304031"/>
                  <a:pt x="263885" y="304031"/>
                </a:cubicBezTo>
                <a:lnTo>
                  <a:pt x="149684" y="304031"/>
                </a:lnTo>
              </a:path>
            </a:pathLst>
          </a:custGeom>
          <a:noFill/>
          <a:ln w="14287">
            <a:solidFill>
              <a:srgbClr val="3A4455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2" name="Rounded Rectangle 41"/>
          <p:cNvSpPr/>
          <p:nvPr/>
        </p:nvSpPr>
        <p:spPr>
          <a:xfrm>
            <a:off x="5956102" y="3264500"/>
            <a:ext cx="279796" cy="279796"/>
          </a:xfrm>
          <a:custGeom>
            <a:avLst/>
            <a:gdLst/>
            <a:ahLst/>
            <a:cxnLst/>
            <a:rect l="0" t="0" r="0" b="0"/>
            <a:pathLst>
              <a:path w="279796" h="279796">
                <a:moveTo>
                  <a:pt x="148828" y="136921"/>
                </a:moveTo>
                <a:lnTo>
                  <a:pt x="267890" y="136921"/>
                </a:lnTo>
                <a:cubicBezTo>
                  <a:pt x="267890" y="136921"/>
                  <a:pt x="279796" y="136921"/>
                  <a:pt x="279796" y="148828"/>
                </a:cubicBezTo>
                <a:lnTo>
                  <a:pt x="279796" y="267890"/>
                </a:lnTo>
                <a:cubicBezTo>
                  <a:pt x="279796" y="267890"/>
                  <a:pt x="279796" y="279796"/>
                  <a:pt x="267890" y="279796"/>
                </a:cubicBezTo>
                <a:lnTo>
                  <a:pt x="148828" y="279796"/>
                </a:lnTo>
                <a:cubicBezTo>
                  <a:pt x="148828" y="279796"/>
                  <a:pt x="136921" y="279796"/>
                  <a:pt x="136921" y="267890"/>
                </a:cubicBezTo>
                <a:lnTo>
                  <a:pt x="136921" y="148828"/>
                </a:lnTo>
                <a:cubicBezTo>
                  <a:pt x="136921" y="148828"/>
                  <a:pt x="136921" y="136921"/>
                  <a:pt x="148828" y="136921"/>
                </a:cubicBezTo>
                <a:moveTo>
                  <a:pt x="0" y="0"/>
                </a:moveTo>
                <a:moveTo>
                  <a:pt x="244078" y="172640"/>
                </a:moveTo>
                <a:lnTo>
                  <a:pt x="172640" y="172640"/>
                </a:lnTo>
                <a:moveTo>
                  <a:pt x="0" y="0"/>
                </a:moveTo>
                <a:moveTo>
                  <a:pt x="244078" y="208359"/>
                </a:moveTo>
                <a:lnTo>
                  <a:pt x="172640" y="208359"/>
                </a:lnTo>
                <a:moveTo>
                  <a:pt x="0" y="0"/>
                </a:moveTo>
                <a:moveTo>
                  <a:pt x="199429" y="244078"/>
                </a:moveTo>
                <a:lnTo>
                  <a:pt x="172640" y="244078"/>
                </a:lnTo>
                <a:moveTo>
                  <a:pt x="80962" y="115395"/>
                </a:moveTo>
                <a:cubicBezTo>
                  <a:pt x="66850" y="116962"/>
                  <a:pt x="52614" y="113872"/>
                  <a:pt x="40421" y="106596"/>
                </a:cubicBezTo>
                <a:cubicBezTo>
                  <a:pt x="38983" y="105740"/>
                  <a:pt x="37989" y="104300"/>
                  <a:pt x="37696" y="102652"/>
                </a:cubicBezTo>
                <a:cubicBezTo>
                  <a:pt x="37404" y="101005"/>
                  <a:pt x="37842" y="99311"/>
                  <a:pt x="38897" y="98012"/>
                </a:cubicBezTo>
                <a:cubicBezTo>
                  <a:pt x="43755" y="92285"/>
                  <a:pt x="47136" y="84677"/>
                  <a:pt x="48625" y="62686"/>
                </a:cubicBezTo>
                <a:cubicBezTo>
                  <a:pt x="51458" y="20716"/>
                  <a:pt x="79759" y="5953"/>
                  <a:pt x="104084" y="5953"/>
                </a:cubicBezTo>
                <a:cubicBezTo>
                  <a:pt x="128408" y="5953"/>
                  <a:pt x="156710" y="20716"/>
                  <a:pt x="159555" y="62686"/>
                </a:cubicBezTo>
                <a:cubicBezTo>
                  <a:pt x="161043" y="84689"/>
                  <a:pt x="164425" y="92285"/>
                  <a:pt x="169283" y="98012"/>
                </a:cubicBezTo>
                <a:cubicBezTo>
                  <a:pt x="170338" y="99311"/>
                  <a:pt x="170776" y="101005"/>
                  <a:pt x="170484" y="102652"/>
                </a:cubicBezTo>
                <a:cubicBezTo>
                  <a:pt x="170191" y="104300"/>
                  <a:pt x="169197" y="105740"/>
                  <a:pt x="167759" y="106596"/>
                </a:cubicBezTo>
                <a:cubicBezTo>
                  <a:pt x="155557" y="113881"/>
                  <a:pt x="141305" y="116971"/>
                  <a:pt x="127182" y="115395"/>
                </a:cubicBezTo>
                <a:moveTo>
                  <a:pt x="113109" y="196453"/>
                </a:moveTo>
                <a:lnTo>
                  <a:pt x="5953" y="196453"/>
                </a:lnTo>
                <a:cubicBezTo>
                  <a:pt x="6437" y="184930"/>
                  <a:pt x="9346" y="173640"/>
                  <a:pt x="14489" y="163318"/>
                </a:cubicBezTo>
                <a:cubicBezTo>
                  <a:pt x="20514" y="151245"/>
                  <a:pt x="43779" y="142898"/>
                  <a:pt x="75437" y="131171"/>
                </a:cubicBezTo>
                <a:cubicBezTo>
                  <a:pt x="78756" y="129936"/>
                  <a:pt x="80968" y="126782"/>
                  <a:pt x="80998" y="123241"/>
                </a:cubicBezTo>
                <a:lnTo>
                  <a:pt x="80998" y="107656"/>
                </a:lnTo>
                <a:cubicBezTo>
                  <a:pt x="81012" y="105394"/>
                  <a:pt x="80069" y="103232"/>
                  <a:pt x="78402" y="101703"/>
                </a:cubicBezTo>
                <a:cubicBezTo>
                  <a:pt x="72215" y="96662"/>
                  <a:pt x="68874" y="88922"/>
                  <a:pt x="69449" y="80962"/>
                </a:cubicBezTo>
                <a:lnTo>
                  <a:pt x="69449" y="57912"/>
                </a:lnTo>
                <a:cubicBezTo>
                  <a:pt x="83021" y="55579"/>
                  <a:pt x="95308" y="48462"/>
                  <a:pt x="104084" y="37849"/>
                </a:cubicBezTo>
                <a:cubicBezTo>
                  <a:pt x="112866" y="48460"/>
                  <a:pt x="125157" y="55577"/>
                  <a:pt x="138731" y="57912"/>
                </a:cubicBezTo>
                <a:lnTo>
                  <a:pt x="138731" y="80962"/>
                </a:lnTo>
                <a:cubicBezTo>
                  <a:pt x="139318" y="88934"/>
                  <a:pt x="135975" y="96690"/>
                  <a:pt x="129778" y="101738"/>
                </a:cubicBezTo>
                <a:cubicBezTo>
                  <a:pt x="128111" y="103268"/>
                  <a:pt x="127168" y="105430"/>
                  <a:pt x="127182" y="107692"/>
                </a:cubicBezTo>
                <a:lnTo>
                  <a:pt x="127182" y="115407"/>
                </a:lnTo>
              </a:path>
            </a:pathLst>
          </a:custGeom>
          <a:noFill/>
          <a:ln w="14287">
            <a:solidFill>
              <a:srgbClr val="4F3D5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3" name="Rounded Rectangle 42"/>
          <p:cNvSpPr/>
          <p:nvPr/>
        </p:nvSpPr>
        <p:spPr>
          <a:xfrm>
            <a:off x="5915447" y="3184189"/>
            <a:ext cx="361107" cy="440419"/>
          </a:xfrm>
          <a:custGeom>
            <a:avLst/>
            <a:gdLst/>
            <a:ahLst/>
            <a:cxnLst/>
            <a:rect l="0" t="0" r="0" b="0"/>
            <a:pathLst>
              <a:path w="361107" h="440419">
                <a:moveTo>
                  <a:pt x="361025" y="183485"/>
                </a:moveTo>
                <a:cubicBezTo>
                  <a:pt x="361032" y="244759"/>
                  <a:pt x="328277" y="301360"/>
                  <a:pt x="275147" y="331885"/>
                </a:cubicBezTo>
                <a:cubicBezTo>
                  <a:pt x="243067" y="350401"/>
                  <a:pt x="234723" y="370213"/>
                  <a:pt x="197881" y="435574"/>
                </a:cubicBezTo>
                <a:cubicBezTo>
                  <a:pt x="196192" y="438568"/>
                  <a:pt x="193021" y="440419"/>
                  <a:pt x="189584" y="440419"/>
                </a:cubicBezTo>
                <a:cubicBezTo>
                  <a:pt x="186147" y="440419"/>
                  <a:pt x="182977" y="438568"/>
                  <a:pt x="181288" y="435574"/>
                </a:cubicBezTo>
                <a:cubicBezTo>
                  <a:pt x="144826" y="370918"/>
                  <a:pt x="136159" y="350439"/>
                  <a:pt x="104002" y="331885"/>
                </a:cubicBezTo>
                <a:cubicBezTo>
                  <a:pt x="31866" y="290335"/>
                  <a:pt x="0" y="202972"/>
                  <a:pt x="28444" y="124735"/>
                </a:cubicBezTo>
                <a:cubicBezTo>
                  <a:pt x="56888" y="46498"/>
                  <a:pt x="137422" y="0"/>
                  <a:pt x="219400" y="14481"/>
                </a:cubicBezTo>
                <a:cubicBezTo>
                  <a:pt x="301377" y="28962"/>
                  <a:pt x="361107" y="100238"/>
                  <a:pt x="361025" y="183485"/>
                </a:cubicBezTo>
                <a:close/>
                <a:moveTo>
                  <a:pt x="303875" y="183485"/>
                </a:moveTo>
                <a:lnTo>
                  <a:pt x="284768" y="183485"/>
                </a:lnTo>
                <a:moveTo>
                  <a:pt x="227618" y="183485"/>
                </a:moveTo>
                <a:lnTo>
                  <a:pt x="151399" y="183485"/>
                </a:lnTo>
                <a:moveTo>
                  <a:pt x="94249" y="183485"/>
                </a:moveTo>
                <a:lnTo>
                  <a:pt x="75275" y="183485"/>
                </a:lnTo>
                <a:moveTo>
                  <a:pt x="113375" y="126335"/>
                </a:moveTo>
                <a:cubicBezTo>
                  <a:pt x="94325" y="126335"/>
                  <a:pt x="94325" y="145385"/>
                  <a:pt x="94325" y="145385"/>
                </a:cubicBezTo>
                <a:lnTo>
                  <a:pt x="94325" y="221585"/>
                </a:lnTo>
                <a:cubicBezTo>
                  <a:pt x="94325" y="240635"/>
                  <a:pt x="113375" y="240635"/>
                  <a:pt x="113375" y="240635"/>
                </a:cubicBezTo>
                <a:lnTo>
                  <a:pt x="132425" y="240635"/>
                </a:lnTo>
                <a:cubicBezTo>
                  <a:pt x="151475" y="240635"/>
                  <a:pt x="151475" y="221585"/>
                  <a:pt x="151475" y="221585"/>
                </a:cubicBezTo>
                <a:lnTo>
                  <a:pt x="151475" y="145385"/>
                </a:lnTo>
                <a:cubicBezTo>
                  <a:pt x="151475" y="126335"/>
                  <a:pt x="132425" y="126335"/>
                  <a:pt x="132425" y="126335"/>
                </a:cubicBezTo>
                <a:lnTo>
                  <a:pt x="113375" y="126335"/>
                </a:lnTo>
                <a:moveTo>
                  <a:pt x="246725" y="126335"/>
                </a:moveTo>
                <a:cubicBezTo>
                  <a:pt x="227675" y="126335"/>
                  <a:pt x="227675" y="145385"/>
                  <a:pt x="227675" y="145385"/>
                </a:cubicBezTo>
                <a:lnTo>
                  <a:pt x="227675" y="221585"/>
                </a:lnTo>
                <a:cubicBezTo>
                  <a:pt x="227675" y="240635"/>
                  <a:pt x="246725" y="240635"/>
                  <a:pt x="246725" y="240635"/>
                </a:cubicBezTo>
                <a:lnTo>
                  <a:pt x="265775" y="240635"/>
                </a:lnTo>
                <a:cubicBezTo>
                  <a:pt x="284825" y="240635"/>
                  <a:pt x="284825" y="221585"/>
                  <a:pt x="284825" y="221585"/>
                </a:cubicBezTo>
                <a:lnTo>
                  <a:pt x="284825" y="145385"/>
                </a:lnTo>
                <a:cubicBezTo>
                  <a:pt x="284825" y="126335"/>
                  <a:pt x="265775" y="126335"/>
                  <a:pt x="265775" y="126335"/>
                </a:cubicBezTo>
                <a:lnTo>
                  <a:pt x="246725" y="12633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4" name="Rounded Rectangle 43"/>
          <p:cNvSpPr/>
          <p:nvPr/>
        </p:nvSpPr>
        <p:spPr>
          <a:xfrm>
            <a:off x="5959079" y="3267477"/>
            <a:ext cx="273843" cy="273843"/>
          </a:xfrm>
          <a:custGeom>
            <a:avLst/>
            <a:gdLst/>
            <a:ahLst/>
            <a:cxnLst/>
            <a:rect l="0" t="0" r="0" b="0"/>
            <a:pathLst>
              <a:path w="273843" h="273843">
                <a:moveTo>
                  <a:pt x="119062" y="238125"/>
                </a:moveTo>
                <a:lnTo>
                  <a:pt x="11906" y="238125"/>
                </a:lnTo>
                <a:cubicBezTo>
                  <a:pt x="5330" y="238125"/>
                  <a:pt x="0" y="232794"/>
                  <a:pt x="0" y="226218"/>
                </a:cubicBezTo>
                <a:lnTo>
                  <a:pt x="0" y="35718"/>
                </a:lnTo>
                <a:cubicBezTo>
                  <a:pt x="0" y="29143"/>
                  <a:pt x="5330" y="23812"/>
                  <a:pt x="11906" y="23812"/>
                </a:cubicBezTo>
                <a:lnTo>
                  <a:pt x="178593" y="23812"/>
                </a:lnTo>
                <a:cubicBezTo>
                  <a:pt x="185169" y="23812"/>
                  <a:pt x="190500" y="29143"/>
                  <a:pt x="190500" y="35718"/>
                </a:cubicBezTo>
                <a:lnTo>
                  <a:pt x="190500" y="119062"/>
                </a:lnTo>
                <a:moveTo>
                  <a:pt x="47625" y="47625"/>
                </a:moveTo>
                <a:lnTo>
                  <a:pt x="47625" y="0"/>
                </a:lnTo>
                <a:moveTo>
                  <a:pt x="95250" y="0"/>
                </a:moveTo>
                <a:lnTo>
                  <a:pt x="95250" y="47625"/>
                </a:lnTo>
                <a:moveTo>
                  <a:pt x="142875" y="47625"/>
                </a:moveTo>
                <a:lnTo>
                  <a:pt x="142875" y="0"/>
                </a:lnTo>
                <a:moveTo>
                  <a:pt x="232171" y="226218"/>
                </a:moveTo>
                <a:lnTo>
                  <a:pt x="267890" y="226218"/>
                </a:lnTo>
                <a:cubicBezTo>
                  <a:pt x="267890" y="226218"/>
                  <a:pt x="273843" y="226218"/>
                  <a:pt x="273843" y="232171"/>
                </a:cubicBezTo>
                <a:lnTo>
                  <a:pt x="273843" y="267890"/>
                </a:lnTo>
                <a:cubicBezTo>
                  <a:pt x="273843" y="267890"/>
                  <a:pt x="273843" y="273843"/>
                  <a:pt x="267890" y="273843"/>
                </a:cubicBezTo>
                <a:lnTo>
                  <a:pt x="232171" y="273843"/>
                </a:lnTo>
                <a:cubicBezTo>
                  <a:pt x="232171" y="273843"/>
                  <a:pt x="226218" y="273843"/>
                  <a:pt x="226218" y="267890"/>
                </a:cubicBezTo>
                <a:lnTo>
                  <a:pt x="226218" y="232171"/>
                </a:lnTo>
                <a:cubicBezTo>
                  <a:pt x="226218" y="232171"/>
                  <a:pt x="226218" y="226218"/>
                  <a:pt x="232171" y="226218"/>
                </a:cubicBezTo>
                <a:moveTo>
                  <a:pt x="160734" y="226218"/>
                </a:moveTo>
                <a:lnTo>
                  <a:pt x="196453" y="226218"/>
                </a:lnTo>
                <a:cubicBezTo>
                  <a:pt x="196453" y="226218"/>
                  <a:pt x="202406" y="226218"/>
                  <a:pt x="202406" y="232171"/>
                </a:cubicBezTo>
                <a:lnTo>
                  <a:pt x="202406" y="267890"/>
                </a:lnTo>
                <a:cubicBezTo>
                  <a:pt x="202406" y="267890"/>
                  <a:pt x="202406" y="273843"/>
                  <a:pt x="196453" y="273843"/>
                </a:cubicBezTo>
                <a:lnTo>
                  <a:pt x="160734" y="273843"/>
                </a:lnTo>
                <a:cubicBezTo>
                  <a:pt x="160734" y="273843"/>
                  <a:pt x="154781" y="273843"/>
                  <a:pt x="154781" y="267890"/>
                </a:cubicBezTo>
                <a:lnTo>
                  <a:pt x="154781" y="232171"/>
                </a:lnTo>
                <a:cubicBezTo>
                  <a:pt x="154781" y="232171"/>
                  <a:pt x="154781" y="226218"/>
                  <a:pt x="160734" y="226218"/>
                </a:cubicBezTo>
                <a:moveTo>
                  <a:pt x="196453" y="154781"/>
                </a:moveTo>
                <a:lnTo>
                  <a:pt x="232171" y="154781"/>
                </a:lnTo>
                <a:cubicBezTo>
                  <a:pt x="232171" y="154781"/>
                  <a:pt x="238125" y="154781"/>
                  <a:pt x="238125" y="160734"/>
                </a:cubicBezTo>
                <a:lnTo>
                  <a:pt x="238125" y="196453"/>
                </a:lnTo>
                <a:cubicBezTo>
                  <a:pt x="238125" y="196453"/>
                  <a:pt x="238125" y="202406"/>
                  <a:pt x="232171" y="202406"/>
                </a:cubicBezTo>
                <a:lnTo>
                  <a:pt x="196453" y="202406"/>
                </a:lnTo>
                <a:cubicBezTo>
                  <a:pt x="196453" y="202406"/>
                  <a:pt x="190500" y="202406"/>
                  <a:pt x="190500" y="196453"/>
                </a:cubicBezTo>
                <a:lnTo>
                  <a:pt x="190500" y="160734"/>
                </a:lnTo>
                <a:cubicBezTo>
                  <a:pt x="190500" y="160734"/>
                  <a:pt x="190500" y="154781"/>
                  <a:pt x="196453" y="154781"/>
                </a:cubicBezTo>
              </a:path>
            </a:pathLst>
          </a:custGeom>
          <a:noFill/>
          <a:ln w="14287">
            <a:solidFill>
              <a:srgbClr val="46432D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5" name="Rounded Rectangle 44"/>
          <p:cNvSpPr/>
          <p:nvPr/>
        </p:nvSpPr>
        <p:spPr>
          <a:xfrm>
            <a:off x="5962055" y="3267477"/>
            <a:ext cx="267890" cy="273843"/>
          </a:xfrm>
          <a:custGeom>
            <a:avLst/>
            <a:gdLst/>
            <a:ahLst/>
            <a:cxnLst/>
            <a:rect l="0" t="0" r="0" b="0"/>
            <a:pathLst>
              <a:path w="267890" h="273843">
                <a:moveTo>
                  <a:pt x="17859" y="238125"/>
                </a:moveTo>
                <a:lnTo>
                  <a:pt x="244078" y="226218"/>
                </a:lnTo>
                <a:cubicBezTo>
                  <a:pt x="257229" y="226218"/>
                  <a:pt x="267890" y="236879"/>
                  <a:pt x="267890" y="250031"/>
                </a:cubicBezTo>
                <a:cubicBezTo>
                  <a:pt x="267890" y="263182"/>
                  <a:pt x="257229" y="273843"/>
                  <a:pt x="244078" y="273843"/>
                </a:cubicBezTo>
                <a:lnTo>
                  <a:pt x="17859" y="273843"/>
                </a:lnTo>
                <a:moveTo>
                  <a:pt x="136921" y="273843"/>
                </a:moveTo>
                <a:lnTo>
                  <a:pt x="202703" y="228397"/>
                </a:lnTo>
                <a:lnTo>
                  <a:pt x="184546" y="95250"/>
                </a:lnTo>
                <a:lnTo>
                  <a:pt x="214312" y="95250"/>
                </a:lnTo>
                <a:lnTo>
                  <a:pt x="266116" y="241006"/>
                </a:lnTo>
                <a:moveTo>
                  <a:pt x="238125" y="59531"/>
                </a:moveTo>
                <a:lnTo>
                  <a:pt x="214312" y="95250"/>
                </a:lnTo>
                <a:lnTo>
                  <a:pt x="172640" y="95250"/>
                </a:lnTo>
                <a:moveTo>
                  <a:pt x="0" y="255984"/>
                </a:moveTo>
                <a:cubicBezTo>
                  <a:pt x="0" y="265847"/>
                  <a:pt x="7995" y="273843"/>
                  <a:pt x="17859" y="273843"/>
                </a:cubicBezTo>
                <a:cubicBezTo>
                  <a:pt x="27722" y="273843"/>
                  <a:pt x="35718" y="265847"/>
                  <a:pt x="35718" y="255984"/>
                </a:cubicBezTo>
                <a:cubicBezTo>
                  <a:pt x="35718" y="246120"/>
                  <a:pt x="27722" y="238125"/>
                  <a:pt x="17859" y="238125"/>
                </a:cubicBezTo>
                <a:cubicBezTo>
                  <a:pt x="7995" y="238125"/>
                  <a:pt x="0" y="246120"/>
                  <a:pt x="0" y="255984"/>
                </a:cubicBezTo>
                <a:moveTo>
                  <a:pt x="71437" y="29765"/>
                </a:moveTo>
                <a:cubicBezTo>
                  <a:pt x="71437" y="13326"/>
                  <a:pt x="84764" y="0"/>
                  <a:pt x="101203" y="0"/>
                </a:cubicBezTo>
                <a:cubicBezTo>
                  <a:pt x="117642" y="0"/>
                  <a:pt x="130968" y="13326"/>
                  <a:pt x="130968" y="29765"/>
                </a:cubicBezTo>
                <a:cubicBezTo>
                  <a:pt x="130968" y="46204"/>
                  <a:pt x="117642" y="59531"/>
                  <a:pt x="101203" y="59531"/>
                </a:cubicBezTo>
                <a:cubicBezTo>
                  <a:pt x="84764" y="59531"/>
                  <a:pt x="71437" y="46204"/>
                  <a:pt x="71437" y="29765"/>
                </a:cubicBezTo>
                <a:moveTo>
                  <a:pt x="134064" y="92559"/>
                </a:moveTo>
                <a:cubicBezTo>
                  <a:pt x="142126" y="90946"/>
                  <a:pt x="149970" y="96175"/>
                  <a:pt x="151581" y="104238"/>
                </a:cubicBezTo>
                <a:cubicBezTo>
                  <a:pt x="153192" y="112301"/>
                  <a:pt x="147961" y="120143"/>
                  <a:pt x="139898" y="121753"/>
                </a:cubicBezTo>
                <a:lnTo>
                  <a:pt x="116383" y="126456"/>
                </a:lnTo>
                <a:cubicBezTo>
                  <a:pt x="114646" y="126801"/>
                  <a:pt x="112880" y="126976"/>
                  <a:pt x="111109" y="126980"/>
                </a:cubicBezTo>
                <a:cubicBezTo>
                  <a:pt x="104004" y="126984"/>
                  <a:pt x="97191" y="124156"/>
                  <a:pt x="92178" y="119122"/>
                </a:cubicBezTo>
                <a:lnTo>
                  <a:pt x="92059" y="118991"/>
                </a:lnTo>
                <a:lnTo>
                  <a:pt x="88701" y="134064"/>
                </a:lnTo>
                <a:lnTo>
                  <a:pt x="112704" y="144327"/>
                </a:lnTo>
                <a:cubicBezTo>
                  <a:pt x="121445" y="148085"/>
                  <a:pt x="127546" y="156188"/>
                  <a:pt x="128742" y="165627"/>
                </a:cubicBezTo>
                <a:lnTo>
                  <a:pt x="133838" y="206466"/>
                </a:lnTo>
                <a:cubicBezTo>
                  <a:pt x="134329" y="210382"/>
                  <a:pt x="133244" y="214332"/>
                  <a:pt x="130821" y="217448"/>
                </a:cubicBezTo>
                <a:cubicBezTo>
                  <a:pt x="128398" y="220563"/>
                  <a:pt x="124836" y="222588"/>
                  <a:pt x="120919" y="223075"/>
                </a:cubicBezTo>
                <a:cubicBezTo>
                  <a:pt x="120300" y="223156"/>
                  <a:pt x="119675" y="223196"/>
                  <a:pt x="119050" y="223194"/>
                </a:cubicBezTo>
                <a:cubicBezTo>
                  <a:pt x="111555" y="223180"/>
                  <a:pt x="105240" y="217594"/>
                  <a:pt x="104310" y="210157"/>
                </a:cubicBezTo>
                <a:lnTo>
                  <a:pt x="99417" y="171009"/>
                </a:lnTo>
                <a:lnTo>
                  <a:pt x="86320" y="165401"/>
                </a:lnTo>
                <a:lnTo>
                  <a:pt x="86320" y="167782"/>
                </a:lnTo>
                <a:cubicBezTo>
                  <a:pt x="86321" y="177768"/>
                  <a:pt x="83363" y="187529"/>
                  <a:pt x="77819" y="195833"/>
                </a:cubicBezTo>
                <a:lnTo>
                  <a:pt x="59959" y="222563"/>
                </a:lnTo>
                <a:cubicBezTo>
                  <a:pt x="57773" y="225849"/>
                  <a:pt x="54369" y="228131"/>
                  <a:pt x="50499" y="228906"/>
                </a:cubicBezTo>
                <a:cubicBezTo>
                  <a:pt x="46629" y="229681"/>
                  <a:pt x="42609" y="228885"/>
                  <a:pt x="39326" y="226694"/>
                </a:cubicBezTo>
                <a:cubicBezTo>
                  <a:pt x="36040" y="224508"/>
                  <a:pt x="33758" y="221104"/>
                  <a:pt x="32983" y="217234"/>
                </a:cubicBezTo>
                <a:cubicBezTo>
                  <a:pt x="32208" y="213364"/>
                  <a:pt x="33004" y="209344"/>
                  <a:pt x="35194" y="206061"/>
                </a:cubicBezTo>
                <a:lnTo>
                  <a:pt x="53054" y="179343"/>
                </a:lnTo>
                <a:cubicBezTo>
                  <a:pt x="55335" y="175919"/>
                  <a:pt x="56552" y="171897"/>
                  <a:pt x="56554" y="167782"/>
                </a:cubicBezTo>
                <a:lnTo>
                  <a:pt x="56554" y="142874"/>
                </a:lnTo>
                <a:cubicBezTo>
                  <a:pt x="56554" y="142410"/>
                  <a:pt x="56816" y="142005"/>
                  <a:pt x="56816" y="141553"/>
                </a:cubicBezTo>
                <a:cubicBezTo>
                  <a:pt x="56802" y="140917"/>
                  <a:pt x="56830" y="140280"/>
                  <a:pt x="56899" y="139648"/>
                </a:cubicBezTo>
                <a:lnTo>
                  <a:pt x="64781" y="104179"/>
                </a:lnTo>
                <a:lnTo>
                  <a:pt x="55066" y="104179"/>
                </a:lnTo>
                <a:lnTo>
                  <a:pt x="41671" y="122039"/>
                </a:lnTo>
                <a:cubicBezTo>
                  <a:pt x="36740" y="128614"/>
                  <a:pt x="27411" y="129947"/>
                  <a:pt x="20835" y="125015"/>
                </a:cubicBezTo>
                <a:cubicBezTo>
                  <a:pt x="14260" y="120083"/>
                  <a:pt x="12927" y="110755"/>
                  <a:pt x="17859" y="104179"/>
                </a:cubicBezTo>
                <a:lnTo>
                  <a:pt x="32146" y="85129"/>
                </a:lnTo>
                <a:cubicBezTo>
                  <a:pt x="37219" y="78400"/>
                  <a:pt x="45150" y="74434"/>
                  <a:pt x="53578" y="74414"/>
                </a:cubicBezTo>
                <a:lnTo>
                  <a:pt x="83343" y="74414"/>
                </a:lnTo>
                <a:cubicBezTo>
                  <a:pt x="85083" y="74440"/>
                  <a:pt x="86804" y="74775"/>
                  <a:pt x="88427" y="75402"/>
                </a:cubicBezTo>
                <a:cubicBezTo>
                  <a:pt x="88689" y="75497"/>
                  <a:pt x="88939" y="75557"/>
                  <a:pt x="89201" y="75676"/>
                </a:cubicBezTo>
                <a:cubicBezTo>
                  <a:pt x="90778" y="76361"/>
                  <a:pt x="92221" y="77320"/>
                  <a:pt x="93464" y="78509"/>
                </a:cubicBezTo>
                <a:cubicBezTo>
                  <a:pt x="93595" y="78628"/>
                  <a:pt x="93749" y="78652"/>
                  <a:pt x="93868" y="78771"/>
                </a:cubicBezTo>
                <a:lnTo>
                  <a:pt x="112049" y="96964"/>
                </a:lnTo>
                <a:lnTo>
                  <a:pt x="134004" y="92559"/>
                </a:ln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5295900" y="2575723"/>
            <a:ext cx="1600200" cy="1657350"/>
            <a:chOff x="3314700" y="1371600"/>
            <a:chExt cx="1600200" cy="1657350"/>
          </a:xfrm>
        </p:grpSpPr>
        <p:sp>
          <p:nvSpPr>
            <p:cNvPr id="5" name="Rounded Rectangle 4"/>
            <p:cNvSpPr/>
            <p:nvPr/>
          </p:nvSpPr>
          <p:spPr>
            <a:xfrm>
              <a:off x="3314700" y="1371600"/>
              <a:ext cx="1600200" cy="1657350"/>
            </a:xfrm>
            <a:custGeom>
              <a:avLst/>
              <a:gdLst/>
              <a:ahLst/>
              <a:cxnLst/>
              <a:rect l="0" t="0" r="0" b="0"/>
              <a:pathLst>
                <a:path w="1600200" h="1657350">
                  <a:moveTo>
                    <a:pt x="228600" y="0"/>
                  </a:moveTo>
                  <a:lnTo>
                    <a:pt x="1371600" y="0"/>
                  </a:lnTo>
                  <a:cubicBezTo>
                    <a:pt x="1371600" y="0"/>
                    <a:pt x="1600200" y="0"/>
                    <a:pt x="1600200" y="228600"/>
                  </a:cubicBezTo>
                  <a:lnTo>
                    <a:pt x="1600200" y="1428750"/>
                  </a:lnTo>
                  <a:cubicBezTo>
                    <a:pt x="1600200" y="1428750"/>
                    <a:pt x="1600200" y="1657350"/>
                    <a:pt x="1371600" y="1657350"/>
                  </a:cubicBezTo>
                  <a:lnTo>
                    <a:pt x="228600" y="1657350"/>
                  </a:lnTo>
                  <a:cubicBezTo>
                    <a:pt x="228600" y="1657350"/>
                    <a:pt x="0" y="1657350"/>
                    <a:pt x="0" y="1428750"/>
                  </a:cubicBezTo>
                  <a:lnTo>
                    <a:pt x="0" y="228600"/>
                  </a:lnTo>
                  <a:cubicBezTo>
                    <a:pt x="0" y="228600"/>
                    <a:pt x="0" y="0"/>
                    <a:pt x="228600" y="0"/>
                  </a:cubicBez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314700" y="1371600"/>
              <a:ext cx="1600200" cy="1657350"/>
            </a:xfrm>
            <a:custGeom>
              <a:avLst/>
              <a:gdLst/>
              <a:ahLst/>
              <a:cxnLst/>
              <a:rect l="0" t="0" r="0" b="0"/>
              <a:pathLst>
                <a:path w="1600200" h="1657350">
                  <a:moveTo>
                    <a:pt x="228600" y="0"/>
                  </a:moveTo>
                  <a:lnTo>
                    <a:pt x="1371600" y="0"/>
                  </a:lnTo>
                  <a:cubicBezTo>
                    <a:pt x="1371600" y="0"/>
                    <a:pt x="1600200" y="0"/>
                    <a:pt x="1600200" y="228600"/>
                  </a:cubicBezTo>
                  <a:lnTo>
                    <a:pt x="1600200" y="1428750"/>
                  </a:lnTo>
                  <a:cubicBezTo>
                    <a:pt x="1600200" y="1428750"/>
                    <a:pt x="1600200" y="1657350"/>
                    <a:pt x="1371600" y="1657350"/>
                  </a:cubicBezTo>
                  <a:lnTo>
                    <a:pt x="228600" y="1657350"/>
                  </a:lnTo>
                  <a:cubicBezTo>
                    <a:pt x="228600" y="1657350"/>
                    <a:pt x="0" y="1657350"/>
                    <a:pt x="0" y="1428750"/>
                  </a:cubicBezTo>
                  <a:lnTo>
                    <a:pt x="0" y="228600"/>
                  </a:lnTo>
                  <a:cubicBezTo>
                    <a:pt x="0" y="228600"/>
                    <a:pt x="0" y="0"/>
                    <a:pt x="2286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49" name="Rounded Rectangle 42">
            <a:extLst>
              <a:ext uri="{FF2B5EF4-FFF2-40B4-BE49-F238E27FC236}">
                <a16:creationId xmlns:a16="http://schemas.microsoft.com/office/drawing/2014/main" id="{00DE2D63-5441-6466-4E24-3BC03026AA92}"/>
              </a:ext>
            </a:extLst>
          </p:cNvPr>
          <p:cNvSpPr/>
          <p:nvPr/>
        </p:nvSpPr>
        <p:spPr>
          <a:xfrm>
            <a:off x="5897439" y="2751295"/>
            <a:ext cx="361107" cy="440419"/>
          </a:xfrm>
          <a:custGeom>
            <a:avLst/>
            <a:gdLst/>
            <a:ahLst/>
            <a:cxnLst/>
            <a:rect l="0" t="0" r="0" b="0"/>
            <a:pathLst>
              <a:path w="361107" h="440419">
                <a:moveTo>
                  <a:pt x="361025" y="183485"/>
                </a:moveTo>
                <a:cubicBezTo>
                  <a:pt x="361032" y="244759"/>
                  <a:pt x="328277" y="301360"/>
                  <a:pt x="275147" y="331885"/>
                </a:cubicBezTo>
                <a:cubicBezTo>
                  <a:pt x="243067" y="350401"/>
                  <a:pt x="234723" y="370213"/>
                  <a:pt x="197881" y="435574"/>
                </a:cubicBezTo>
                <a:cubicBezTo>
                  <a:pt x="196192" y="438568"/>
                  <a:pt x="193021" y="440419"/>
                  <a:pt x="189584" y="440419"/>
                </a:cubicBezTo>
                <a:cubicBezTo>
                  <a:pt x="186147" y="440419"/>
                  <a:pt x="182977" y="438568"/>
                  <a:pt x="181288" y="435574"/>
                </a:cubicBezTo>
                <a:cubicBezTo>
                  <a:pt x="144826" y="370918"/>
                  <a:pt x="136159" y="350439"/>
                  <a:pt x="104002" y="331885"/>
                </a:cubicBezTo>
                <a:cubicBezTo>
                  <a:pt x="31866" y="290335"/>
                  <a:pt x="0" y="202972"/>
                  <a:pt x="28444" y="124735"/>
                </a:cubicBezTo>
                <a:cubicBezTo>
                  <a:pt x="56888" y="46498"/>
                  <a:pt x="137422" y="0"/>
                  <a:pt x="219400" y="14481"/>
                </a:cubicBezTo>
                <a:cubicBezTo>
                  <a:pt x="301377" y="28962"/>
                  <a:pt x="361107" y="100238"/>
                  <a:pt x="361025" y="183485"/>
                </a:cubicBezTo>
                <a:close/>
                <a:moveTo>
                  <a:pt x="303875" y="183485"/>
                </a:moveTo>
                <a:lnTo>
                  <a:pt x="284768" y="183485"/>
                </a:lnTo>
                <a:moveTo>
                  <a:pt x="227618" y="183485"/>
                </a:moveTo>
                <a:lnTo>
                  <a:pt x="151399" y="183485"/>
                </a:lnTo>
                <a:moveTo>
                  <a:pt x="94249" y="183485"/>
                </a:moveTo>
                <a:lnTo>
                  <a:pt x="75275" y="183485"/>
                </a:lnTo>
                <a:moveTo>
                  <a:pt x="113375" y="126335"/>
                </a:moveTo>
                <a:cubicBezTo>
                  <a:pt x="94325" y="126335"/>
                  <a:pt x="94325" y="145385"/>
                  <a:pt x="94325" y="145385"/>
                </a:cubicBezTo>
                <a:lnTo>
                  <a:pt x="94325" y="221585"/>
                </a:lnTo>
                <a:cubicBezTo>
                  <a:pt x="94325" y="240635"/>
                  <a:pt x="113375" y="240635"/>
                  <a:pt x="113375" y="240635"/>
                </a:cubicBezTo>
                <a:lnTo>
                  <a:pt x="132425" y="240635"/>
                </a:lnTo>
                <a:cubicBezTo>
                  <a:pt x="151475" y="240635"/>
                  <a:pt x="151475" y="221585"/>
                  <a:pt x="151475" y="221585"/>
                </a:cubicBezTo>
                <a:lnTo>
                  <a:pt x="151475" y="145385"/>
                </a:lnTo>
                <a:cubicBezTo>
                  <a:pt x="151475" y="126335"/>
                  <a:pt x="132425" y="126335"/>
                  <a:pt x="132425" y="126335"/>
                </a:cubicBezTo>
                <a:lnTo>
                  <a:pt x="113375" y="126335"/>
                </a:lnTo>
                <a:moveTo>
                  <a:pt x="246725" y="126335"/>
                </a:moveTo>
                <a:cubicBezTo>
                  <a:pt x="227675" y="126335"/>
                  <a:pt x="227675" y="145385"/>
                  <a:pt x="227675" y="145385"/>
                </a:cubicBezTo>
                <a:lnTo>
                  <a:pt x="227675" y="221585"/>
                </a:lnTo>
                <a:cubicBezTo>
                  <a:pt x="227675" y="240635"/>
                  <a:pt x="246725" y="240635"/>
                  <a:pt x="246725" y="240635"/>
                </a:cubicBezTo>
                <a:lnTo>
                  <a:pt x="265775" y="240635"/>
                </a:lnTo>
                <a:cubicBezTo>
                  <a:pt x="284825" y="240635"/>
                  <a:pt x="284825" y="221585"/>
                  <a:pt x="284825" y="221585"/>
                </a:cubicBezTo>
                <a:lnTo>
                  <a:pt x="284825" y="145385"/>
                </a:lnTo>
                <a:cubicBezTo>
                  <a:pt x="284825" y="126335"/>
                  <a:pt x="265775" y="126335"/>
                  <a:pt x="265775" y="126335"/>
                </a:cubicBezTo>
                <a:lnTo>
                  <a:pt x="246725" y="12633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80C880-7223-3A86-DF73-70E8304563D9}"/>
              </a:ext>
            </a:extLst>
          </p:cNvPr>
          <p:cNvSpPr txBox="1"/>
          <p:nvPr/>
        </p:nvSpPr>
        <p:spPr>
          <a:xfrm>
            <a:off x="5507038" y="3284528"/>
            <a:ext cx="117157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484848"/>
                </a:solidFill>
                <a:latin typeface="Roboto"/>
              </a:rPr>
              <a:t>Personal
Gym Trainer
System</a:t>
            </a:r>
          </a:p>
        </p:txBody>
      </p:sp>
      <p:sp>
        <p:nvSpPr>
          <p:cNvPr id="51" name="Date Placeholder 50">
            <a:extLst>
              <a:ext uri="{FF2B5EF4-FFF2-40B4-BE49-F238E27FC236}">
                <a16:creationId xmlns:a16="http://schemas.microsoft.com/office/drawing/2014/main" id="{4EDD1F3B-CF98-2B06-6EDA-EDDB6D60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FDEC-2E50-4036-A020-2CBD5F79CD85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B6971463-B7B0-CD31-8426-540951B0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C5555F7D-79A1-B5C0-E7D2-BDA671A1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1258"/>
      </p:ext>
    </p:extLst>
  </p:cSld>
  <p:clrMapOvr>
    <a:masterClrMapping/>
  </p:clrMapOvr>
  <p:transition spd="slow"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CAAB3-DEF3-5038-EA27-BF4A76CB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A7F302-73D4-2675-F2DD-B83768826B29}"/>
              </a:ext>
            </a:extLst>
          </p:cNvPr>
          <p:cNvGrpSpPr/>
          <p:nvPr/>
        </p:nvGrpSpPr>
        <p:grpSpPr>
          <a:xfrm>
            <a:off x="3322138" y="782404"/>
            <a:ext cx="5980043" cy="846764"/>
            <a:chOff x="1725461" y="194432"/>
            <a:chExt cx="4443440" cy="846764"/>
          </a:xfrm>
          <a:solidFill>
            <a:schemeClr val="accent2"/>
          </a:solidFill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D8391C80-11AB-B97E-0F63-7C95391A05E0}"/>
                </a:ext>
              </a:extLst>
            </p:cNvPr>
            <p:cNvSpPr/>
            <p:nvPr/>
          </p:nvSpPr>
          <p:spPr>
            <a:xfrm>
              <a:off x="1725461" y="194432"/>
              <a:ext cx="4443440" cy="846764"/>
            </a:xfrm>
            <a:custGeom>
              <a:avLst/>
              <a:gdLst/>
              <a:ahLst/>
              <a:cxnLst/>
              <a:rect l="0" t="0" r="0" b="0"/>
              <a:pathLst>
                <a:path w="4443440" h="846764">
                  <a:moveTo>
                    <a:pt x="24757" y="467079"/>
                  </a:moveTo>
                  <a:cubicBezTo>
                    <a:pt x="0" y="303047"/>
                    <a:pt x="85623" y="142165"/>
                    <a:pt x="235511" y="71082"/>
                  </a:cubicBezTo>
                  <a:cubicBezTo>
                    <a:pt x="385399" y="0"/>
                    <a:pt x="564156" y="35502"/>
                    <a:pt x="675505" y="158469"/>
                  </a:cubicBezTo>
                  <a:cubicBezTo>
                    <a:pt x="820437" y="58769"/>
                    <a:pt x="1010271" y="52997"/>
                    <a:pt x="1160994" y="143705"/>
                  </a:cubicBezTo>
                  <a:cubicBezTo>
                    <a:pt x="1217811" y="85606"/>
                    <a:pt x="1295995" y="53391"/>
                    <a:pt x="1377249" y="54597"/>
                  </a:cubicBezTo>
                  <a:cubicBezTo>
                    <a:pt x="1458502" y="55804"/>
                    <a:pt x="1535695" y="90327"/>
                    <a:pt x="1590762" y="150087"/>
                  </a:cubicBezTo>
                  <a:cubicBezTo>
                    <a:pt x="1726401" y="32432"/>
                    <a:pt x="1927282" y="30296"/>
                    <a:pt x="2065393" y="145038"/>
                  </a:cubicBezTo>
                  <a:cubicBezTo>
                    <a:pt x="2259711" y="10696"/>
                    <a:pt x="2519216" y="20033"/>
                    <a:pt x="2703377" y="167994"/>
                  </a:cubicBezTo>
                  <a:cubicBezTo>
                    <a:pt x="2929916" y="32838"/>
                    <a:pt x="3211494" y="29385"/>
                    <a:pt x="3441279" y="158945"/>
                  </a:cubicBezTo>
                  <a:cubicBezTo>
                    <a:pt x="3606578" y="35431"/>
                    <a:pt x="3834026" y="37576"/>
                    <a:pt x="3996968" y="164184"/>
                  </a:cubicBezTo>
                  <a:cubicBezTo>
                    <a:pt x="4068274" y="79284"/>
                    <a:pt x="4188509" y="54381"/>
                    <a:pt x="4287671" y="103974"/>
                  </a:cubicBezTo>
                  <a:cubicBezTo>
                    <a:pt x="4386834" y="153566"/>
                    <a:pt x="4439032" y="264705"/>
                    <a:pt x="4413877" y="372686"/>
                  </a:cubicBezTo>
                  <a:cubicBezTo>
                    <a:pt x="4443440" y="475308"/>
                    <a:pt x="4411740" y="585798"/>
                    <a:pt x="4332267" y="657137"/>
                  </a:cubicBezTo>
                  <a:cubicBezTo>
                    <a:pt x="4252794" y="728477"/>
                    <a:pt x="4139534" y="748109"/>
                    <a:pt x="4040687" y="707680"/>
                  </a:cubicBezTo>
                  <a:cubicBezTo>
                    <a:pt x="3782739" y="843310"/>
                    <a:pt x="3474968" y="845122"/>
                    <a:pt x="3215441" y="712538"/>
                  </a:cubicBezTo>
                  <a:cubicBezTo>
                    <a:pt x="3072442" y="821425"/>
                    <a:pt x="2875052" y="823977"/>
                    <a:pt x="2729285" y="718824"/>
                  </a:cubicBezTo>
                  <a:cubicBezTo>
                    <a:pt x="2535599" y="846764"/>
                    <a:pt x="2283798" y="844957"/>
                    <a:pt x="2091967" y="714252"/>
                  </a:cubicBezTo>
                  <a:cubicBezTo>
                    <a:pt x="1952215" y="845372"/>
                    <a:pt x="1732679" y="838553"/>
                    <a:pt x="1601335" y="699012"/>
                  </a:cubicBezTo>
                  <a:cubicBezTo>
                    <a:pt x="1576219" y="766470"/>
                    <a:pt x="1511875" y="811257"/>
                    <a:pt x="1439894" y="811385"/>
                  </a:cubicBezTo>
                  <a:cubicBezTo>
                    <a:pt x="1367912" y="811512"/>
                    <a:pt x="1303410" y="766952"/>
                    <a:pt x="1278056" y="699584"/>
                  </a:cubicBezTo>
                  <a:cubicBezTo>
                    <a:pt x="1063808" y="835012"/>
                    <a:pt x="792740" y="842755"/>
                    <a:pt x="571111" y="719777"/>
                  </a:cubicBezTo>
                  <a:cubicBezTo>
                    <a:pt x="475171" y="812115"/>
                    <a:pt x="332397" y="836112"/>
                    <a:pt x="211541" y="780215"/>
                  </a:cubicBezTo>
                  <a:cubicBezTo>
                    <a:pt x="90685" y="724317"/>
                    <a:pt x="16519" y="599980"/>
                    <a:pt x="24757" y="467079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35CA203-89BB-5520-DBB9-1F791BBB8F57}"/>
                </a:ext>
              </a:extLst>
            </p:cNvPr>
            <p:cNvSpPr/>
            <p:nvPr/>
          </p:nvSpPr>
          <p:spPr>
            <a:xfrm>
              <a:off x="1725461" y="194432"/>
              <a:ext cx="4443440" cy="846764"/>
            </a:xfrm>
            <a:custGeom>
              <a:avLst/>
              <a:gdLst/>
              <a:ahLst/>
              <a:cxnLst/>
              <a:rect l="0" t="0" r="0" b="0"/>
              <a:pathLst>
                <a:path w="4443440" h="846764">
                  <a:moveTo>
                    <a:pt x="24757" y="467079"/>
                  </a:moveTo>
                  <a:cubicBezTo>
                    <a:pt x="0" y="303047"/>
                    <a:pt x="85623" y="142165"/>
                    <a:pt x="235511" y="71082"/>
                  </a:cubicBezTo>
                  <a:cubicBezTo>
                    <a:pt x="385399" y="0"/>
                    <a:pt x="564156" y="35502"/>
                    <a:pt x="675505" y="158469"/>
                  </a:cubicBezTo>
                  <a:cubicBezTo>
                    <a:pt x="820437" y="58769"/>
                    <a:pt x="1010271" y="52997"/>
                    <a:pt x="1160994" y="143705"/>
                  </a:cubicBezTo>
                  <a:cubicBezTo>
                    <a:pt x="1217811" y="85606"/>
                    <a:pt x="1295995" y="53391"/>
                    <a:pt x="1377249" y="54597"/>
                  </a:cubicBezTo>
                  <a:cubicBezTo>
                    <a:pt x="1458502" y="55804"/>
                    <a:pt x="1535695" y="90327"/>
                    <a:pt x="1590762" y="150087"/>
                  </a:cubicBezTo>
                  <a:cubicBezTo>
                    <a:pt x="1726401" y="32432"/>
                    <a:pt x="1927282" y="30296"/>
                    <a:pt x="2065393" y="145038"/>
                  </a:cubicBezTo>
                  <a:cubicBezTo>
                    <a:pt x="2259711" y="10696"/>
                    <a:pt x="2519216" y="20033"/>
                    <a:pt x="2703377" y="167994"/>
                  </a:cubicBezTo>
                  <a:cubicBezTo>
                    <a:pt x="2929916" y="32838"/>
                    <a:pt x="3211494" y="29385"/>
                    <a:pt x="3441279" y="158945"/>
                  </a:cubicBezTo>
                  <a:cubicBezTo>
                    <a:pt x="3606578" y="35431"/>
                    <a:pt x="3834026" y="37576"/>
                    <a:pt x="3996968" y="164184"/>
                  </a:cubicBezTo>
                  <a:cubicBezTo>
                    <a:pt x="4068274" y="79284"/>
                    <a:pt x="4188509" y="54381"/>
                    <a:pt x="4287671" y="103974"/>
                  </a:cubicBezTo>
                  <a:cubicBezTo>
                    <a:pt x="4386834" y="153566"/>
                    <a:pt x="4439032" y="264705"/>
                    <a:pt x="4413877" y="372686"/>
                  </a:cubicBezTo>
                  <a:cubicBezTo>
                    <a:pt x="4443440" y="475308"/>
                    <a:pt x="4411740" y="585798"/>
                    <a:pt x="4332267" y="657137"/>
                  </a:cubicBezTo>
                  <a:cubicBezTo>
                    <a:pt x="4252794" y="728477"/>
                    <a:pt x="4139534" y="748109"/>
                    <a:pt x="4040687" y="707680"/>
                  </a:cubicBezTo>
                  <a:cubicBezTo>
                    <a:pt x="3782739" y="843310"/>
                    <a:pt x="3474968" y="845122"/>
                    <a:pt x="3215441" y="712538"/>
                  </a:cubicBezTo>
                  <a:cubicBezTo>
                    <a:pt x="3072442" y="821425"/>
                    <a:pt x="2875052" y="823977"/>
                    <a:pt x="2729285" y="718824"/>
                  </a:cubicBezTo>
                  <a:cubicBezTo>
                    <a:pt x="2535599" y="846764"/>
                    <a:pt x="2283798" y="844957"/>
                    <a:pt x="2091967" y="714252"/>
                  </a:cubicBezTo>
                  <a:cubicBezTo>
                    <a:pt x="1952215" y="845372"/>
                    <a:pt x="1732679" y="838553"/>
                    <a:pt x="1601335" y="699012"/>
                  </a:cubicBezTo>
                  <a:cubicBezTo>
                    <a:pt x="1576219" y="766470"/>
                    <a:pt x="1511875" y="811257"/>
                    <a:pt x="1439894" y="811385"/>
                  </a:cubicBezTo>
                  <a:cubicBezTo>
                    <a:pt x="1367912" y="811512"/>
                    <a:pt x="1303410" y="766952"/>
                    <a:pt x="1278056" y="699584"/>
                  </a:cubicBezTo>
                  <a:cubicBezTo>
                    <a:pt x="1063808" y="835012"/>
                    <a:pt x="792740" y="842755"/>
                    <a:pt x="571111" y="719777"/>
                  </a:cubicBezTo>
                  <a:cubicBezTo>
                    <a:pt x="475171" y="812115"/>
                    <a:pt x="332397" y="836112"/>
                    <a:pt x="211541" y="780215"/>
                  </a:cubicBezTo>
                  <a:cubicBezTo>
                    <a:pt x="90685" y="724317"/>
                    <a:pt x="16519" y="599980"/>
                    <a:pt x="24757" y="467079"/>
                  </a:cubicBezTo>
                </a:path>
              </a:pathLst>
            </a:custGeom>
            <a:grp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3EE9F7F-AF68-837E-7600-5533D9E842BA}"/>
              </a:ext>
            </a:extLst>
          </p:cNvPr>
          <p:cNvGrpSpPr/>
          <p:nvPr/>
        </p:nvGrpSpPr>
        <p:grpSpPr>
          <a:xfrm>
            <a:off x="5273517" y="2395732"/>
            <a:ext cx="1600200" cy="1657350"/>
            <a:chOff x="3314700" y="1371600"/>
            <a:chExt cx="1600200" cy="165735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0614FDE-3409-16D9-0F35-95A3201AF70D}"/>
                </a:ext>
              </a:extLst>
            </p:cNvPr>
            <p:cNvSpPr/>
            <p:nvPr/>
          </p:nvSpPr>
          <p:spPr>
            <a:xfrm>
              <a:off x="3314700" y="1371600"/>
              <a:ext cx="1600200" cy="1657350"/>
            </a:xfrm>
            <a:custGeom>
              <a:avLst/>
              <a:gdLst/>
              <a:ahLst/>
              <a:cxnLst/>
              <a:rect l="0" t="0" r="0" b="0"/>
              <a:pathLst>
                <a:path w="1600200" h="1657350">
                  <a:moveTo>
                    <a:pt x="228600" y="0"/>
                  </a:moveTo>
                  <a:lnTo>
                    <a:pt x="1371600" y="0"/>
                  </a:lnTo>
                  <a:cubicBezTo>
                    <a:pt x="1371600" y="0"/>
                    <a:pt x="1600200" y="0"/>
                    <a:pt x="1600200" y="228600"/>
                  </a:cubicBezTo>
                  <a:lnTo>
                    <a:pt x="1600200" y="1428750"/>
                  </a:lnTo>
                  <a:cubicBezTo>
                    <a:pt x="1600200" y="1428750"/>
                    <a:pt x="1600200" y="1657350"/>
                    <a:pt x="1371600" y="1657350"/>
                  </a:cubicBezTo>
                  <a:lnTo>
                    <a:pt x="228600" y="1657350"/>
                  </a:lnTo>
                  <a:cubicBezTo>
                    <a:pt x="228600" y="1657350"/>
                    <a:pt x="0" y="1657350"/>
                    <a:pt x="0" y="1428750"/>
                  </a:cubicBezTo>
                  <a:lnTo>
                    <a:pt x="0" y="228600"/>
                  </a:lnTo>
                  <a:cubicBezTo>
                    <a:pt x="0" y="228600"/>
                    <a:pt x="0" y="0"/>
                    <a:pt x="228600" y="0"/>
                  </a:cubicBez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37209A3-0760-CF99-3798-ACAFB4E6B7A6}"/>
                </a:ext>
              </a:extLst>
            </p:cNvPr>
            <p:cNvSpPr/>
            <p:nvPr/>
          </p:nvSpPr>
          <p:spPr>
            <a:xfrm>
              <a:off x="3314700" y="1371600"/>
              <a:ext cx="1600200" cy="1657350"/>
            </a:xfrm>
            <a:custGeom>
              <a:avLst/>
              <a:gdLst/>
              <a:ahLst/>
              <a:cxnLst/>
              <a:rect l="0" t="0" r="0" b="0"/>
              <a:pathLst>
                <a:path w="1600200" h="1657350">
                  <a:moveTo>
                    <a:pt x="228600" y="0"/>
                  </a:moveTo>
                  <a:lnTo>
                    <a:pt x="1371600" y="0"/>
                  </a:lnTo>
                  <a:cubicBezTo>
                    <a:pt x="1371600" y="0"/>
                    <a:pt x="1600200" y="0"/>
                    <a:pt x="1600200" y="228600"/>
                  </a:cubicBezTo>
                  <a:lnTo>
                    <a:pt x="1600200" y="1428750"/>
                  </a:lnTo>
                  <a:cubicBezTo>
                    <a:pt x="1600200" y="1428750"/>
                    <a:pt x="1600200" y="1657350"/>
                    <a:pt x="1371600" y="1657350"/>
                  </a:cubicBezTo>
                  <a:lnTo>
                    <a:pt x="228600" y="1657350"/>
                  </a:lnTo>
                  <a:cubicBezTo>
                    <a:pt x="228600" y="1657350"/>
                    <a:pt x="0" y="1657350"/>
                    <a:pt x="0" y="1428750"/>
                  </a:cubicBezTo>
                  <a:lnTo>
                    <a:pt x="0" y="228600"/>
                  </a:lnTo>
                  <a:cubicBezTo>
                    <a:pt x="0" y="228600"/>
                    <a:pt x="0" y="0"/>
                    <a:pt x="2286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FB4DF1-11E7-80DB-B421-88DFBC4D51FC}"/>
              </a:ext>
            </a:extLst>
          </p:cNvPr>
          <p:cNvGrpSpPr/>
          <p:nvPr/>
        </p:nvGrpSpPr>
        <p:grpSpPr>
          <a:xfrm>
            <a:off x="2145792" y="2267841"/>
            <a:ext cx="2628900" cy="514350"/>
            <a:chOff x="228600" y="1257300"/>
            <a:chExt cx="2628900" cy="51435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86A4BD4-1A93-B93E-92D2-5B6EC0B8A5D2}"/>
                </a:ext>
              </a:extLst>
            </p:cNvPr>
            <p:cNvSpPr/>
            <p:nvPr/>
          </p:nvSpPr>
          <p:spPr>
            <a:xfrm>
              <a:off x="228600" y="1257300"/>
              <a:ext cx="2628900" cy="514350"/>
            </a:xfrm>
            <a:custGeom>
              <a:avLst/>
              <a:gdLst/>
              <a:ahLst/>
              <a:cxnLst/>
              <a:rect l="0" t="0" r="0" b="0"/>
              <a:pathLst>
                <a:path w="2628900" h="514350">
                  <a:moveTo>
                    <a:pt x="114300" y="0"/>
                  </a:moveTo>
                  <a:lnTo>
                    <a:pt x="2514600" y="0"/>
                  </a:lnTo>
                  <a:cubicBezTo>
                    <a:pt x="2514600" y="0"/>
                    <a:pt x="2628900" y="0"/>
                    <a:pt x="2628900" y="114300"/>
                  </a:cubicBezTo>
                  <a:lnTo>
                    <a:pt x="2628900" y="400050"/>
                  </a:lnTo>
                  <a:cubicBezTo>
                    <a:pt x="2628900" y="400050"/>
                    <a:pt x="2628900" y="514350"/>
                    <a:pt x="2514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1E6C00E-AAC4-098C-A4F9-66E42788CE7E}"/>
                </a:ext>
              </a:extLst>
            </p:cNvPr>
            <p:cNvSpPr/>
            <p:nvPr/>
          </p:nvSpPr>
          <p:spPr>
            <a:xfrm>
              <a:off x="228600" y="1257300"/>
              <a:ext cx="2628900" cy="514350"/>
            </a:xfrm>
            <a:custGeom>
              <a:avLst/>
              <a:gdLst/>
              <a:ahLst/>
              <a:cxnLst/>
              <a:rect l="0" t="0" r="0" b="0"/>
              <a:pathLst>
                <a:path w="2628900" h="514350">
                  <a:moveTo>
                    <a:pt x="114300" y="0"/>
                  </a:moveTo>
                  <a:lnTo>
                    <a:pt x="2514600" y="0"/>
                  </a:lnTo>
                  <a:cubicBezTo>
                    <a:pt x="2514600" y="0"/>
                    <a:pt x="2628900" y="0"/>
                    <a:pt x="2628900" y="114300"/>
                  </a:cubicBezTo>
                  <a:lnTo>
                    <a:pt x="2628900" y="400050"/>
                  </a:lnTo>
                  <a:cubicBezTo>
                    <a:pt x="2628900" y="400050"/>
                    <a:pt x="2628900" y="514350"/>
                    <a:pt x="2514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2B3A5-7C0B-FC55-4B3B-968904B69EC3}"/>
              </a:ext>
            </a:extLst>
          </p:cNvPr>
          <p:cNvGrpSpPr/>
          <p:nvPr/>
        </p:nvGrpSpPr>
        <p:grpSpPr>
          <a:xfrm>
            <a:off x="5003292" y="4382391"/>
            <a:ext cx="2057400" cy="514350"/>
            <a:chOff x="3086100" y="3371850"/>
            <a:chExt cx="2057400" cy="51435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7FC00BA-62E5-4E54-5F76-1E9B641C859E}"/>
                </a:ext>
              </a:extLst>
            </p:cNvPr>
            <p:cNvSpPr/>
            <p:nvPr/>
          </p:nvSpPr>
          <p:spPr>
            <a:xfrm>
              <a:off x="3086100" y="3371850"/>
              <a:ext cx="2057400" cy="514350"/>
            </a:xfrm>
            <a:custGeom>
              <a:avLst/>
              <a:gdLst/>
              <a:ahLst/>
              <a:cxnLst/>
              <a:rect l="0" t="0" r="0" b="0"/>
              <a:pathLst>
                <a:path w="2057400" h="514350">
                  <a:moveTo>
                    <a:pt x="114300" y="0"/>
                  </a:moveTo>
                  <a:lnTo>
                    <a:pt x="1943100" y="0"/>
                  </a:lnTo>
                  <a:cubicBezTo>
                    <a:pt x="1943100" y="0"/>
                    <a:pt x="2057400" y="0"/>
                    <a:pt x="2057400" y="114300"/>
                  </a:cubicBezTo>
                  <a:lnTo>
                    <a:pt x="2057400" y="400050"/>
                  </a:lnTo>
                  <a:cubicBezTo>
                    <a:pt x="2057400" y="400050"/>
                    <a:pt x="2057400" y="514350"/>
                    <a:pt x="19431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72BD25F-664D-79C3-79A0-521119C999CC}"/>
                </a:ext>
              </a:extLst>
            </p:cNvPr>
            <p:cNvSpPr/>
            <p:nvPr/>
          </p:nvSpPr>
          <p:spPr>
            <a:xfrm>
              <a:off x="3086100" y="3371850"/>
              <a:ext cx="2057400" cy="514350"/>
            </a:xfrm>
            <a:custGeom>
              <a:avLst/>
              <a:gdLst/>
              <a:ahLst/>
              <a:cxnLst/>
              <a:rect l="0" t="0" r="0" b="0"/>
              <a:pathLst>
                <a:path w="2057400" h="514350">
                  <a:moveTo>
                    <a:pt x="114300" y="0"/>
                  </a:moveTo>
                  <a:lnTo>
                    <a:pt x="1943100" y="0"/>
                  </a:lnTo>
                  <a:cubicBezTo>
                    <a:pt x="1943100" y="0"/>
                    <a:pt x="2057400" y="0"/>
                    <a:pt x="2057400" y="114300"/>
                  </a:cubicBezTo>
                  <a:lnTo>
                    <a:pt x="2057400" y="400050"/>
                  </a:lnTo>
                  <a:cubicBezTo>
                    <a:pt x="2057400" y="400050"/>
                    <a:pt x="2057400" y="514350"/>
                    <a:pt x="19431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BFE7C5-A2BA-2812-2B32-CE5E36BEA953}"/>
              </a:ext>
            </a:extLst>
          </p:cNvPr>
          <p:cNvGrpSpPr/>
          <p:nvPr/>
        </p:nvGrpSpPr>
        <p:grpSpPr>
          <a:xfrm>
            <a:off x="7289292" y="2267841"/>
            <a:ext cx="1485900" cy="514350"/>
            <a:chOff x="5372100" y="1257300"/>
            <a:chExt cx="1485900" cy="51435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B904F50-FB83-E19A-2E5D-CD0BA4E0213C}"/>
                </a:ext>
              </a:extLst>
            </p:cNvPr>
            <p:cNvSpPr/>
            <p:nvPr/>
          </p:nvSpPr>
          <p:spPr>
            <a:xfrm>
              <a:off x="5372100" y="1257300"/>
              <a:ext cx="1485900" cy="514350"/>
            </a:xfrm>
            <a:custGeom>
              <a:avLst/>
              <a:gdLst/>
              <a:ahLst/>
              <a:cxnLst/>
              <a:rect l="0" t="0" r="0" b="0"/>
              <a:pathLst>
                <a:path w="1485900" h="514350">
                  <a:moveTo>
                    <a:pt x="114300" y="0"/>
                  </a:moveTo>
                  <a:lnTo>
                    <a:pt x="1371600" y="0"/>
                  </a:lnTo>
                  <a:cubicBezTo>
                    <a:pt x="1371600" y="0"/>
                    <a:pt x="1485900" y="0"/>
                    <a:pt x="1485900" y="114300"/>
                  </a:cubicBezTo>
                  <a:lnTo>
                    <a:pt x="1485900" y="400050"/>
                  </a:lnTo>
                  <a:cubicBezTo>
                    <a:pt x="1485900" y="400050"/>
                    <a:pt x="1485900" y="514350"/>
                    <a:pt x="1371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5704120-61D6-B8F6-D1E8-F6F98BCE5D0D}"/>
                </a:ext>
              </a:extLst>
            </p:cNvPr>
            <p:cNvSpPr/>
            <p:nvPr/>
          </p:nvSpPr>
          <p:spPr>
            <a:xfrm>
              <a:off x="5372100" y="1257300"/>
              <a:ext cx="1485900" cy="514350"/>
            </a:xfrm>
            <a:custGeom>
              <a:avLst/>
              <a:gdLst/>
              <a:ahLst/>
              <a:cxnLst/>
              <a:rect l="0" t="0" r="0" b="0"/>
              <a:pathLst>
                <a:path w="1485900" h="514350">
                  <a:moveTo>
                    <a:pt x="114300" y="0"/>
                  </a:moveTo>
                  <a:lnTo>
                    <a:pt x="1371600" y="0"/>
                  </a:lnTo>
                  <a:cubicBezTo>
                    <a:pt x="1371600" y="0"/>
                    <a:pt x="1485900" y="0"/>
                    <a:pt x="1485900" y="114300"/>
                  </a:cubicBezTo>
                  <a:lnTo>
                    <a:pt x="1485900" y="400050"/>
                  </a:lnTo>
                  <a:cubicBezTo>
                    <a:pt x="1485900" y="400050"/>
                    <a:pt x="1485900" y="514350"/>
                    <a:pt x="1371600" y="514350"/>
                  </a:cubicBezTo>
                  <a:lnTo>
                    <a:pt x="114300" y="514350"/>
                  </a:lnTo>
                  <a:cubicBezTo>
                    <a:pt x="114300" y="514350"/>
                    <a:pt x="0" y="514350"/>
                    <a:pt x="0" y="40005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E3FB88B-D6A3-BBBF-3635-354499E11FF9}"/>
              </a:ext>
            </a:extLst>
          </p:cNvPr>
          <p:cNvSpPr txBox="1"/>
          <p:nvPr/>
        </p:nvSpPr>
        <p:spPr>
          <a:xfrm>
            <a:off x="3920490" y="2915542"/>
            <a:ext cx="3857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BMI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ACFF7B-CC68-DB5F-7CCB-3FFBB6855AAE}"/>
              </a:ext>
            </a:extLst>
          </p:cNvPr>
          <p:cNvSpPr txBox="1"/>
          <p:nvPr/>
        </p:nvSpPr>
        <p:spPr>
          <a:xfrm>
            <a:off x="7795926" y="2915542"/>
            <a:ext cx="9144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BMI Input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357964-BFD1-AEB3-9725-87B08E3FF5E7}"/>
              </a:ext>
            </a:extLst>
          </p:cNvPr>
          <p:cNvSpPr txBox="1"/>
          <p:nvPr/>
        </p:nvSpPr>
        <p:spPr>
          <a:xfrm>
            <a:off x="2866168" y="3258442"/>
            <a:ext cx="1614487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Experience Level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AB7D9-66C8-DF29-4606-6E305BD3E868}"/>
              </a:ext>
            </a:extLst>
          </p:cNvPr>
          <p:cNvSpPr txBox="1"/>
          <p:nvPr/>
        </p:nvSpPr>
        <p:spPr>
          <a:xfrm>
            <a:off x="7817358" y="3258442"/>
            <a:ext cx="222885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Experience Assessment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1CF4E2-4615-7F61-9781-6FAD518CAABD}"/>
              </a:ext>
            </a:extLst>
          </p:cNvPr>
          <p:cNvSpPr txBox="1"/>
          <p:nvPr/>
        </p:nvSpPr>
        <p:spPr>
          <a:xfrm>
            <a:off x="2885313" y="3601342"/>
            <a:ext cx="15287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Personal Choice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F72CAA-ED05-109B-73EF-3DBFC6A5A823}"/>
              </a:ext>
            </a:extLst>
          </p:cNvPr>
          <p:cNvSpPr txBox="1"/>
          <p:nvPr/>
        </p:nvSpPr>
        <p:spPr>
          <a:xfrm>
            <a:off x="7786021" y="3601342"/>
            <a:ext cx="1957387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Preference 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284358-FC29-4993-0078-9EBFA18B6F32}"/>
              </a:ext>
            </a:extLst>
          </p:cNvPr>
          <p:cNvSpPr txBox="1"/>
          <p:nvPr/>
        </p:nvSpPr>
        <p:spPr>
          <a:xfrm>
            <a:off x="5522500" y="5372992"/>
            <a:ext cx="168592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Workout Duration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B81157-E9B9-859F-E575-561844BAB75C}"/>
              </a:ext>
            </a:extLst>
          </p:cNvPr>
          <p:cNvSpPr txBox="1"/>
          <p:nvPr/>
        </p:nvSpPr>
        <p:spPr>
          <a:xfrm>
            <a:off x="5504498" y="5030092"/>
            <a:ext cx="2471737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Day of the Week Selection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7C735B-100D-AE8E-9204-E74201F9F304}"/>
              </a:ext>
            </a:extLst>
          </p:cNvPr>
          <p:cNvSpPr/>
          <p:nvPr/>
        </p:nvSpPr>
        <p:spPr>
          <a:xfrm>
            <a:off x="4774692" y="2525017"/>
            <a:ext cx="457200" cy="409575"/>
          </a:xfrm>
          <a:custGeom>
            <a:avLst/>
            <a:gdLst/>
            <a:ahLst/>
            <a:cxnLst/>
            <a:rect l="0" t="0" r="0" b="0"/>
            <a:pathLst>
              <a:path w="457200" h="409575">
                <a:moveTo>
                  <a:pt x="0" y="0"/>
                </a:moveTo>
                <a:lnTo>
                  <a:pt x="28575" y="0"/>
                </a:lnTo>
                <a:lnTo>
                  <a:pt x="29527" y="0"/>
                </a:lnTo>
                <a:cubicBezTo>
                  <a:pt x="139472" y="0"/>
                  <a:pt x="228600" y="89127"/>
                  <a:pt x="228600" y="199072"/>
                </a:cubicBezTo>
                <a:lnTo>
                  <a:pt x="228600" y="209550"/>
                </a:lnTo>
                <a:lnTo>
                  <a:pt x="228600" y="210502"/>
                </a:lnTo>
                <a:cubicBezTo>
                  <a:pt x="228600" y="320447"/>
                  <a:pt x="317727" y="409575"/>
                  <a:pt x="427672" y="409575"/>
                </a:cubicBezTo>
                <a:lnTo>
                  <a:pt x="428625" y="409575"/>
                </a:lnTo>
                <a:lnTo>
                  <a:pt x="457200" y="409575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DB97270-EBBB-2F82-A87C-855E52D9DE14}"/>
              </a:ext>
            </a:extLst>
          </p:cNvPr>
          <p:cNvSpPr/>
          <p:nvPr/>
        </p:nvSpPr>
        <p:spPr>
          <a:xfrm>
            <a:off x="5231892" y="4896741"/>
            <a:ext cx="171450" cy="228600"/>
          </a:xfrm>
          <a:custGeom>
            <a:avLst/>
            <a:gdLst/>
            <a:ahLst/>
            <a:cxnLst/>
            <a:rect l="0" t="0" r="0" b="0"/>
            <a:pathLst>
              <a:path w="171450" h="228600">
                <a:moveTo>
                  <a:pt x="171450" y="228600"/>
                </a:moveTo>
                <a:lnTo>
                  <a:pt x="85725" y="228600"/>
                </a:lnTo>
                <a:lnTo>
                  <a:pt x="0" y="2286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C73E1C5-3552-AF34-1E1F-92E9E7F04934}"/>
              </a:ext>
            </a:extLst>
          </p:cNvPr>
          <p:cNvSpPr/>
          <p:nvPr/>
        </p:nvSpPr>
        <p:spPr>
          <a:xfrm>
            <a:off x="6832092" y="2525017"/>
            <a:ext cx="457200" cy="409575"/>
          </a:xfrm>
          <a:custGeom>
            <a:avLst/>
            <a:gdLst/>
            <a:ahLst/>
            <a:cxnLst/>
            <a:rect l="0" t="0" r="0" b="0"/>
            <a:pathLst>
              <a:path w="457200" h="409575">
                <a:moveTo>
                  <a:pt x="0" y="409575"/>
                </a:moveTo>
                <a:lnTo>
                  <a:pt x="28575" y="409575"/>
                </a:lnTo>
                <a:lnTo>
                  <a:pt x="29527" y="409575"/>
                </a:lnTo>
                <a:cubicBezTo>
                  <a:pt x="139472" y="409575"/>
                  <a:pt x="228600" y="320447"/>
                  <a:pt x="228600" y="210502"/>
                </a:cubicBezTo>
                <a:lnTo>
                  <a:pt x="228600" y="209550"/>
                </a:lnTo>
                <a:lnTo>
                  <a:pt x="228600" y="199072"/>
                </a:lnTo>
                <a:cubicBezTo>
                  <a:pt x="228600" y="89127"/>
                  <a:pt x="317727" y="0"/>
                  <a:pt x="427672" y="0"/>
                </a:cubicBezTo>
                <a:lnTo>
                  <a:pt x="428625" y="0"/>
                </a:lnTo>
                <a:lnTo>
                  <a:pt x="45720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F8FC607-5245-2999-3B92-9FBD186BFBE8}"/>
              </a:ext>
            </a:extLst>
          </p:cNvPr>
          <p:cNvSpPr/>
          <p:nvPr/>
        </p:nvSpPr>
        <p:spPr>
          <a:xfrm>
            <a:off x="5231892" y="4896741"/>
            <a:ext cx="171450" cy="571500"/>
          </a:xfrm>
          <a:custGeom>
            <a:avLst/>
            <a:gdLst/>
            <a:ahLst/>
            <a:cxnLst/>
            <a:rect l="0" t="0" r="0" b="0"/>
            <a:pathLst>
              <a:path w="171450" h="571500">
                <a:moveTo>
                  <a:pt x="171450" y="571500"/>
                </a:moveTo>
                <a:lnTo>
                  <a:pt x="115252" y="571500"/>
                </a:lnTo>
                <a:lnTo>
                  <a:pt x="114300" y="571500"/>
                </a:lnTo>
                <a:cubicBezTo>
                  <a:pt x="51173" y="571500"/>
                  <a:pt x="0" y="520326"/>
                  <a:pt x="0" y="457200"/>
                </a:cubicBezTo>
                <a:lnTo>
                  <a:pt x="0" y="71437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948808B-7DE7-DB51-3565-2D23C3A95F96}"/>
              </a:ext>
            </a:extLst>
          </p:cNvPr>
          <p:cNvSpPr/>
          <p:nvPr/>
        </p:nvSpPr>
        <p:spPr>
          <a:xfrm>
            <a:off x="4374642" y="2782191"/>
            <a:ext cx="171450" cy="228600"/>
          </a:xfrm>
          <a:custGeom>
            <a:avLst/>
            <a:gdLst/>
            <a:ahLst/>
            <a:cxnLst/>
            <a:rect l="0" t="0" r="0" b="0"/>
            <a:pathLst>
              <a:path w="171450" h="228600">
                <a:moveTo>
                  <a:pt x="171450" y="0"/>
                </a:moveTo>
                <a:lnTo>
                  <a:pt x="171450" y="114300"/>
                </a:lnTo>
                <a:lnTo>
                  <a:pt x="171450" y="228600"/>
                </a:lnTo>
                <a:lnTo>
                  <a:pt x="85725" y="228600"/>
                </a:lnTo>
                <a:lnTo>
                  <a:pt x="0" y="2286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DD76263-0ABD-1477-3B82-DC860BFA8537}"/>
              </a:ext>
            </a:extLst>
          </p:cNvPr>
          <p:cNvSpPr/>
          <p:nvPr/>
        </p:nvSpPr>
        <p:spPr>
          <a:xfrm>
            <a:off x="4374642" y="2782191"/>
            <a:ext cx="171450" cy="571500"/>
          </a:xfrm>
          <a:custGeom>
            <a:avLst/>
            <a:gdLst/>
            <a:ahLst/>
            <a:cxnLst/>
            <a:rect l="0" t="0" r="0" b="0"/>
            <a:pathLst>
              <a:path w="171450" h="571500">
                <a:moveTo>
                  <a:pt x="171450" y="0"/>
                </a:moveTo>
                <a:lnTo>
                  <a:pt x="171450" y="285750"/>
                </a:lnTo>
                <a:lnTo>
                  <a:pt x="171450" y="571500"/>
                </a:lnTo>
                <a:lnTo>
                  <a:pt x="85725" y="571500"/>
                </a:lnTo>
                <a:lnTo>
                  <a:pt x="0" y="5715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ECFC848-9555-3032-37AE-C7EDDB598BB8}"/>
              </a:ext>
            </a:extLst>
          </p:cNvPr>
          <p:cNvSpPr/>
          <p:nvPr/>
        </p:nvSpPr>
        <p:spPr>
          <a:xfrm>
            <a:off x="4374642" y="2782191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171450" y="0"/>
                </a:moveTo>
                <a:lnTo>
                  <a:pt x="171450" y="114300"/>
                </a:lnTo>
                <a:lnTo>
                  <a:pt x="171450" y="800100"/>
                </a:lnTo>
                <a:cubicBezTo>
                  <a:pt x="171450" y="863226"/>
                  <a:pt x="120276" y="914400"/>
                  <a:pt x="57150" y="914400"/>
                </a:cubicBezTo>
                <a:lnTo>
                  <a:pt x="56197" y="914400"/>
                </a:lnTo>
                <a:lnTo>
                  <a:pt x="0" y="9144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3C0429D-376B-3A27-6EE1-9C301EFE2063}"/>
              </a:ext>
            </a:extLst>
          </p:cNvPr>
          <p:cNvSpPr/>
          <p:nvPr/>
        </p:nvSpPr>
        <p:spPr>
          <a:xfrm>
            <a:off x="7517892" y="2782191"/>
            <a:ext cx="171450" cy="228600"/>
          </a:xfrm>
          <a:custGeom>
            <a:avLst/>
            <a:gdLst/>
            <a:ahLst/>
            <a:cxnLst/>
            <a:rect l="0" t="0" r="0" b="0"/>
            <a:pathLst>
              <a:path w="171450" h="228600">
                <a:moveTo>
                  <a:pt x="171450" y="228600"/>
                </a:moveTo>
                <a:lnTo>
                  <a:pt x="85725" y="228600"/>
                </a:lnTo>
                <a:lnTo>
                  <a:pt x="0" y="2286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E6FD522-AF49-6069-1455-91D98403439F}"/>
              </a:ext>
            </a:extLst>
          </p:cNvPr>
          <p:cNvSpPr/>
          <p:nvPr/>
        </p:nvSpPr>
        <p:spPr>
          <a:xfrm>
            <a:off x="7517892" y="2782191"/>
            <a:ext cx="171450" cy="571500"/>
          </a:xfrm>
          <a:custGeom>
            <a:avLst/>
            <a:gdLst/>
            <a:ahLst/>
            <a:cxnLst/>
            <a:rect l="0" t="0" r="0" b="0"/>
            <a:pathLst>
              <a:path w="171450" h="571500">
                <a:moveTo>
                  <a:pt x="171450" y="571500"/>
                </a:moveTo>
                <a:lnTo>
                  <a:pt x="85725" y="571500"/>
                </a:lnTo>
                <a:lnTo>
                  <a:pt x="0" y="57150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FACF45F-469D-4045-024B-4F08215BA82F}"/>
              </a:ext>
            </a:extLst>
          </p:cNvPr>
          <p:cNvSpPr/>
          <p:nvPr/>
        </p:nvSpPr>
        <p:spPr>
          <a:xfrm>
            <a:off x="7517892" y="2782191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171450" y="914400"/>
                </a:moveTo>
                <a:lnTo>
                  <a:pt x="115252" y="914400"/>
                </a:lnTo>
                <a:lnTo>
                  <a:pt x="114300" y="914400"/>
                </a:lnTo>
                <a:cubicBezTo>
                  <a:pt x="51173" y="914400"/>
                  <a:pt x="0" y="863226"/>
                  <a:pt x="0" y="800100"/>
                </a:cubicBez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4F2BBFB-C216-7936-2228-1FB3BAC148AD}"/>
              </a:ext>
            </a:extLst>
          </p:cNvPr>
          <p:cNvSpPr/>
          <p:nvPr/>
        </p:nvSpPr>
        <p:spPr>
          <a:xfrm>
            <a:off x="6031993" y="4039491"/>
            <a:ext cx="9525" cy="342900"/>
          </a:xfrm>
          <a:custGeom>
            <a:avLst/>
            <a:gdLst/>
            <a:ahLst/>
            <a:cxnLst/>
            <a:rect l="0" t="0" r="0" b="0"/>
            <a:pathLst>
              <a:path w="9525" h="342900">
                <a:moveTo>
                  <a:pt x="0" y="0"/>
                </a:moveTo>
                <a:lnTo>
                  <a:pt x="0" y="171450"/>
                </a:lnTo>
                <a:lnTo>
                  <a:pt x="0" y="342900"/>
                </a:lnTo>
              </a:path>
            </a:pathLst>
          </a:custGeom>
          <a:noFill/>
          <a:ln w="14287">
            <a:solidFill>
              <a:srgbClr val="A3A3A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7C1DDF-DAD5-3FF1-F9E5-BCFB955EA191}"/>
              </a:ext>
            </a:extLst>
          </p:cNvPr>
          <p:cNvSpPr txBox="1"/>
          <p:nvPr/>
        </p:nvSpPr>
        <p:spPr>
          <a:xfrm>
            <a:off x="2316956" y="2429767"/>
            <a:ext cx="21717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3A4455"/>
                </a:solidFill>
                <a:latin typeface="Roboto"/>
              </a:rPr>
              <a:t>Custom Workout Plans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A0FF2E-4273-04D3-6960-56E5D2518222}"/>
              </a:ext>
            </a:extLst>
          </p:cNvPr>
          <p:cNvSpPr txBox="1"/>
          <p:nvPr/>
        </p:nvSpPr>
        <p:spPr>
          <a:xfrm>
            <a:off x="7770685" y="2429767"/>
            <a:ext cx="9572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F3D58"/>
                </a:solidFill>
                <a:latin typeface="Roboto"/>
              </a:rPr>
              <a:t>User 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F0D31F-5C3B-8F5D-BC45-0C1A30DE446C}"/>
              </a:ext>
            </a:extLst>
          </p:cNvPr>
          <p:cNvSpPr txBox="1"/>
          <p:nvPr/>
        </p:nvSpPr>
        <p:spPr>
          <a:xfrm>
            <a:off x="5501069" y="3144142"/>
            <a:ext cx="117157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dirty="0">
                <a:solidFill>
                  <a:srgbClr val="484848"/>
                </a:solidFill>
                <a:latin typeface="Roboto"/>
              </a:rPr>
              <a:t>Personal
Gym Trainer
System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EA0B59-625C-E265-7AA7-ACF4DD1E0E40}"/>
              </a:ext>
            </a:extLst>
          </p:cNvPr>
          <p:cNvSpPr txBox="1"/>
          <p:nvPr/>
        </p:nvSpPr>
        <p:spPr>
          <a:xfrm>
            <a:off x="4043106" y="1027097"/>
            <a:ext cx="525907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dirty="0">
                <a:solidFill>
                  <a:srgbClr val="F669BE"/>
                </a:solidFill>
                <a:latin typeface="Roboto"/>
              </a:rPr>
              <a:t>Personal Gym Trainer System Design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B9559C-B29F-A7E5-4C96-56FAACDFF4DF}"/>
              </a:ext>
            </a:extLst>
          </p:cNvPr>
          <p:cNvSpPr txBox="1"/>
          <p:nvPr/>
        </p:nvSpPr>
        <p:spPr>
          <a:xfrm>
            <a:off x="5489925" y="4544317"/>
            <a:ext cx="162877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6432D"/>
                </a:solidFill>
                <a:latin typeface="Roboto"/>
              </a:rPr>
              <a:t>Weekly Schedule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93D62F9-82C9-24B9-BA88-DB7E24962869}"/>
              </a:ext>
            </a:extLst>
          </p:cNvPr>
          <p:cNvSpPr/>
          <p:nvPr/>
        </p:nvSpPr>
        <p:spPr>
          <a:xfrm>
            <a:off x="4359061" y="2353067"/>
            <a:ext cx="292746" cy="304031"/>
          </a:xfrm>
          <a:custGeom>
            <a:avLst/>
            <a:gdLst/>
            <a:ahLst/>
            <a:cxnLst/>
            <a:rect l="0" t="0" r="0" b="0"/>
            <a:pathLst>
              <a:path w="292746" h="304031">
                <a:moveTo>
                  <a:pt x="119483" y="192967"/>
                </a:moveTo>
                <a:lnTo>
                  <a:pt x="42071" y="122849"/>
                </a:lnTo>
                <a:cubicBezTo>
                  <a:pt x="0" y="80777"/>
                  <a:pt x="61845" y="0"/>
                  <a:pt x="119483" y="65351"/>
                </a:cubicBezTo>
                <a:cubicBezTo>
                  <a:pt x="177121" y="0"/>
                  <a:pt x="238686" y="81057"/>
                  <a:pt x="196895" y="122849"/>
                </a:cubicBezTo>
                <a:close/>
                <a:moveTo>
                  <a:pt x="168716" y="106983"/>
                </a:moveTo>
                <a:lnTo>
                  <a:pt x="142020" y="106983"/>
                </a:lnTo>
                <a:lnTo>
                  <a:pt x="127642" y="127367"/>
                </a:lnTo>
                <a:lnTo>
                  <a:pt x="108471" y="91695"/>
                </a:lnTo>
                <a:lnTo>
                  <a:pt x="94092" y="112079"/>
                </a:lnTo>
                <a:lnTo>
                  <a:pt x="70128" y="112079"/>
                </a:lnTo>
                <a:moveTo>
                  <a:pt x="159997" y="262778"/>
                </a:moveTo>
                <a:cubicBezTo>
                  <a:pt x="159997" y="262778"/>
                  <a:pt x="170310" y="236994"/>
                  <a:pt x="201251" y="236994"/>
                </a:cubicBezTo>
                <a:cubicBezTo>
                  <a:pt x="232191" y="236994"/>
                  <a:pt x="242504" y="257622"/>
                  <a:pt x="242504" y="257622"/>
                </a:cubicBezTo>
                <a:lnTo>
                  <a:pt x="221878" y="195741"/>
                </a:lnTo>
                <a:lnTo>
                  <a:pt x="207985" y="195741"/>
                </a:lnTo>
                <a:cubicBezTo>
                  <a:pt x="201710" y="195741"/>
                  <a:pt x="196888" y="190182"/>
                  <a:pt x="197776" y="183970"/>
                </a:cubicBezTo>
                <a:lnTo>
                  <a:pt x="198721" y="177355"/>
                </a:lnTo>
                <a:cubicBezTo>
                  <a:pt x="200173" y="167193"/>
                  <a:pt x="208875" y="159645"/>
                  <a:pt x="219140" y="159645"/>
                </a:cubicBezTo>
                <a:lnTo>
                  <a:pt x="245594" y="159645"/>
                </a:lnTo>
                <a:cubicBezTo>
                  <a:pt x="249930" y="159645"/>
                  <a:pt x="253804" y="162358"/>
                  <a:pt x="255285" y="166434"/>
                </a:cubicBezTo>
                <a:lnTo>
                  <a:pt x="290504" y="263283"/>
                </a:lnTo>
                <a:cubicBezTo>
                  <a:pt x="292746" y="269449"/>
                  <a:pt x="291921" y="276315"/>
                  <a:pt x="288281" y="281775"/>
                </a:cubicBezTo>
                <a:lnTo>
                  <a:pt x="278745" y="296079"/>
                </a:lnTo>
                <a:cubicBezTo>
                  <a:pt x="275433" y="301047"/>
                  <a:pt x="269857" y="304031"/>
                  <a:pt x="263885" y="304031"/>
                </a:cubicBezTo>
                <a:lnTo>
                  <a:pt x="149684" y="304031"/>
                </a:lnTo>
              </a:path>
            </a:pathLst>
          </a:custGeom>
          <a:noFill/>
          <a:ln w="14287">
            <a:solidFill>
              <a:srgbClr val="3A4455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FE3DC7B-2F3E-3573-4628-A87C98A5BEE8}"/>
              </a:ext>
            </a:extLst>
          </p:cNvPr>
          <p:cNvSpPr/>
          <p:nvPr/>
        </p:nvSpPr>
        <p:spPr>
          <a:xfrm>
            <a:off x="7403592" y="2382141"/>
            <a:ext cx="279796" cy="279796"/>
          </a:xfrm>
          <a:custGeom>
            <a:avLst/>
            <a:gdLst/>
            <a:ahLst/>
            <a:cxnLst/>
            <a:rect l="0" t="0" r="0" b="0"/>
            <a:pathLst>
              <a:path w="279796" h="279796">
                <a:moveTo>
                  <a:pt x="148828" y="136921"/>
                </a:moveTo>
                <a:lnTo>
                  <a:pt x="267890" y="136921"/>
                </a:lnTo>
                <a:cubicBezTo>
                  <a:pt x="267890" y="136921"/>
                  <a:pt x="279796" y="136921"/>
                  <a:pt x="279796" y="148828"/>
                </a:cubicBezTo>
                <a:lnTo>
                  <a:pt x="279796" y="267890"/>
                </a:lnTo>
                <a:cubicBezTo>
                  <a:pt x="279796" y="267890"/>
                  <a:pt x="279796" y="279796"/>
                  <a:pt x="267890" y="279796"/>
                </a:cubicBezTo>
                <a:lnTo>
                  <a:pt x="148828" y="279796"/>
                </a:lnTo>
                <a:cubicBezTo>
                  <a:pt x="148828" y="279796"/>
                  <a:pt x="136921" y="279796"/>
                  <a:pt x="136921" y="267890"/>
                </a:cubicBezTo>
                <a:lnTo>
                  <a:pt x="136921" y="148828"/>
                </a:lnTo>
                <a:cubicBezTo>
                  <a:pt x="136921" y="148828"/>
                  <a:pt x="136921" y="136921"/>
                  <a:pt x="148828" y="136921"/>
                </a:cubicBezTo>
                <a:moveTo>
                  <a:pt x="0" y="0"/>
                </a:moveTo>
                <a:moveTo>
                  <a:pt x="244078" y="172640"/>
                </a:moveTo>
                <a:lnTo>
                  <a:pt x="172640" y="172640"/>
                </a:lnTo>
                <a:moveTo>
                  <a:pt x="0" y="0"/>
                </a:moveTo>
                <a:moveTo>
                  <a:pt x="244078" y="208359"/>
                </a:moveTo>
                <a:lnTo>
                  <a:pt x="172640" y="208359"/>
                </a:lnTo>
                <a:moveTo>
                  <a:pt x="0" y="0"/>
                </a:moveTo>
                <a:moveTo>
                  <a:pt x="199429" y="244078"/>
                </a:moveTo>
                <a:lnTo>
                  <a:pt x="172640" y="244078"/>
                </a:lnTo>
                <a:moveTo>
                  <a:pt x="80962" y="115395"/>
                </a:moveTo>
                <a:cubicBezTo>
                  <a:pt x="66850" y="116962"/>
                  <a:pt x="52614" y="113872"/>
                  <a:pt x="40421" y="106596"/>
                </a:cubicBezTo>
                <a:cubicBezTo>
                  <a:pt x="38983" y="105740"/>
                  <a:pt x="37989" y="104300"/>
                  <a:pt x="37696" y="102652"/>
                </a:cubicBezTo>
                <a:cubicBezTo>
                  <a:pt x="37404" y="101005"/>
                  <a:pt x="37842" y="99311"/>
                  <a:pt x="38897" y="98012"/>
                </a:cubicBezTo>
                <a:cubicBezTo>
                  <a:pt x="43755" y="92285"/>
                  <a:pt x="47136" y="84677"/>
                  <a:pt x="48625" y="62686"/>
                </a:cubicBezTo>
                <a:cubicBezTo>
                  <a:pt x="51458" y="20716"/>
                  <a:pt x="79759" y="5953"/>
                  <a:pt x="104084" y="5953"/>
                </a:cubicBezTo>
                <a:cubicBezTo>
                  <a:pt x="128408" y="5953"/>
                  <a:pt x="156710" y="20716"/>
                  <a:pt x="159555" y="62686"/>
                </a:cubicBezTo>
                <a:cubicBezTo>
                  <a:pt x="161043" y="84689"/>
                  <a:pt x="164425" y="92285"/>
                  <a:pt x="169283" y="98012"/>
                </a:cubicBezTo>
                <a:cubicBezTo>
                  <a:pt x="170338" y="99311"/>
                  <a:pt x="170776" y="101005"/>
                  <a:pt x="170484" y="102652"/>
                </a:cubicBezTo>
                <a:cubicBezTo>
                  <a:pt x="170191" y="104300"/>
                  <a:pt x="169197" y="105740"/>
                  <a:pt x="167759" y="106596"/>
                </a:cubicBezTo>
                <a:cubicBezTo>
                  <a:pt x="155557" y="113881"/>
                  <a:pt x="141305" y="116971"/>
                  <a:pt x="127182" y="115395"/>
                </a:cubicBezTo>
                <a:moveTo>
                  <a:pt x="113109" y="196453"/>
                </a:moveTo>
                <a:lnTo>
                  <a:pt x="5953" y="196453"/>
                </a:lnTo>
                <a:cubicBezTo>
                  <a:pt x="6437" y="184930"/>
                  <a:pt x="9346" y="173640"/>
                  <a:pt x="14489" y="163318"/>
                </a:cubicBezTo>
                <a:cubicBezTo>
                  <a:pt x="20514" y="151245"/>
                  <a:pt x="43779" y="142898"/>
                  <a:pt x="75437" y="131171"/>
                </a:cubicBezTo>
                <a:cubicBezTo>
                  <a:pt x="78756" y="129936"/>
                  <a:pt x="80968" y="126782"/>
                  <a:pt x="80998" y="123241"/>
                </a:cubicBezTo>
                <a:lnTo>
                  <a:pt x="80998" y="107656"/>
                </a:lnTo>
                <a:cubicBezTo>
                  <a:pt x="81012" y="105394"/>
                  <a:pt x="80069" y="103232"/>
                  <a:pt x="78402" y="101703"/>
                </a:cubicBezTo>
                <a:cubicBezTo>
                  <a:pt x="72215" y="96662"/>
                  <a:pt x="68874" y="88922"/>
                  <a:pt x="69449" y="80962"/>
                </a:cubicBezTo>
                <a:lnTo>
                  <a:pt x="69449" y="57912"/>
                </a:lnTo>
                <a:cubicBezTo>
                  <a:pt x="83021" y="55579"/>
                  <a:pt x="95308" y="48462"/>
                  <a:pt x="104084" y="37849"/>
                </a:cubicBezTo>
                <a:cubicBezTo>
                  <a:pt x="112866" y="48460"/>
                  <a:pt x="125157" y="55577"/>
                  <a:pt x="138731" y="57912"/>
                </a:cubicBezTo>
                <a:lnTo>
                  <a:pt x="138731" y="80962"/>
                </a:lnTo>
                <a:cubicBezTo>
                  <a:pt x="139318" y="88934"/>
                  <a:pt x="135975" y="96690"/>
                  <a:pt x="129778" y="101738"/>
                </a:cubicBezTo>
                <a:cubicBezTo>
                  <a:pt x="128111" y="103268"/>
                  <a:pt x="127168" y="105430"/>
                  <a:pt x="127182" y="107692"/>
                </a:cubicBezTo>
                <a:lnTo>
                  <a:pt x="127182" y="115407"/>
                </a:lnTo>
              </a:path>
            </a:pathLst>
          </a:custGeom>
          <a:noFill/>
          <a:ln w="14287">
            <a:solidFill>
              <a:srgbClr val="4F3D5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D42210F-09DC-1088-B2EA-46CACA59C1E5}"/>
              </a:ext>
            </a:extLst>
          </p:cNvPr>
          <p:cNvSpPr/>
          <p:nvPr/>
        </p:nvSpPr>
        <p:spPr>
          <a:xfrm>
            <a:off x="5842417" y="2613108"/>
            <a:ext cx="361107" cy="440419"/>
          </a:xfrm>
          <a:custGeom>
            <a:avLst/>
            <a:gdLst/>
            <a:ahLst/>
            <a:cxnLst/>
            <a:rect l="0" t="0" r="0" b="0"/>
            <a:pathLst>
              <a:path w="361107" h="440419">
                <a:moveTo>
                  <a:pt x="361025" y="183485"/>
                </a:moveTo>
                <a:cubicBezTo>
                  <a:pt x="361032" y="244759"/>
                  <a:pt x="328277" y="301360"/>
                  <a:pt x="275147" y="331885"/>
                </a:cubicBezTo>
                <a:cubicBezTo>
                  <a:pt x="243067" y="350401"/>
                  <a:pt x="234723" y="370213"/>
                  <a:pt x="197881" y="435574"/>
                </a:cubicBezTo>
                <a:cubicBezTo>
                  <a:pt x="196192" y="438568"/>
                  <a:pt x="193021" y="440419"/>
                  <a:pt x="189584" y="440419"/>
                </a:cubicBezTo>
                <a:cubicBezTo>
                  <a:pt x="186147" y="440419"/>
                  <a:pt x="182977" y="438568"/>
                  <a:pt x="181288" y="435574"/>
                </a:cubicBezTo>
                <a:cubicBezTo>
                  <a:pt x="144826" y="370918"/>
                  <a:pt x="136159" y="350439"/>
                  <a:pt x="104002" y="331885"/>
                </a:cubicBezTo>
                <a:cubicBezTo>
                  <a:pt x="31866" y="290335"/>
                  <a:pt x="0" y="202972"/>
                  <a:pt x="28444" y="124735"/>
                </a:cubicBezTo>
                <a:cubicBezTo>
                  <a:pt x="56888" y="46498"/>
                  <a:pt x="137422" y="0"/>
                  <a:pt x="219400" y="14481"/>
                </a:cubicBezTo>
                <a:cubicBezTo>
                  <a:pt x="301377" y="28962"/>
                  <a:pt x="361107" y="100238"/>
                  <a:pt x="361025" y="183485"/>
                </a:cubicBezTo>
                <a:close/>
                <a:moveTo>
                  <a:pt x="303875" y="183485"/>
                </a:moveTo>
                <a:lnTo>
                  <a:pt x="284768" y="183485"/>
                </a:lnTo>
                <a:moveTo>
                  <a:pt x="227618" y="183485"/>
                </a:moveTo>
                <a:lnTo>
                  <a:pt x="151399" y="183485"/>
                </a:lnTo>
                <a:moveTo>
                  <a:pt x="94249" y="183485"/>
                </a:moveTo>
                <a:lnTo>
                  <a:pt x="75275" y="183485"/>
                </a:lnTo>
                <a:moveTo>
                  <a:pt x="113375" y="126335"/>
                </a:moveTo>
                <a:cubicBezTo>
                  <a:pt x="94325" y="126335"/>
                  <a:pt x="94325" y="145385"/>
                  <a:pt x="94325" y="145385"/>
                </a:cubicBezTo>
                <a:lnTo>
                  <a:pt x="94325" y="221585"/>
                </a:lnTo>
                <a:cubicBezTo>
                  <a:pt x="94325" y="240635"/>
                  <a:pt x="113375" y="240635"/>
                  <a:pt x="113375" y="240635"/>
                </a:cubicBezTo>
                <a:lnTo>
                  <a:pt x="132425" y="240635"/>
                </a:lnTo>
                <a:cubicBezTo>
                  <a:pt x="151475" y="240635"/>
                  <a:pt x="151475" y="221585"/>
                  <a:pt x="151475" y="221585"/>
                </a:cubicBezTo>
                <a:lnTo>
                  <a:pt x="151475" y="145385"/>
                </a:lnTo>
                <a:cubicBezTo>
                  <a:pt x="151475" y="126335"/>
                  <a:pt x="132425" y="126335"/>
                  <a:pt x="132425" y="126335"/>
                </a:cubicBezTo>
                <a:lnTo>
                  <a:pt x="113375" y="126335"/>
                </a:lnTo>
                <a:moveTo>
                  <a:pt x="246725" y="126335"/>
                </a:moveTo>
                <a:cubicBezTo>
                  <a:pt x="227675" y="126335"/>
                  <a:pt x="227675" y="145385"/>
                  <a:pt x="227675" y="145385"/>
                </a:cubicBezTo>
                <a:lnTo>
                  <a:pt x="227675" y="221585"/>
                </a:lnTo>
                <a:cubicBezTo>
                  <a:pt x="227675" y="240635"/>
                  <a:pt x="246725" y="240635"/>
                  <a:pt x="246725" y="240635"/>
                </a:cubicBezTo>
                <a:lnTo>
                  <a:pt x="265775" y="240635"/>
                </a:lnTo>
                <a:cubicBezTo>
                  <a:pt x="284825" y="240635"/>
                  <a:pt x="284825" y="221585"/>
                  <a:pt x="284825" y="221585"/>
                </a:cubicBezTo>
                <a:lnTo>
                  <a:pt x="284825" y="145385"/>
                </a:lnTo>
                <a:cubicBezTo>
                  <a:pt x="284825" y="126335"/>
                  <a:pt x="265775" y="126335"/>
                  <a:pt x="265775" y="126335"/>
                </a:cubicBezTo>
                <a:lnTo>
                  <a:pt x="246725" y="12633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C4398ED-1DAF-DBA4-408E-033795B4BB7E}"/>
              </a:ext>
            </a:extLst>
          </p:cNvPr>
          <p:cNvSpPr/>
          <p:nvPr/>
        </p:nvSpPr>
        <p:spPr>
          <a:xfrm>
            <a:off x="5123546" y="4502645"/>
            <a:ext cx="273843" cy="273843"/>
          </a:xfrm>
          <a:custGeom>
            <a:avLst/>
            <a:gdLst/>
            <a:ahLst/>
            <a:cxnLst/>
            <a:rect l="0" t="0" r="0" b="0"/>
            <a:pathLst>
              <a:path w="273843" h="273843">
                <a:moveTo>
                  <a:pt x="119062" y="238125"/>
                </a:moveTo>
                <a:lnTo>
                  <a:pt x="11906" y="238125"/>
                </a:lnTo>
                <a:cubicBezTo>
                  <a:pt x="5330" y="238125"/>
                  <a:pt x="0" y="232794"/>
                  <a:pt x="0" y="226218"/>
                </a:cubicBezTo>
                <a:lnTo>
                  <a:pt x="0" y="35718"/>
                </a:lnTo>
                <a:cubicBezTo>
                  <a:pt x="0" y="29143"/>
                  <a:pt x="5330" y="23812"/>
                  <a:pt x="11906" y="23812"/>
                </a:cubicBezTo>
                <a:lnTo>
                  <a:pt x="178593" y="23812"/>
                </a:lnTo>
                <a:cubicBezTo>
                  <a:pt x="185169" y="23812"/>
                  <a:pt x="190500" y="29143"/>
                  <a:pt x="190500" y="35718"/>
                </a:cubicBezTo>
                <a:lnTo>
                  <a:pt x="190500" y="119062"/>
                </a:lnTo>
                <a:moveTo>
                  <a:pt x="47625" y="47625"/>
                </a:moveTo>
                <a:lnTo>
                  <a:pt x="47625" y="0"/>
                </a:lnTo>
                <a:moveTo>
                  <a:pt x="95250" y="0"/>
                </a:moveTo>
                <a:lnTo>
                  <a:pt x="95250" y="47625"/>
                </a:lnTo>
                <a:moveTo>
                  <a:pt x="142875" y="47625"/>
                </a:moveTo>
                <a:lnTo>
                  <a:pt x="142875" y="0"/>
                </a:lnTo>
                <a:moveTo>
                  <a:pt x="232171" y="226218"/>
                </a:moveTo>
                <a:lnTo>
                  <a:pt x="267890" y="226218"/>
                </a:lnTo>
                <a:cubicBezTo>
                  <a:pt x="267890" y="226218"/>
                  <a:pt x="273843" y="226218"/>
                  <a:pt x="273843" y="232171"/>
                </a:cubicBezTo>
                <a:lnTo>
                  <a:pt x="273843" y="267890"/>
                </a:lnTo>
                <a:cubicBezTo>
                  <a:pt x="273843" y="267890"/>
                  <a:pt x="273843" y="273843"/>
                  <a:pt x="267890" y="273843"/>
                </a:cubicBezTo>
                <a:lnTo>
                  <a:pt x="232171" y="273843"/>
                </a:lnTo>
                <a:cubicBezTo>
                  <a:pt x="232171" y="273843"/>
                  <a:pt x="226218" y="273843"/>
                  <a:pt x="226218" y="267890"/>
                </a:cubicBezTo>
                <a:lnTo>
                  <a:pt x="226218" y="232171"/>
                </a:lnTo>
                <a:cubicBezTo>
                  <a:pt x="226218" y="232171"/>
                  <a:pt x="226218" y="226218"/>
                  <a:pt x="232171" y="226218"/>
                </a:cubicBezTo>
                <a:moveTo>
                  <a:pt x="160734" y="226218"/>
                </a:moveTo>
                <a:lnTo>
                  <a:pt x="196453" y="226218"/>
                </a:lnTo>
                <a:cubicBezTo>
                  <a:pt x="196453" y="226218"/>
                  <a:pt x="202406" y="226218"/>
                  <a:pt x="202406" y="232171"/>
                </a:cubicBezTo>
                <a:lnTo>
                  <a:pt x="202406" y="267890"/>
                </a:lnTo>
                <a:cubicBezTo>
                  <a:pt x="202406" y="267890"/>
                  <a:pt x="202406" y="273843"/>
                  <a:pt x="196453" y="273843"/>
                </a:cubicBezTo>
                <a:lnTo>
                  <a:pt x="160734" y="273843"/>
                </a:lnTo>
                <a:cubicBezTo>
                  <a:pt x="160734" y="273843"/>
                  <a:pt x="154781" y="273843"/>
                  <a:pt x="154781" y="267890"/>
                </a:cubicBezTo>
                <a:lnTo>
                  <a:pt x="154781" y="232171"/>
                </a:lnTo>
                <a:cubicBezTo>
                  <a:pt x="154781" y="232171"/>
                  <a:pt x="154781" y="226218"/>
                  <a:pt x="160734" y="226218"/>
                </a:cubicBezTo>
                <a:moveTo>
                  <a:pt x="196453" y="154781"/>
                </a:moveTo>
                <a:lnTo>
                  <a:pt x="232171" y="154781"/>
                </a:lnTo>
                <a:cubicBezTo>
                  <a:pt x="232171" y="154781"/>
                  <a:pt x="238125" y="154781"/>
                  <a:pt x="238125" y="160734"/>
                </a:cubicBezTo>
                <a:lnTo>
                  <a:pt x="238125" y="196453"/>
                </a:lnTo>
                <a:cubicBezTo>
                  <a:pt x="238125" y="196453"/>
                  <a:pt x="238125" y="202406"/>
                  <a:pt x="232171" y="202406"/>
                </a:cubicBezTo>
                <a:lnTo>
                  <a:pt x="196453" y="202406"/>
                </a:lnTo>
                <a:cubicBezTo>
                  <a:pt x="196453" y="202406"/>
                  <a:pt x="190500" y="202406"/>
                  <a:pt x="190500" y="196453"/>
                </a:cubicBezTo>
                <a:lnTo>
                  <a:pt x="190500" y="160734"/>
                </a:lnTo>
                <a:cubicBezTo>
                  <a:pt x="190500" y="160734"/>
                  <a:pt x="190500" y="154781"/>
                  <a:pt x="196453" y="154781"/>
                </a:cubicBezTo>
              </a:path>
            </a:pathLst>
          </a:custGeom>
          <a:noFill/>
          <a:ln w="14287">
            <a:solidFill>
              <a:srgbClr val="46432D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14997AC-B260-7940-256C-445B103396A6}"/>
              </a:ext>
            </a:extLst>
          </p:cNvPr>
          <p:cNvSpPr/>
          <p:nvPr/>
        </p:nvSpPr>
        <p:spPr>
          <a:xfrm>
            <a:off x="3456137" y="923582"/>
            <a:ext cx="608481" cy="514350"/>
          </a:xfrm>
          <a:custGeom>
            <a:avLst/>
            <a:gdLst/>
            <a:ahLst/>
            <a:cxnLst/>
            <a:rect l="0" t="0" r="0" b="0"/>
            <a:pathLst>
              <a:path w="267890" h="273843">
                <a:moveTo>
                  <a:pt x="17859" y="238125"/>
                </a:moveTo>
                <a:lnTo>
                  <a:pt x="244078" y="226218"/>
                </a:lnTo>
                <a:cubicBezTo>
                  <a:pt x="257229" y="226218"/>
                  <a:pt x="267890" y="236879"/>
                  <a:pt x="267890" y="250031"/>
                </a:cubicBezTo>
                <a:cubicBezTo>
                  <a:pt x="267890" y="263182"/>
                  <a:pt x="257229" y="273843"/>
                  <a:pt x="244078" y="273843"/>
                </a:cubicBezTo>
                <a:lnTo>
                  <a:pt x="17859" y="273843"/>
                </a:lnTo>
                <a:moveTo>
                  <a:pt x="136921" y="273843"/>
                </a:moveTo>
                <a:lnTo>
                  <a:pt x="202703" y="228397"/>
                </a:lnTo>
                <a:lnTo>
                  <a:pt x="184546" y="95250"/>
                </a:lnTo>
                <a:lnTo>
                  <a:pt x="214312" y="95250"/>
                </a:lnTo>
                <a:lnTo>
                  <a:pt x="266116" y="241006"/>
                </a:lnTo>
                <a:moveTo>
                  <a:pt x="238125" y="59531"/>
                </a:moveTo>
                <a:lnTo>
                  <a:pt x="214312" y="95250"/>
                </a:lnTo>
                <a:lnTo>
                  <a:pt x="172640" y="95250"/>
                </a:lnTo>
                <a:moveTo>
                  <a:pt x="0" y="255984"/>
                </a:moveTo>
                <a:cubicBezTo>
                  <a:pt x="0" y="265847"/>
                  <a:pt x="7995" y="273843"/>
                  <a:pt x="17859" y="273843"/>
                </a:cubicBezTo>
                <a:cubicBezTo>
                  <a:pt x="27722" y="273843"/>
                  <a:pt x="35718" y="265847"/>
                  <a:pt x="35718" y="255984"/>
                </a:cubicBezTo>
                <a:cubicBezTo>
                  <a:pt x="35718" y="246120"/>
                  <a:pt x="27722" y="238125"/>
                  <a:pt x="17859" y="238125"/>
                </a:cubicBezTo>
                <a:cubicBezTo>
                  <a:pt x="7995" y="238125"/>
                  <a:pt x="0" y="246120"/>
                  <a:pt x="0" y="255984"/>
                </a:cubicBezTo>
                <a:moveTo>
                  <a:pt x="71437" y="29765"/>
                </a:moveTo>
                <a:cubicBezTo>
                  <a:pt x="71437" y="13326"/>
                  <a:pt x="84764" y="0"/>
                  <a:pt x="101203" y="0"/>
                </a:cubicBezTo>
                <a:cubicBezTo>
                  <a:pt x="117642" y="0"/>
                  <a:pt x="130968" y="13326"/>
                  <a:pt x="130968" y="29765"/>
                </a:cubicBezTo>
                <a:cubicBezTo>
                  <a:pt x="130968" y="46204"/>
                  <a:pt x="117642" y="59531"/>
                  <a:pt x="101203" y="59531"/>
                </a:cubicBezTo>
                <a:cubicBezTo>
                  <a:pt x="84764" y="59531"/>
                  <a:pt x="71437" y="46204"/>
                  <a:pt x="71437" y="29765"/>
                </a:cubicBezTo>
                <a:moveTo>
                  <a:pt x="134064" y="92559"/>
                </a:moveTo>
                <a:cubicBezTo>
                  <a:pt x="142126" y="90946"/>
                  <a:pt x="149970" y="96175"/>
                  <a:pt x="151581" y="104238"/>
                </a:cubicBezTo>
                <a:cubicBezTo>
                  <a:pt x="153192" y="112301"/>
                  <a:pt x="147961" y="120143"/>
                  <a:pt x="139898" y="121753"/>
                </a:cubicBezTo>
                <a:lnTo>
                  <a:pt x="116383" y="126456"/>
                </a:lnTo>
                <a:cubicBezTo>
                  <a:pt x="114646" y="126801"/>
                  <a:pt x="112880" y="126976"/>
                  <a:pt x="111109" y="126980"/>
                </a:cubicBezTo>
                <a:cubicBezTo>
                  <a:pt x="104004" y="126984"/>
                  <a:pt x="97191" y="124156"/>
                  <a:pt x="92178" y="119122"/>
                </a:cubicBezTo>
                <a:lnTo>
                  <a:pt x="92059" y="118991"/>
                </a:lnTo>
                <a:lnTo>
                  <a:pt x="88701" y="134064"/>
                </a:lnTo>
                <a:lnTo>
                  <a:pt x="112704" y="144327"/>
                </a:lnTo>
                <a:cubicBezTo>
                  <a:pt x="121445" y="148085"/>
                  <a:pt x="127546" y="156188"/>
                  <a:pt x="128742" y="165627"/>
                </a:cubicBezTo>
                <a:lnTo>
                  <a:pt x="133838" y="206466"/>
                </a:lnTo>
                <a:cubicBezTo>
                  <a:pt x="134329" y="210382"/>
                  <a:pt x="133244" y="214332"/>
                  <a:pt x="130821" y="217448"/>
                </a:cubicBezTo>
                <a:cubicBezTo>
                  <a:pt x="128398" y="220563"/>
                  <a:pt x="124836" y="222588"/>
                  <a:pt x="120919" y="223075"/>
                </a:cubicBezTo>
                <a:cubicBezTo>
                  <a:pt x="120300" y="223156"/>
                  <a:pt x="119675" y="223196"/>
                  <a:pt x="119050" y="223194"/>
                </a:cubicBezTo>
                <a:cubicBezTo>
                  <a:pt x="111555" y="223180"/>
                  <a:pt x="105240" y="217594"/>
                  <a:pt x="104310" y="210157"/>
                </a:cubicBezTo>
                <a:lnTo>
                  <a:pt x="99417" y="171009"/>
                </a:lnTo>
                <a:lnTo>
                  <a:pt x="86320" y="165401"/>
                </a:lnTo>
                <a:lnTo>
                  <a:pt x="86320" y="167782"/>
                </a:lnTo>
                <a:cubicBezTo>
                  <a:pt x="86321" y="177768"/>
                  <a:pt x="83363" y="187529"/>
                  <a:pt x="77819" y="195833"/>
                </a:cubicBezTo>
                <a:lnTo>
                  <a:pt x="59959" y="222563"/>
                </a:lnTo>
                <a:cubicBezTo>
                  <a:pt x="57773" y="225849"/>
                  <a:pt x="54369" y="228131"/>
                  <a:pt x="50499" y="228906"/>
                </a:cubicBezTo>
                <a:cubicBezTo>
                  <a:pt x="46629" y="229681"/>
                  <a:pt x="42609" y="228885"/>
                  <a:pt x="39326" y="226694"/>
                </a:cubicBezTo>
                <a:cubicBezTo>
                  <a:pt x="36040" y="224508"/>
                  <a:pt x="33758" y="221104"/>
                  <a:pt x="32983" y="217234"/>
                </a:cubicBezTo>
                <a:cubicBezTo>
                  <a:pt x="32208" y="213364"/>
                  <a:pt x="33004" y="209344"/>
                  <a:pt x="35194" y="206061"/>
                </a:cubicBezTo>
                <a:lnTo>
                  <a:pt x="53054" y="179343"/>
                </a:lnTo>
                <a:cubicBezTo>
                  <a:pt x="55335" y="175919"/>
                  <a:pt x="56552" y="171897"/>
                  <a:pt x="56554" y="167782"/>
                </a:cubicBezTo>
                <a:lnTo>
                  <a:pt x="56554" y="142874"/>
                </a:lnTo>
                <a:cubicBezTo>
                  <a:pt x="56554" y="142410"/>
                  <a:pt x="56816" y="142005"/>
                  <a:pt x="56816" y="141553"/>
                </a:cubicBezTo>
                <a:cubicBezTo>
                  <a:pt x="56802" y="140917"/>
                  <a:pt x="56830" y="140280"/>
                  <a:pt x="56899" y="139648"/>
                </a:cubicBezTo>
                <a:lnTo>
                  <a:pt x="64781" y="104179"/>
                </a:lnTo>
                <a:lnTo>
                  <a:pt x="55066" y="104179"/>
                </a:lnTo>
                <a:lnTo>
                  <a:pt x="41671" y="122039"/>
                </a:lnTo>
                <a:cubicBezTo>
                  <a:pt x="36740" y="128614"/>
                  <a:pt x="27411" y="129947"/>
                  <a:pt x="20835" y="125015"/>
                </a:cubicBezTo>
                <a:cubicBezTo>
                  <a:pt x="14260" y="120083"/>
                  <a:pt x="12927" y="110755"/>
                  <a:pt x="17859" y="104179"/>
                </a:cubicBezTo>
                <a:lnTo>
                  <a:pt x="32146" y="85129"/>
                </a:lnTo>
                <a:cubicBezTo>
                  <a:pt x="37219" y="78400"/>
                  <a:pt x="45150" y="74434"/>
                  <a:pt x="53578" y="74414"/>
                </a:cubicBezTo>
                <a:lnTo>
                  <a:pt x="83343" y="74414"/>
                </a:lnTo>
                <a:cubicBezTo>
                  <a:pt x="85083" y="74440"/>
                  <a:pt x="86804" y="74775"/>
                  <a:pt x="88427" y="75402"/>
                </a:cubicBezTo>
                <a:cubicBezTo>
                  <a:pt x="88689" y="75497"/>
                  <a:pt x="88939" y="75557"/>
                  <a:pt x="89201" y="75676"/>
                </a:cubicBezTo>
                <a:cubicBezTo>
                  <a:pt x="90778" y="76361"/>
                  <a:pt x="92221" y="77320"/>
                  <a:pt x="93464" y="78509"/>
                </a:cubicBezTo>
                <a:cubicBezTo>
                  <a:pt x="93595" y="78628"/>
                  <a:pt x="93749" y="78652"/>
                  <a:pt x="93868" y="78771"/>
                </a:cubicBezTo>
                <a:lnTo>
                  <a:pt x="112049" y="96964"/>
                </a:lnTo>
                <a:lnTo>
                  <a:pt x="134004" y="92559"/>
                </a:ln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0B125E37-0572-C8AA-01F1-83DD3333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AD78A-0681-49F1-8CD3-3BC5AE3C527C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2EBF640C-8E8A-676C-4A0C-AA1F1C6D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0C5492F7-284C-7E0E-3483-2605933C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38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92A34BC-A748-66BA-487A-3CCE2AAF0D2F}"/>
              </a:ext>
            </a:extLst>
          </p:cNvPr>
          <p:cNvGrpSpPr/>
          <p:nvPr/>
        </p:nvGrpSpPr>
        <p:grpSpPr>
          <a:xfrm>
            <a:off x="4500297" y="1782533"/>
            <a:ext cx="3191406" cy="3219453"/>
            <a:chOff x="4329982" y="2041128"/>
            <a:chExt cx="3191406" cy="3219453"/>
          </a:xfrm>
        </p:grpSpPr>
        <p:grpSp>
          <p:nvGrpSpPr>
            <p:cNvPr id="4" name="Group 3"/>
            <p:cNvGrpSpPr/>
            <p:nvPr/>
          </p:nvGrpSpPr>
          <p:grpSpPr>
            <a:xfrm>
              <a:off x="4465907" y="2041128"/>
              <a:ext cx="1596359" cy="1288972"/>
              <a:chOff x="1718133" y="1568450"/>
              <a:chExt cx="1596359" cy="1288972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1718133" y="1568450"/>
                <a:ext cx="1596359" cy="1288972"/>
              </a:xfrm>
              <a:custGeom>
                <a:avLst/>
                <a:gdLst/>
                <a:ahLst/>
                <a:cxnLst/>
                <a:rect l="0" t="0" r="0" b="0"/>
                <a:pathLst>
                  <a:path w="1596359" h="1288972">
                    <a:moveTo>
                      <a:pt x="1348709" y="742950"/>
                    </a:moveTo>
                    <a:lnTo>
                      <a:pt x="1365791" y="666084"/>
                    </a:lnTo>
                    <a:lnTo>
                      <a:pt x="1431259" y="371475"/>
                    </a:lnTo>
                    <a:lnTo>
                      <a:pt x="1367818" y="85990"/>
                    </a:lnTo>
                    <a:lnTo>
                      <a:pt x="1348709" y="0"/>
                    </a:lnTo>
                    <a:lnTo>
                      <a:pt x="1513809" y="0"/>
                    </a:lnTo>
                    <a:lnTo>
                      <a:pt x="1596359" y="371475"/>
                    </a:lnTo>
                    <a:lnTo>
                      <a:pt x="1513809" y="742950"/>
                    </a:lnTo>
                    <a:close/>
                    <a:moveTo>
                      <a:pt x="1365791" y="666084"/>
                    </a:moveTo>
                    <a:cubicBezTo>
                      <a:pt x="993131" y="706010"/>
                      <a:pt x="682305" y="952594"/>
                      <a:pt x="550173" y="1288972"/>
                    </a:cubicBezTo>
                    <a:lnTo>
                      <a:pt x="293897" y="1137841"/>
                    </a:lnTo>
                    <a:lnTo>
                      <a:pt x="0" y="1109691"/>
                    </a:lnTo>
                    <a:cubicBezTo>
                      <a:pt x="208973" y="541395"/>
                      <a:pt x="737538" y="127536"/>
                      <a:pt x="1367818" y="85990"/>
                    </a:cubicBezTo>
                    <a:lnTo>
                      <a:pt x="1431259" y="37147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3" name="Rounded Rectangle 2"/>
              <p:cNvSpPr/>
              <p:nvPr/>
            </p:nvSpPr>
            <p:spPr>
              <a:xfrm>
                <a:off x="1718133" y="1568450"/>
                <a:ext cx="1596359" cy="1288972"/>
              </a:xfrm>
              <a:custGeom>
                <a:avLst/>
                <a:gdLst/>
                <a:ahLst/>
                <a:cxnLst/>
                <a:rect l="0" t="0" r="0" b="0"/>
                <a:pathLst>
                  <a:path w="1596359" h="1288972">
                    <a:moveTo>
                      <a:pt x="1348709" y="742950"/>
                    </a:moveTo>
                    <a:lnTo>
                      <a:pt x="1365791" y="666084"/>
                    </a:lnTo>
                    <a:lnTo>
                      <a:pt x="1431259" y="371475"/>
                    </a:lnTo>
                    <a:lnTo>
                      <a:pt x="1367818" y="85990"/>
                    </a:lnTo>
                    <a:lnTo>
                      <a:pt x="1348709" y="0"/>
                    </a:lnTo>
                    <a:lnTo>
                      <a:pt x="1513809" y="0"/>
                    </a:lnTo>
                    <a:lnTo>
                      <a:pt x="1596359" y="371475"/>
                    </a:lnTo>
                    <a:lnTo>
                      <a:pt x="1513809" y="742950"/>
                    </a:lnTo>
                    <a:close/>
                    <a:moveTo>
                      <a:pt x="1365791" y="666084"/>
                    </a:moveTo>
                    <a:cubicBezTo>
                      <a:pt x="993131" y="706010"/>
                      <a:pt x="682305" y="952594"/>
                      <a:pt x="550173" y="1288972"/>
                    </a:cubicBezTo>
                    <a:lnTo>
                      <a:pt x="293897" y="1137841"/>
                    </a:lnTo>
                    <a:lnTo>
                      <a:pt x="0" y="1109691"/>
                    </a:lnTo>
                    <a:cubicBezTo>
                      <a:pt x="208973" y="541395"/>
                      <a:pt x="737538" y="127536"/>
                      <a:pt x="1367818" y="85990"/>
                    </a:cubicBezTo>
                    <a:lnTo>
                      <a:pt x="1431259" y="371475"/>
                    </a:lnTo>
                    <a:close/>
                  </a:path>
                </a:pathLst>
              </a:custGeom>
              <a:noFill/>
              <a:ln w="10318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329982" y="3142690"/>
              <a:ext cx="979305" cy="1782289"/>
              <a:chOff x="1582208" y="2670011"/>
              <a:chExt cx="979305" cy="1782289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582208" y="2670011"/>
                <a:ext cx="979305" cy="1782289"/>
              </a:xfrm>
              <a:custGeom>
                <a:avLst/>
                <a:gdLst/>
                <a:ahLst/>
                <a:cxnLst/>
                <a:rect l="0" t="0" r="0" b="0"/>
                <a:pathLst>
                  <a:path w="979305" h="1782289">
                    <a:moveTo>
                      <a:pt x="757606" y="229583"/>
                    </a:moveTo>
                    <a:lnTo>
                      <a:pt x="429822" y="36282"/>
                    </a:lnTo>
                    <a:lnTo>
                      <a:pt x="51018" y="0"/>
                    </a:lnTo>
                    <a:lnTo>
                      <a:pt x="0" y="157019"/>
                    </a:lnTo>
                    <a:lnTo>
                      <a:pt x="87370" y="165388"/>
                    </a:lnTo>
                    <a:lnTo>
                      <a:pt x="378803" y="193301"/>
                    </a:lnTo>
                    <a:lnTo>
                      <a:pt x="638656" y="346543"/>
                    </a:lnTo>
                    <a:lnTo>
                      <a:pt x="706587" y="386603"/>
                    </a:lnTo>
                    <a:close/>
                    <a:moveTo>
                      <a:pt x="756197" y="1511815"/>
                    </a:moveTo>
                    <a:lnTo>
                      <a:pt x="638754" y="1782289"/>
                    </a:lnTo>
                    <a:cubicBezTo>
                      <a:pt x="274126" y="1495092"/>
                      <a:pt x="40008" y="1049607"/>
                      <a:pt x="40008" y="549441"/>
                    </a:cubicBezTo>
                    <a:cubicBezTo>
                      <a:pt x="40008" y="416944"/>
                      <a:pt x="56438" y="288284"/>
                      <a:pt x="87370" y="165388"/>
                    </a:cubicBezTo>
                    <a:lnTo>
                      <a:pt x="378803" y="193301"/>
                    </a:lnTo>
                    <a:lnTo>
                      <a:pt x="638656" y="346543"/>
                    </a:lnTo>
                    <a:cubicBezTo>
                      <a:pt x="625023" y="412036"/>
                      <a:pt x="617858" y="479902"/>
                      <a:pt x="617858" y="549441"/>
                    </a:cubicBezTo>
                    <a:cubicBezTo>
                      <a:pt x="617858" y="857627"/>
                      <a:pt x="758594" y="1132944"/>
                      <a:pt x="979305" y="131462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1582208" y="2670011"/>
                <a:ext cx="979305" cy="1782289"/>
              </a:xfrm>
              <a:custGeom>
                <a:avLst/>
                <a:gdLst/>
                <a:ahLst/>
                <a:cxnLst/>
                <a:rect l="0" t="0" r="0" b="0"/>
                <a:pathLst>
                  <a:path w="979305" h="1782289">
                    <a:moveTo>
                      <a:pt x="757606" y="229583"/>
                    </a:moveTo>
                    <a:lnTo>
                      <a:pt x="429822" y="36282"/>
                    </a:lnTo>
                    <a:lnTo>
                      <a:pt x="51018" y="0"/>
                    </a:lnTo>
                    <a:lnTo>
                      <a:pt x="0" y="157019"/>
                    </a:lnTo>
                    <a:lnTo>
                      <a:pt x="87370" y="165388"/>
                    </a:lnTo>
                    <a:lnTo>
                      <a:pt x="378803" y="193301"/>
                    </a:lnTo>
                    <a:lnTo>
                      <a:pt x="638656" y="346543"/>
                    </a:lnTo>
                    <a:lnTo>
                      <a:pt x="706587" y="386603"/>
                    </a:lnTo>
                    <a:close/>
                    <a:moveTo>
                      <a:pt x="756197" y="1511815"/>
                    </a:moveTo>
                    <a:lnTo>
                      <a:pt x="638754" y="1782289"/>
                    </a:lnTo>
                    <a:cubicBezTo>
                      <a:pt x="274126" y="1495092"/>
                      <a:pt x="40008" y="1049607"/>
                      <a:pt x="40008" y="549441"/>
                    </a:cubicBezTo>
                    <a:cubicBezTo>
                      <a:pt x="40008" y="416944"/>
                      <a:pt x="56438" y="288284"/>
                      <a:pt x="87370" y="165388"/>
                    </a:cubicBezTo>
                    <a:lnTo>
                      <a:pt x="378803" y="193301"/>
                    </a:lnTo>
                    <a:lnTo>
                      <a:pt x="638656" y="346543"/>
                    </a:lnTo>
                    <a:cubicBezTo>
                      <a:pt x="625023" y="412036"/>
                      <a:pt x="617858" y="479902"/>
                      <a:pt x="617858" y="549441"/>
                    </a:cubicBezTo>
                    <a:cubicBezTo>
                      <a:pt x="617858" y="857627"/>
                      <a:pt x="758594" y="1132944"/>
                      <a:pt x="979305" y="1314627"/>
                    </a:cubicBezTo>
                    <a:close/>
                  </a:path>
                </a:pathLst>
              </a:custGeom>
              <a:noFill/>
              <a:ln w="10318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934619" y="4402498"/>
              <a:ext cx="1876751" cy="858083"/>
              <a:chOff x="2186845" y="3929819"/>
              <a:chExt cx="1876751" cy="858083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2186845" y="3929819"/>
                <a:ext cx="1876751" cy="858083"/>
              </a:xfrm>
              <a:custGeom>
                <a:avLst/>
                <a:gdLst/>
                <a:ahLst/>
                <a:cxnLst/>
                <a:rect l="0" t="0" r="0" b="0"/>
                <a:pathLst>
                  <a:path w="1876751" h="858083">
                    <a:moveTo>
                      <a:pt x="570263" y="97043"/>
                    </a:moveTo>
                    <a:lnTo>
                      <a:pt x="511195" y="149249"/>
                    </a:lnTo>
                    <a:lnTo>
                      <a:pt x="285131" y="349050"/>
                    </a:lnTo>
                    <a:lnTo>
                      <a:pt x="168593" y="617439"/>
                    </a:lnTo>
                    <a:lnTo>
                      <a:pt x="133568" y="698102"/>
                    </a:lnTo>
                    <a:lnTo>
                      <a:pt x="0" y="601058"/>
                    </a:lnTo>
                    <a:lnTo>
                      <a:pt x="151563" y="252007"/>
                    </a:lnTo>
                    <a:lnTo>
                      <a:pt x="436695" y="0"/>
                    </a:lnTo>
                    <a:close/>
                    <a:moveTo>
                      <a:pt x="1655733" y="397573"/>
                    </a:moveTo>
                    <a:lnTo>
                      <a:pt x="1876751" y="592915"/>
                    </a:lnTo>
                    <a:cubicBezTo>
                      <a:pt x="1627214" y="760383"/>
                      <a:pt x="1326928" y="858083"/>
                      <a:pt x="1003823" y="858083"/>
                    </a:cubicBezTo>
                    <a:cubicBezTo>
                      <a:pt x="696827" y="858083"/>
                      <a:pt x="410431" y="769882"/>
                      <a:pt x="168593" y="617439"/>
                    </a:cubicBezTo>
                    <a:lnTo>
                      <a:pt x="285131" y="349050"/>
                    </a:lnTo>
                    <a:lnTo>
                      <a:pt x="511195" y="149249"/>
                    </a:lnTo>
                    <a:cubicBezTo>
                      <a:pt x="656294" y="232581"/>
                      <a:pt x="824494" y="280233"/>
                      <a:pt x="1003823" y="280233"/>
                    </a:cubicBezTo>
                    <a:cubicBezTo>
                      <a:pt x="1200193" y="280233"/>
                      <a:pt x="1383217" y="223095"/>
                      <a:pt x="1537177" y="12453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2186845" y="3929819"/>
                <a:ext cx="1876751" cy="858083"/>
              </a:xfrm>
              <a:custGeom>
                <a:avLst/>
                <a:gdLst/>
                <a:ahLst/>
                <a:cxnLst/>
                <a:rect l="0" t="0" r="0" b="0"/>
                <a:pathLst>
                  <a:path w="1876751" h="858083">
                    <a:moveTo>
                      <a:pt x="570263" y="97043"/>
                    </a:moveTo>
                    <a:lnTo>
                      <a:pt x="511195" y="149249"/>
                    </a:lnTo>
                    <a:lnTo>
                      <a:pt x="285131" y="349050"/>
                    </a:lnTo>
                    <a:lnTo>
                      <a:pt x="168593" y="617439"/>
                    </a:lnTo>
                    <a:lnTo>
                      <a:pt x="133568" y="698102"/>
                    </a:lnTo>
                    <a:lnTo>
                      <a:pt x="0" y="601058"/>
                    </a:lnTo>
                    <a:lnTo>
                      <a:pt x="151563" y="252007"/>
                    </a:lnTo>
                    <a:lnTo>
                      <a:pt x="436695" y="0"/>
                    </a:lnTo>
                    <a:close/>
                    <a:moveTo>
                      <a:pt x="1655733" y="397573"/>
                    </a:moveTo>
                    <a:lnTo>
                      <a:pt x="1876751" y="592915"/>
                    </a:lnTo>
                    <a:cubicBezTo>
                      <a:pt x="1627214" y="760383"/>
                      <a:pt x="1326928" y="858083"/>
                      <a:pt x="1003823" y="858083"/>
                    </a:cubicBezTo>
                    <a:cubicBezTo>
                      <a:pt x="696827" y="858083"/>
                      <a:pt x="410431" y="769882"/>
                      <a:pt x="168593" y="617439"/>
                    </a:cubicBezTo>
                    <a:lnTo>
                      <a:pt x="285131" y="349050"/>
                    </a:lnTo>
                    <a:lnTo>
                      <a:pt x="511195" y="149249"/>
                    </a:lnTo>
                    <a:cubicBezTo>
                      <a:pt x="656294" y="232581"/>
                      <a:pt x="824494" y="280233"/>
                      <a:pt x="1003823" y="280233"/>
                    </a:cubicBezTo>
                    <a:cubicBezTo>
                      <a:pt x="1200193" y="280233"/>
                      <a:pt x="1383217" y="223095"/>
                      <a:pt x="1537177" y="124537"/>
                    </a:cubicBezTo>
                    <a:close/>
                  </a:path>
                </a:pathLst>
              </a:custGeom>
              <a:noFill/>
              <a:ln w="10318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438790" y="3264539"/>
              <a:ext cx="1068103" cy="1787540"/>
              <a:chOff x="3691016" y="2791861"/>
              <a:chExt cx="1068103" cy="178754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3691016" y="2791861"/>
                <a:ext cx="1068103" cy="1787540"/>
              </a:xfrm>
              <a:custGeom>
                <a:avLst/>
                <a:gdLst/>
                <a:ahLst/>
                <a:cxnLst/>
                <a:rect l="0" t="0" r="0" b="0"/>
                <a:pathLst>
                  <a:path w="1068103" h="1787540">
                    <a:moveTo>
                      <a:pt x="0" y="1186481"/>
                    </a:moveTo>
                    <a:lnTo>
                      <a:pt x="151563" y="1535533"/>
                    </a:lnTo>
                    <a:lnTo>
                      <a:pt x="436695" y="1787540"/>
                    </a:lnTo>
                    <a:lnTo>
                      <a:pt x="570263" y="1690497"/>
                    </a:lnTo>
                    <a:lnTo>
                      <a:pt x="504244" y="1632147"/>
                    </a:lnTo>
                    <a:lnTo>
                      <a:pt x="285131" y="1438489"/>
                    </a:lnTo>
                    <a:lnTo>
                      <a:pt x="164897" y="1161589"/>
                    </a:lnTo>
                    <a:lnTo>
                      <a:pt x="133568" y="1089438"/>
                    </a:lnTo>
                    <a:close/>
                    <a:moveTo>
                      <a:pt x="754818" y="149961"/>
                    </a:moveTo>
                    <a:lnTo>
                      <a:pt x="1009110" y="0"/>
                    </a:lnTo>
                    <a:cubicBezTo>
                      <a:pt x="1047539" y="135930"/>
                      <a:pt x="1068103" y="279360"/>
                      <a:pt x="1068103" y="427592"/>
                    </a:cubicBezTo>
                    <a:cubicBezTo>
                      <a:pt x="1068103" y="911619"/>
                      <a:pt x="848850" y="1344436"/>
                      <a:pt x="504244" y="1632147"/>
                    </a:cubicBezTo>
                    <a:lnTo>
                      <a:pt x="285131" y="1438489"/>
                    </a:lnTo>
                    <a:lnTo>
                      <a:pt x="164897" y="1161589"/>
                    </a:lnTo>
                    <a:cubicBezTo>
                      <a:pt x="364743" y="980353"/>
                      <a:pt x="490253" y="718630"/>
                      <a:pt x="490253" y="427592"/>
                    </a:cubicBezTo>
                    <a:cubicBezTo>
                      <a:pt x="490253" y="341498"/>
                      <a:pt x="479270" y="257970"/>
                      <a:pt x="458628" y="1783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3691016" y="2791861"/>
                <a:ext cx="1068103" cy="1787540"/>
              </a:xfrm>
              <a:custGeom>
                <a:avLst/>
                <a:gdLst/>
                <a:ahLst/>
                <a:cxnLst/>
                <a:rect l="0" t="0" r="0" b="0"/>
                <a:pathLst>
                  <a:path w="1068103" h="1787540">
                    <a:moveTo>
                      <a:pt x="0" y="1186481"/>
                    </a:moveTo>
                    <a:lnTo>
                      <a:pt x="151563" y="1535533"/>
                    </a:lnTo>
                    <a:lnTo>
                      <a:pt x="436695" y="1787540"/>
                    </a:lnTo>
                    <a:lnTo>
                      <a:pt x="570263" y="1690497"/>
                    </a:lnTo>
                    <a:lnTo>
                      <a:pt x="504244" y="1632147"/>
                    </a:lnTo>
                    <a:lnTo>
                      <a:pt x="285131" y="1438489"/>
                    </a:lnTo>
                    <a:lnTo>
                      <a:pt x="164897" y="1161589"/>
                    </a:lnTo>
                    <a:lnTo>
                      <a:pt x="133568" y="1089438"/>
                    </a:lnTo>
                    <a:close/>
                    <a:moveTo>
                      <a:pt x="754818" y="149961"/>
                    </a:moveTo>
                    <a:lnTo>
                      <a:pt x="1009110" y="0"/>
                    </a:lnTo>
                    <a:cubicBezTo>
                      <a:pt x="1047539" y="135930"/>
                      <a:pt x="1068103" y="279360"/>
                      <a:pt x="1068103" y="427592"/>
                    </a:cubicBezTo>
                    <a:cubicBezTo>
                      <a:pt x="1068103" y="911619"/>
                      <a:pt x="848850" y="1344436"/>
                      <a:pt x="504244" y="1632147"/>
                    </a:cubicBezTo>
                    <a:lnTo>
                      <a:pt x="285131" y="1438489"/>
                    </a:lnTo>
                    <a:lnTo>
                      <a:pt x="164897" y="1161589"/>
                    </a:lnTo>
                    <a:cubicBezTo>
                      <a:pt x="364743" y="980353"/>
                      <a:pt x="490253" y="718630"/>
                      <a:pt x="490253" y="427592"/>
                    </a:cubicBezTo>
                    <a:cubicBezTo>
                      <a:pt x="490253" y="341498"/>
                      <a:pt x="479270" y="257970"/>
                      <a:pt x="458628" y="178330"/>
                    </a:cubicBezTo>
                    <a:close/>
                  </a:path>
                </a:pathLst>
              </a:custGeom>
              <a:noFill/>
              <a:ln w="10318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997671" y="2124800"/>
              <a:ext cx="1523717" cy="1325979"/>
              <a:chOff x="3249897" y="1652121"/>
              <a:chExt cx="1523717" cy="1325979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3249897" y="1652121"/>
                <a:ext cx="1523717" cy="1325979"/>
              </a:xfrm>
              <a:custGeom>
                <a:avLst/>
                <a:gdLst/>
                <a:ahLst/>
                <a:cxnLst/>
                <a:rect l="0" t="0" r="0" b="0"/>
                <a:pathLst>
                  <a:path w="1523717" h="1325979">
                    <a:moveTo>
                      <a:pt x="766111" y="1168960"/>
                    </a:moveTo>
                    <a:lnTo>
                      <a:pt x="844661" y="1161436"/>
                    </a:lnTo>
                    <a:lnTo>
                      <a:pt x="1144914" y="1132678"/>
                    </a:lnTo>
                    <a:lnTo>
                      <a:pt x="1397133" y="983938"/>
                    </a:lnTo>
                    <a:lnTo>
                      <a:pt x="1472698" y="939376"/>
                    </a:lnTo>
                    <a:lnTo>
                      <a:pt x="1523717" y="1096395"/>
                    </a:lnTo>
                    <a:lnTo>
                      <a:pt x="1195933" y="1289697"/>
                    </a:lnTo>
                    <a:lnTo>
                      <a:pt x="817130" y="1325979"/>
                    </a:lnTo>
                    <a:close/>
                    <a:moveTo>
                      <a:pt x="1397133" y="983938"/>
                    </a:moveTo>
                    <a:lnTo>
                      <a:pt x="1144914" y="1132678"/>
                    </a:lnTo>
                    <a:lnTo>
                      <a:pt x="844661" y="1161436"/>
                    </a:lnTo>
                    <a:cubicBezTo>
                      <a:pt x="697297" y="833770"/>
                      <a:pt x="376996" y="600702"/>
                      <a:pt x="0" y="578469"/>
                    </a:cubicBezTo>
                    <a:lnTo>
                      <a:pt x="64592" y="287803"/>
                    </a:lnTo>
                    <a:lnTo>
                      <a:pt x="636" y="0"/>
                    </a:lnTo>
                    <a:cubicBezTo>
                      <a:pt x="634826" y="23800"/>
                      <a:pt x="1172683" y="424139"/>
                      <a:pt x="1397133" y="98393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249897" y="1652121"/>
                <a:ext cx="1523717" cy="1325979"/>
              </a:xfrm>
              <a:custGeom>
                <a:avLst/>
                <a:gdLst/>
                <a:ahLst/>
                <a:cxnLst/>
                <a:rect l="0" t="0" r="0" b="0"/>
                <a:pathLst>
                  <a:path w="1523717" h="1325979">
                    <a:moveTo>
                      <a:pt x="766111" y="1168960"/>
                    </a:moveTo>
                    <a:lnTo>
                      <a:pt x="844661" y="1161436"/>
                    </a:lnTo>
                    <a:lnTo>
                      <a:pt x="1144914" y="1132678"/>
                    </a:lnTo>
                    <a:lnTo>
                      <a:pt x="1397133" y="983938"/>
                    </a:lnTo>
                    <a:lnTo>
                      <a:pt x="1472698" y="939376"/>
                    </a:lnTo>
                    <a:lnTo>
                      <a:pt x="1523717" y="1096395"/>
                    </a:lnTo>
                    <a:lnTo>
                      <a:pt x="1195933" y="1289697"/>
                    </a:lnTo>
                    <a:lnTo>
                      <a:pt x="817130" y="1325979"/>
                    </a:lnTo>
                    <a:close/>
                    <a:moveTo>
                      <a:pt x="1397133" y="983938"/>
                    </a:moveTo>
                    <a:lnTo>
                      <a:pt x="1144914" y="1132678"/>
                    </a:lnTo>
                    <a:lnTo>
                      <a:pt x="844661" y="1161436"/>
                    </a:lnTo>
                    <a:cubicBezTo>
                      <a:pt x="697297" y="833770"/>
                      <a:pt x="376996" y="600702"/>
                      <a:pt x="0" y="578469"/>
                    </a:cubicBezTo>
                    <a:lnTo>
                      <a:pt x="64592" y="287803"/>
                    </a:lnTo>
                    <a:lnTo>
                      <a:pt x="636" y="0"/>
                    </a:lnTo>
                    <a:cubicBezTo>
                      <a:pt x="634826" y="23800"/>
                      <a:pt x="1172683" y="424139"/>
                      <a:pt x="1397133" y="983938"/>
                    </a:cubicBezTo>
                    <a:close/>
                  </a:path>
                </a:pathLst>
              </a:custGeom>
              <a:noFill/>
              <a:ln w="10318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5175110" y="3234290"/>
            <a:ext cx="1806575" cy="330200"/>
            <a:chOff x="2146300" y="247650"/>
            <a:chExt cx="2063750" cy="330200"/>
          </a:xfrm>
        </p:grpSpPr>
        <p:sp>
          <p:nvSpPr>
            <p:cNvPr id="17" name="Rounded Rectangle 16"/>
            <p:cNvSpPr/>
            <p:nvPr/>
          </p:nvSpPr>
          <p:spPr>
            <a:xfrm>
              <a:off x="2146300" y="247650"/>
              <a:ext cx="2063750" cy="330200"/>
            </a:xfrm>
            <a:custGeom>
              <a:avLst/>
              <a:gdLst/>
              <a:ahLst/>
              <a:cxnLst/>
              <a:rect l="0" t="0" r="0" b="0"/>
              <a:pathLst>
                <a:path w="2063750" h="330200">
                  <a:moveTo>
                    <a:pt x="82550" y="0"/>
                  </a:moveTo>
                  <a:lnTo>
                    <a:pt x="1981200" y="0"/>
                  </a:lnTo>
                  <a:cubicBezTo>
                    <a:pt x="1981200" y="0"/>
                    <a:pt x="2063750" y="0"/>
                    <a:pt x="2063750" y="82550"/>
                  </a:cubicBezTo>
                  <a:lnTo>
                    <a:pt x="2063750" y="247650"/>
                  </a:lnTo>
                  <a:cubicBezTo>
                    <a:pt x="2063750" y="247650"/>
                    <a:pt x="2063750" y="330200"/>
                    <a:pt x="1981200" y="330200"/>
                  </a:cubicBezTo>
                  <a:lnTo>
                    <a:pt x="82550" y="330200"/>
                  </a:lnTo>
                  <a:cubicBezTo>
                    <a:pt x="82550" y="330200"/>
                    <a:pt x="0" y="330200"/>
                    <a:pt x="0" y="247650"/>
                  </a:cubicBezTo>
                  <a:lnTo>
                    <a:pt x="0" y="82550"/>
                  </a:lnTo>
                  <a:cubicBezTo>
                    <a:pt x="0" y="82550"/>
                    <a:pt x="0" y="0"/>
                    <a:pt x="82550" y="0"/>
                  </a:cubicBez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 dirty="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46300" y="247650"/>
              <a:ext cx="2063750" cy="330200"/>
            </a:xfrm>
            <a:custGeom>
              <a:avLst/>
              <a:gdLst/>
              <a:ahLst/>
              <a:cxnLst/>
              <a:rect l="0" t="0" r="0" b="0"/>
              <a:pathLst>
                <a:path w="2063750" h="330200">
                  <a:moveTo>
                    <a:pt x="82550" y="0"/>
                  </a:moveTo>
                  <a:lnTo>
                    <a:pt x="1981200" y="0"/>
                  </a:lnTo>
                  <a:cubicBezTo>
                    <a:pt x="1981200" y="0"/>
                    <a:pt x="2063750" y="0"/>
                    <a:pt x="2063750" y="82550"/>
                  </a:cubicBezTo>
                  <a:lnTo>
                    <a:pt x="2063750" y="247650"/>
                  </a:lnTo>
                  <a:cubicBezTo>
                    <a:pt x="2063750" y="247650"/>
                    <a:pt x="2063750" y="330200"/>
                    <a:pt x="1981200" y="330200"/>
                  </a:cubicBezTo>
                  <a:lnTo>
                    <a:pt x="82550" y="330200"/>
                  </a:lnTo>
                  <a:cubicBezTo>
                    <a:pt x="82550" y="330200"/>
                    <a:pt x="0" y="330200"/>
                    <a:pt x="0" y="247650"/>
                  </a:cubicBezTo>
                  <a:lnTo>
                    <a:pt x="0" y="82550"/>
                  </a:lnTo>
                  <a:cubicBezTo>
                    <a:pt x="0" y="82550"/>
                    <a:pt x="0" y="0"/>
                    <a:pt x="82550" y="0"/>
                  </a:cubicBezTo>
                </a:path>
              </a:pathLst>
            </a:custGeom>
            <a:noFill/>
            <a:ln w="10318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611019" y="3284537"/>
            <a:ext cx="96996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Simplify the fitness
journey for users.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0441" y="3230677"/>
            <a:ext cx="1331118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Recognize the
prevalence of sedentary
behaviors.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425" y="3238371"/>
            <a:ext cx="107315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E0CB15"/>
                </a:solidFill>
                <a:latin typeface="Roboto"/>
              </a:rPr>
              <a:t>Streamline
Fitness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0004" y="3161427"/>
            <a:ext cx="711993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69696"/>
                </a:solidFill>
                <a:latin typeface="Roboto"/>
              </a:rPr>
              <a:t>Identify
Sedentary
Lifestyle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1657" y="3238371"/>
            <a:ext cx="928687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1EABDA"/>
                </a:solidFill>
                <a:latin typeface="Roboto"/>
              </a:rPr>
              <a:t>Enhance User
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9107" y="3238371"/>
            <a:ext cx="1093787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CC583"/>
                </a:solidFill>
                <a:latin typeface="Roboto"/>
              </a:rPr>
              <a:t>Develop Fitness
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4266" y="3284537"/>
            <a:ext cx="1083468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Boost user's belief in
their fitness choices.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1079" y="3284537"/>
            <a:ext cx="128984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Create a tool to promote
physical activity.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0382" y="3284537"/>
            <a:ext cx="101123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Offer personalized
workout plans.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2354" y="3238371"/>
            <a:ext cx="1207293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92BD39"/>
                </a:solidFill>
                <a:latin typeface="Roboto"/>
              </a:rPr>
              <a:t>Suggest Workout
Routines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1219" y="3234039"/>
            <a:ext cx="309562" cy="316441"/>
          </a:xfrm>
          <a:custGeom>
            <a:avLst/>
            <a:gdLst/>
            <a:ahLst/>
            <a:cxnLst/>
            <a:rect l="0" t="0" r="0" b="0"/>
            <a:pathLst>
              <a:path w="309562" h="316441">
                <a:moveTo>
                  <a:pt x="20637" y="275166"/>
                </a:moveTo>
                <a:lnTo>
                  <a:pt x="282045" y="261408"/>
                </a:lnTo>
                <a:cubicBezTo>
                  <a:pt x="297242" y="261408"/>
                  <a:pt x="309562" y="273727"/>
                  <a:pt x="309562" y="288925"/>
                </a:cubicBezTo>
                <a:cubicBezTo>
                  <a:pt x="309562" y="304122"/>
                  <a:pt x="297242" y="316441"/>
                  <a:pt x="282045" y="316441"/>
                </a:cubicBezTo>
                <a:lnTo>
                  <a:pt x="20637" y="316441"/>
                </a:lnTo>
                <a:moveTo>
                  <a:pt x="158220" y="316441"/>
                </a:moveTo>
                <a:lnTo>
                  <a:pt x="234235" y="263926"/>
                </a:lnTo>
                <a:lnTo>
                  <a:pt x="213254" y="110066"/>
                </a:lnTo>
                <a:lnTo>
                  <a:pt x="247650" y="110066"/>
                </a:lnTo>
                <a:lnTo>
                  <a:pt x="307512" y="278496"/>
                </a:lnTo>
                <a:moveTo>
                  <a:pt x="275166" y="68791"/>
                </a:moveTo>
                <a:lnTo>
                  <a:pt x="247650" y="110066"/>
                </a:lnTo>
                <a:lnTo>
                  <a:pt x="199495" y="110066"/>
                </a:lnTo>
                <a:moveTo>
                  <a:pt x="0" y="295804"/>
                </a:moveTo>
                <a:cubicBezTo>
                  <a:pt x="0" y="307201"/>
                  <a:pt x="9239" y="316441"/>
                  <a:pt x="20637" y="316441"/>
                </a:cubicBezTo>
                <a:cubicBezTo>
                  <a:pt x="32035" y="316441"/>
                  <a:pt x="41275" y="307201"/>
                  <a:pt x="41275" y="295804"/>
                </a:cubicBezTo>
                <a:cubicBezTo>
                  <a:pt x="41275" y="284406"/>
                  <a:pt x="32035" y="275166"/>
                  <a:pt x="20637" y="275166"/>
                </a:cubicBezTo>
                <a:cubicBezTo>
                  <a:pt x="9239" y="275166"/>
                  <a:pt x="0" y="284406"/>
                  <a:pt x="0" y="295804"/>
                </a:cubicBezTo>
                <a:moveTo>
                  <a:pt x="82550" y="34395"/>
                </a:moveTo>
                <a:cubicBezTo>
                  <a:pt x="82550" y="15399"/>
                  <a:pt x="97949" y="0"/>
                  <a:pt x="116945" y="0"/>
                </a:cubicBezTo>
                <a:cubicBezTo>
                  <a:pt x="135942" y="0"/>
                  <a:pt x="151341" y="15399"/>
                  <a:pt x="151341" y="34395"/>
                </a:cubicBezTo>
                <a:cubicBezTo>
                  <a:pt x="151341" y="53392"/>
                  <a:pt x="135942" y="68791"/>
                  <a:pt x="116945" y="68791"/>
                </a:cubicBezTo>
                <a:cubicBezTo>
                  <a:pt x="97949" y="68791"/>
                  <a:pt x="82550" y="53392"/>
                  <a:pt x="82550" y="34395"/>
                </a:cubicBezTo>
                <a:moveTo>
                  <a:pt x="154918" y="106957"/>
                </a:moveTo>
                <a:cubicBezTo>
                  <a:pt x="164235" y="105093"/>
                  <a:pt x="173298" y="111136"/>
                  <a:pt x="175160" y="120453"/>
                </a:cubicBezTo>
                <a:cubicBezTo>
                  <a:pt x="177022" y="129770"/>
                  <a:pt x="170977" y="138832"/>
                  <a:pt x="161660" y="140692"/>
                </a:cubicBezTo>
                <a:lnTo>
                  <a:pt x="134487" y="146127"/>
                </a:lnTo>
                <a:cubicBezTo>
                  <a:pt x="132480" y="146525"/>
                  <a:pt x="130439" y="146728"/>
                  <a:pt x="128392" y="146732"/>
                </a:cubicBezTo>
                <a:cubicBezTo>
                  <a:pt x="120183" y="146737"/>
                  <a:pt x="112309" y="143469"/>
                  <a:pt x="106517" y="137652"/>
                </a:cubicBezTo>
                <a:lnTo>
                  <a:pt x="106379" y="137500"/>
                </a:lnTo>
                <a:lnTo>
                  <a:pt x="102499" y="154918"/>
                </a:lnTo>
                <a:lnTo>
                  <a:pt x="130236" y="166778"/>
                </a:lnTo>
                <a:cubicBezTo>
                  <a:pt x="140337" y="171121"/>
                  <a:pt x="147386" y="180484"/>
                  <a:pt x="148768" y="191392"/>
                </a:cubicBezTo>
                <a:lnTo>
                  <a:pt x="154657" y="238583"/>
                </a:lnTo>
                <a:cubicBezTo>
                  <a:pt x="155225" y="243108"/>
                  <a:pt x="153971" y="247673"/>
                  <a:pt x="151171" y="251273"/>
                </a:cubicBezTo>
                <a:cubicBezTo>
                  <a:pt x="148371" y="254873"/>
                  <a:pt x="144255" y="257212"/>
                  <a:pt x="139729" y="257776"/>
                </a:cubicBezTo>
                <a:cubicBezTo>
                  <a:pt x="139013" y="257869"/>
                  <a:pt x="138291" y="257915"/>
                  <a:pt x="137569" y="257913"/>
                </a:cubicBezTo>
                <a:cubicBezTo>
                  <a:pt x="128908" y="257897"/>
                  <a:pt x="121610" y="251442"/>
                  <a:pt x="120536" y="242848"/>
                </a:cubicBezTo>
                <a:lnTo>
                  <a:pt x="114882" y="197611"/>
                </a:lnTo>
                <a:lnTo>
                  <a:pt x="99747" y="191130"/>
                </a:lnTo>
                <a:lnTo>
                  <a:pt x="99747" y="193882"/>
                </a:lnTo>
                <a:cubicBezTo>
                  <a:pt x="99749" y="205420"/>
                  <a:pt x="96331" y="216700"/>
                  <a:pt x="89924" y="226297"/>
                </a:cubicBezTo>
                <a:lnTo>
                  <a:pt x="69286" y="257184"/>
                </a:lnTo>
                <a:cubicBezTo>
                  <a:pt x="66760" y="260981"/>
                  <a:pt x="62827" y="263618"/>
                  <a:pt x="58354" y="264513"/>
                </a:cubicBezTo>
                <a:cubicBezTo>
                  <a:pt x="53882" y="265409"/>
                  <a:pt x="49237" y="264490"/>
                  <a:pt x="45443" y="261958"/>
                </a:cubicBezTo>
                <a:cubicBezTo>
                  <a:pt x="41646" y="259431"/>
                  <a:pt x="39009" y="255498"/>
                  <a:pt x="38114" y="251026"/>
                </a:cubicBezTo>
                <a:cubicBezTo>
                  <a:pt x="37219" y="246554"/>
                  <a:pt x="38138" y="241909"/>
                  <a:pt x="40669" y="238115"/>
                </a:cubicBezTo>
                <a:lnTo>
                  <a:pt x="61307" y="207241"/>
                </a:lnTo>
                <a:cubicBezTo>
                  <a:pt x="63942" y="203284"/>
                  <a:pt x="65350" y="198636"/>
                  <a:pt x="65352" y="193882"/>
                </a:cubicBezTo>
                <a:lnTo>
                  <a:pt x="65352" y="165100"/>
                </a:lnTo>
                <a:cubicBezTo>
                  <a:pt x="65352" y="164563"/>
                  <a:pt x="65654" y="164095"/>
                  <a:pt x="65654" y="163572"/>
                </a:cubicBezTo>
                <a:cubicBezTo>
                  <a:pt x="65638" y="162837"/>
                  <a:pt x="65670" y="162102"/>
                  <a:pt x="65751" y="161371"/>
                </a:cubicBezTo>
                <a:lnTo>
                  <a:pt x="74859" y="120385"/>
                </a:lnTo>
                <a:lnTo>
                  <a:pt x="63632" y="120385"/>
                </a:lnTo>
                <a:lnTo>
                  <a:pt x="48154" y="141022"/>
                </a:lnTo>
                <a:cubicBezTo>
                  <a:pt x="42455" y="148621"/>
                  <a:pt x="31675" y="150161"/>
                  <a:pt x="24077" y="144462"/>
                </a:cubicBezTo>
                <a:cubicBezTo>
                  <a:pt x="16478" y="138763"/>
                  <a:pt x="14938" y="127984"/>
                  <a:pt x="20637" y="120385"/>
                </a:cubicBezTo>
                <a:lnTo>
                  <a:pt x="37147" y="98372"/>
                </a:lnTo>
                <a:cubicBezTo>
                  <a:pt x="43009" y="90595"/>
                  <a:pt x="52174" y="86013"/>
                  <a:pt x="61912" y="85989"/>
                </a:cubicBezTo>
                <a:lnTo>
                  <a:pt x="96308" y="85989"/>
                </a:lnTo>
                <a:cubicBezTo>
                  <a:pt x="98318" y="86020"/>
                  <a:pt x="100307" y="86406"/>
                  <a:pt x="102183" y="87131"/>
                </a:cubicBezTo>
                <a:cubicBezTo>
                  <a:pt x="102485" y="87241"/>
                  <a:pt x="102774" y="87310"/>
                  <a:pt x="103077" y="87448"/>
                </a:cubicBezTo>
                <a:cubicBezTo>
                  <a:pt x="104899" y="88240"/>
                  <a:pt x="106567" y="89348"/>
                  <a:pt x="108002" y="90722"/>
                </a:cubicBezTo>
                <a:cubicBezTo>
                  <a:pt x="108154" y="90860"/>
                  <a:pt x="108333" y="90887"/>
                  <a:pt x="108470" y="91025"/>
                </a:cubicBezTo>
                <a:lnTo>
                  <a:pt x="129479" y="112047"/>
                </a:lnTo>
                <a:lnTo>
                  <a:pt x="154850" y="106957"/>
                </a:lnTo>
                <a:close/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/>
          <p:cNvSpPr/>
          <p:nvPr/>
        </p:nvSpPr>
        <p:spPr>
          <a:xfrm>
            <a:off x="5936060" y="3235071"/>
            <a:ext cx="319881" cy="314377"/>
          </a:xfrm>
          <a:custGeom>
            <a:avLst/>
            <a:gdLst/>
            <a:ahLst/>
            <a:cxnLst/>
            <a:rect l="0" t="0" r="0" b="0"/>
            <a:pathLst>
              <a:path w="319881" h="314377">
                <a:moveTo>
                  <a:pt x="199495" y="52282"/>
                </a:moveTo>
                <a:cubicBezTo>
                  <a:pt x="199495" y="35185"/>
                  <a:pt x="213355" y="21326"/>
                  <a:pt x="230452" y="21326"/>
                </a:cubicBezTo>
                <a:cubicBezTo>
                  <a:pt x="247549" y="21326"/>
                  <a:pt x="261408" y="35185"/>
                  <a:pt x="261408" y="52282"/>
                </a:cubicBezTo>
                <a:cubicBezTo>
                  <a:pt x="261408" y="69379"/>
                  <a:pt x="247549" y="83238"/>
                  <a:pt x="230452" y="83238"/>
                </a:cubicBezTo>
                <a:cubicBezTo>
                  <a:pt x="213355" y="83238"/>
                  <a:pt x="199495" y="69379"/>
                  <a:pt x="199495" y="52282"/>
                </a:cubicBezTo>
                <a:close/>
                <a:moveTo>
                  <a:pt x="137983" y="300325"/>
                </a:moveTo>
                <a:cubicBezTo>
                  <a:pt x="126976" y="294821"/>
                  <a:pt x="122848" y="282439"/>
                  <a:pt x="128352" y="272808"/>
                </a:cubicBezTo>
                <a:lnTo>
                  <a:pt x="149279" y="227700"/>
                </a:lnTo>
                <a:cubicBezTo>
                  <a:pt x="158910" y="207062"/>
                  <a:pt x="180923" y="193304"/>
                  <a:pt x="204312" y="193304"/>
                </a:cubicBezTo>
                <a:lnTo>
                  <a:pt x="209815" y="193304"/>
                </a:lnTo>
                <a:lnTo>
                  <a:pt x="209815" y="160284"/>
                </a:lnTo>
                <a:cubicBezTo>
                  <a:pt x="200185" y="164412"/>
                  <a:pt x="190554" y="165787"/>
                  <a:pt x="180923" y="165787"/>
                </a:cubicBezTo>
                <a:lnTo>
                  <a:pt x="145150" y="165787"/>
                </a:lnTo>
                <a:cubicBezTo>
                  <a:pt x="134144" y="165787"/>
                  <a:pt x="124513" y="156157"/>
                  <a:pt x="124513" y="145150"/>
                </a:cubicBezTo>
                <a:cubicBezTo>
                  <a:pt x="124513" y="134143"/>
                  <a:pt x="134144" y="124512"/>
                  <a:pt x="145150" y="124512"/>
                </a:cubicBezTo>
                <a:cubicBezTo>
                  <a:pt x="169915" y="124512"/>
                  <a:pt x="191930" y="125888"/>
                  <a:pt x="204312" y="117633"/>
                </a:cubicBezTo>
                <a:lnTo>
                  <a:pt x="219445" y="108002"/>
                </a:lnTo>
                <a:cubicBezTo>
                  <a:pt x="224948" y="103875"/>
                  <a:pt x="233203" y="102499"/>
                  <a:pt x="240082" y="106626"/>
                </a:cubicBezTo>
                <a:cubicBezTo>
                  <a:pt x="246962" y="109378"/>
                  <a:pt x="251090" y="116257"/>
                  <a:pt x="251090" y="124512"/>
                </a:cubicBezTo>
                <a:lnTo>
                  <a:pt x="251090" y="213942"/>
                </a:lnTo>
                <a:cubicBezTo>
                  <a:pt x="251090" y="224948"/>
                  <a:pt x="241460" y="234579"/>
                  <a:pt x="230453" y="234579"/>
                </a:cubicBezTo>
                <a:lnTo>
                  <a:pt x="204312" y="234579"/>
                </a:lnTo>
                <a:cubicBezTo>
                  <a:pt x="197433" y="234579"/>
                  <a:pt x="190552" y="238707"/>
                  <a:pt x="186425" y="245586"/>
                </a:cubicBezTo>
                <a:lnTo>
                  <a:pt x="165500" y="290694"/>
                </a:lnTo>
                <a:cubicBezTo>
                  <a:pt x="161372" y="298949"/>
                  <a:pt x="150366" y="305828"/>
                  <a:pt x="137983" y="300325"/>
                </a:cubicBezTo>
                <a:close/>
                <a:moveTo>
                  <a:pt x="10318" y="121760"/>
                </a:moveTo>
                <a:lnTo>
                  <a:pt x="58472" y="121760"/>
                </a:lnTo>
                <a:moveTo>
                  <a:pt x="10318" y="80485"/>
                </a:moveTo>
                <a:lnTo>
                  <a:pt x="58472" y="80485"/>
                </a:lnTo>
                <a:moveTo>
                  <a:pt x="58472" y="39210"/>
                </a:moveTo>
                <a:lnTo>
                  <a:pt x="10318" y="39210"/>
                </a:lnTo>
                <a:moveTo>
                  <a:pt x="156158" y="165787"/>
                </a:moveTo>
                <a:lnTo>
                  <a:pt x="10318" y="165787"/>
                </a:lnTo>
                <a:moveTo>
                  <a:pt x="79110" y="167163"/>
                </a:moveTo>
                <a:lnTo>
                  <a:pt x="79110" y="314377"/>
                </a:lnTo>
                <a:lnTo>
                  <a:pt x="10318" y="314377"/>
                </a:lnTo>
                <a:lnTo>
                  <a:pt x="10318" y="165787"/>
                </a:lnTo>
                <a:moveTo>
                  <a:pt x="319881" y="92868"/>
                </a:moveTo>
                <a:lnTo>
                  <a:pt x="317129" y="92868"/>
                </a:lnTo>
                <a:cubicBezTo>
                  <a:pt x="310250" y="92868"/>
                  <a:pt x="304747" y="98372"/>
                  <a:pt x="303371" y="105251"/>
                </a:cubicBezTo>
                <a:lnTo>
                  <a:pt x="286861" y="222197"/>
                </a:lnTo>
                <a:cubicBezTo>
                  <a:pt x="285485" y="229076"/>
                  <a:pt x="279982" y="234579"/>
                  <a:pt x="273102" y="234579"/>
                </a:cubicBezTo>
                <a:lnTo>
                  <a:pt x="230452" y="234579"/>
                </a:lnTo>
                <a:moveTo>
                  <a:pt x="0" y="0"/>
                </a:moveTo>
                <a:moveTo>
                  <a:pt x="240082" y="234579"/>
                </a:moveTo>
                <a:lnTo>
                  <a:pt x="240082" y="314377"/>
                </a:lnTo>
                <a:moveTo>
                  <a:pt x="191928" y="314377"/>
                </a:moveTo>
                <a:lnTo>
                  <a:pt x="281357" y="314377"/>
                </a:lnTo>
                <a:moveTo>
                  <a:pt x="0" y="0"/>
                </a:moveTo>
                <a:moveTo>
                  <a:pt x="145150" y="124513"/>
                </a:moveTo>
                <a:lnTo>
                  <a:pt x="156158" y="83238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" name="Rounded Rectangle 31"/>
          <p:cNvSpPr/>
          <p:nvPr/>
        </p:nvSpPr>
        <p:spPr>
          <a:xfrm>
            <a:off x="5932232" y="3224915"/>
            <a:ext cx="327536" cy="334689"/>
          </a:xfrm>
          <a:custGeom>
            <a:avLst/>
            <a:gdLst/>
            <a:ahLst/>
            <a:cxnLst/>
            <a:rect l="0" t="0" r="0" b="0"/>
            <a:pathLst>
              <a:path w="327536" h="334689">
                <a:moveTo>
                  <a:pt x="42593" y="106696"/>
                </a:moveTo>
                <a:cubicBezTo>
                  <a:pt x="67362" y="39057"/>
                  <a:pt x="138174" y="0"/>
                  <a:pt x="208598" y="15133"/>
                </a:cubicBezTo>
                <a:cubicBezTo>
                  <a:pt x="279021" y="30267"/>
                  <a:pt x="327536" y="94967"/>
                  <a:pt x="322331" y="166810"/>
                </a:cubicBezTo>
                <a:cubicBezTo>
                  <a:pt x="317126" y="238653"/>
                  <a:pt x="259792" y="295685"/>
                  <a:pt x="187923" y="300509"/>
                </a:cubicBezTo>
                <a:moveTo>
                  <a:pt x="140456" y="121954"/>
                </a:moveTo>
                <a:cubicBezTo>
                  <a:pt x="142356" y="121954"/>
                  <a:pt x="143896" y="120414"/>
                  <a:pt x="143896" y="118514"/>
                </a:cubicBezTo>
                <a:cubicBezTo>
                  <a:pt x="143896" y="116615"/>
                  <a:pt x="142356" y="115075"/>
                  <a:pt x="140456" y="115075"/>
                </a:cubicBezTo>
                <a:cubicBezTo>
                  <a:pt x="138557" y="115075"/>
                  <a:pt x="137017" y="116615"/>
                  <a:pt x="137017" y="118514"/>
                </a:cubicBezTo>
                <a:cubicBezTo>
                  <a:pt x="137017" y="120414"/>
                  <a:pt x="138557" y="121954"/>
                  <a:pt x="140456" y="121954"/>
                </a:cubicBezTo>
                <a:moveTo>
                  <a:pt x="264281" y="121954"/>
                </a:moveTo>
                <a:cubicBezTo>
                  <a:pt x="266181" y="121954"/>
                  <a:pt x="267721" y="120414"/>
                  <a:pt x="267721" y="118514"/>
                </a:cubicBezTo>
                <a:cubicBezTo>
                  <a:pt x="267721" y="116615"/>
                  <a:pt x="266181" y="115075"/>
                  <a:pt x="264281" y="115075"/>
                </a:cubicBezTo>
                <a:cubicBezTo>
                  <a:pt x="262382" y="115075"/>
                  <a:pt x="260842" y="116615"/>
                  <a:pt x="260842" y="118514"/>
                </a:cubicBezTo>
                <a:cubicBezTo>
                  <a:pt x="260842" y="120414"/>
                  <a:pt x="262382" y="121954"/>
                  <a:pt x="264281" y="121954"/>
                </a:cubicBezTo>
                <a:moveTo>
                  <a:pt x="162139" y="169998"/>
                </a:moveTo>
                <a:cubicBezTo>
                  <a:pt x="161184" y="169996"/>
                  <a:pt x="160232" y="170112"/>
                  <a:pt x="159305" y="170342"/>
                </a:cubicBezTo>
                <a:cubicBezTo>
                  <a:pt x="156438" y="171025"/>
                  <a:pt x="153965" y="172829"/>
                  <a:pt x="152440" y="175350"/>
                </a:cubicBezTo>
                <a:cubicBezTo>
                  <a:pt x="150914" y="177872"/>
                  <a:pt x="150463" y="180900"/>
                  <a:pt x="151188" y="183756"/>
                </a:cubicBezTo>
                <a:cubicBezTo>
                  <a:pt x="156492" y="203392"/>
                  <a:pt x="172067" y="218583"/>
                  <a:pt x="191830" y="223394"/>
                </a:cubicBezTo>
                <a:cubicBezTo>
                  <a:pt x="221712" y="231147"/>
                  <a:pt x="252292" y="213506"/>
                  <a:pt x="260539" y="183756"/>
                </a:cubicBezTo>
                <a:cubicBezTo>
                  <a:pt x="261408" y="180400"/>
                  <a:pt x="260644" y="176830"/>
                  <a:pt x="258478" y="174123"/>
                </a:cubicBezTo>
                <a:cubicBezTo>
                  <a:pt x="256312" y="171416"/>
                  <a:pt x="252998" y="169887"/>
                  <a:pt x="249532" y="169998"/>
                </a:cubicBezTo>
                <a:close/>
                <a:moveTo>
                  <a:pt x="26950" y="207393"/>
                </a:moveTo>
                <a:lnTo>
                  <a:pt x="17980" y="179986"/>
                </a:lnTo>
                <a:cubicBezTo>
                  <a:pt x="14249" y="168650"/>
                  <a:pt x="20406" y="156434"/>
                  <a:pt x="31738" y="152690"/>
                </a:cubicBezTo>
                <a:lnTo>
                  <a:pt x="31738" y="152690"/>
                </a:lnTo>
                <a:cubicBezTo>
                  <a:pt x="43094" y="148973"/>
                  <a:pt x="55313" y="155163"/>
                  <a:pt x="59035" y="166517"/>
                </a:cubicBezTo>
                <a:lnTo>
                  <a:pt x="68019" y="193924"/>
                </a:lnTo>
                <a:moveTo>
                  <a:pt x="113349" y="208299"/>
                </a:moveTo>
                <a:cubicBezTo>
                  <a:pt x="111429" y="212091"/>
                  <a:pt x="108079" y="214962"/>
                  <a:pt x="104038" y="216281"/>
                </a:cubicBezTo>
                <a:cubicBezTo>
                  <a:pt x="112449" y="213531"/>
                  <a:pt x="121498" y="218111"/>
                  <a:pt x="124263" y="226517"/>
                </a:cubicBezTo>
                <a:lnTo>
                  <a:pt x="124442" y="226944"/>
                </a:lnTo>
                <a:cubicBezTo>
                  <a:pt x="125765" y="230983"/>
                  <a:pt x="125429" y="235383"/>
                  <a:pt x="123506" y="239174"/>
                </a:cubicBezTo>
                <a:cubicBezTo>
                  <a:pt x="121583" y="242965"/>
                  <a:pt x="118233" y="245836"/>
                  <a:pt x="114192" y="247155"/>
                </a:cubicBezTo>
                <a:cubicBezTo>
                  <a:pt x="122603" y="244396"/>
                  <a:pt x="131658" y="248979"/>
                  <a:pt x="134416" y="257391"/>
                </a:cubicBezTo>
                <a:lnTo>
                  <a:pt x="134540" y="257776"/>
                </a:lnTo>
                <a:cubicBezTo>
                  <a:pt x="137290" y="266183"/>
                  <a:pt x="132708" y="275229"/>
                  <a:pt x="124304" y="277987"/>
                </a:cubicBezTo>
                <a:cubicBezTo>
                  <a:pt x="128343" y="276663"/>
                  <a:pt x="132743" y="277000"/>
                  <a:pt x="136534" y="278923"/>
                </a:cubicBezTo>
                <a:cubicBezTo>
                  <a:pt x="140325" y="280845"/>
                  <a:pt x="143196" y="284196"/>
                  <a:pt x="144515" y="288237"/>
                </a:cubicBezTo>
                <a:lnTo>
                  <a:pt x="144639" y="288608"/>
                </a:lnTo>
                <a:cubicBezTo>
                  <a:pt x="147389" y="297019"/>
                  <a:pt x="142809" y="306069"/>
                  <a:pt x="134403" y="308833"/>
                </a:cubicBezTo>
                <a:lnTo>
                  <a:pt x="100007" y="320074"/>
                </a:lnTo>
                <a:lnTo>
                  <a:pt x="82658" y="325728"/>
                </a:lnTo>
                <a:cubicBezTo>
                  <a:pt x="55281" y="334689"/>
                  <a:pt x="25822" y="319766"/>
                  <a:pt x="16851" y="292392"/>
                </a:cubicBezTo>
                <a:lnTo>
                  <a:pt x="8913" y="268191"/>
                </a:lnTo>
                <a:cubicBezTo>
                  <a:pt x="0" y="240827"/>
                  <a:pt x="14928" y="211413"/>
                  <a:pt x="42277" y="202454"/>
                </a:cubicBezTo>
                <a:lnTo>
                  <a:pt x="59626" y="196758"/>
                </a:lnTo>
                <a:lnTo>
                  <a:pt x="69601" y="193497"/>
                </a:lnTo>
                <a:lnTo>
                  <a:pt x="93939" y="185448"/>
                </a:lnTo>
                <a:cubicBezTo>
                  <a:pt x="102347" y="182699"/>
                  <a:pt x="111392" y="187280"/>
                  <a:pt x="114150" y="195685"/>
                </a:cubicBezTo>
                <a:lnTo>
                  <a:pt x="114274" y="196070"/>
                </a:lnTo>
                <a:cubicBezTo>
                  <a:pt x="115602" y="200107"/>
                  <a:pt x="115269" y="204507"/>
                  <a:pt x="113349" y="208299"/>
                </a:cubicBezTo>
                <a:close/>
                <a:moveTo>
                  <a:pt x="79631" y="224261"/>
                </a:moveTo>
                <a:lnTo>
                  <a:pt x="103997" y="216281"/>
                </a:lnTo>
                <a:cubicBezTo>
                  <a:pt x="112398" y="213557"/>
                  <a:pt x="117009" y="204546"/>
                  <a:pt x="114302" y="196139"/>
                </a:cubicBezTo>
                <a:lnTo>
                  <a:pt x="114178" y="195753"/>
                </a:lnTo>
                <a:cubicBezTo>
                  <a:pt x="111420" y="187349"/>
                  <a:pt x="102374" y="182768"/>
                  <a:pt x="93967" y="185517"/>
                </a:cubicBezTo>
                <a:lnTo>
                  <a:pt x="69601" y="193497"/>
                </a:lnTo>
                <a:moveTo>
                  <a:pt x="89784" y="255134"/>
                </a:moveTo>
                <a:lnTo>
                  <a:pt x="114137" y="247155"/>
                </a:lnTo>
                <a:cubicBezTo>
                  <a:pt x="118187" y="245836"/>
                  <a:pt x="121546" y="242959"/>
                  <a:pt x="123469" y="239158"/>
                </a:cubicBezTo>
                <a:cubicBezTo>
                  <a:pt x="125393" y="235357"/>
                  <a:pt x="125723" y="230947"/>
                  <a:pt x="124387" y="226902"/>
                </a:cubicBezTo>
                <a:lnTo>
                  <a:pt x="124263" y="226517"/>
                </a:lnTo>
                <a:cubicBezTo>
                  <a:pt x="121498" y="218111"/>
                  <a:pt x="112449" y="213531"/>
                  <a:pt x="104038" y="216281"/>
                </a:cubicBezTo>
                <a:lnTo>
                  <a:pt x="79672" y="224261"/>
                </a:lnTo>
                <a:moveTo>
                  <a:pt x="99869" y="285939"/>
                </a:moveTo>
                <a:lnTo>
                  <a:pt x="124249" y="277946"/>
                </a:lnTo>
                <a:cubicBezTo>
                  <a:pt x="132653" y="275187"/>
                  <a:pt x="137234" y="266142"/>
                  <a:pt x="134485" y="257735"/>
                </a:cubicBezTo>
                <a:lnTo>
                  <a:pt x="134361" y="257350"/>
                </a:lnTo>
                <a:cubicBezTo>
                  <a:pt x="131603" y="248938"/>
                  <a:pt x="122548" y="244355"/>
                  <a:pt x="114137" y="247113"/>
                </a:cubicBezTo>
                <a:lnTo>
                  <a:pt x="89784" y="255093"/>
                </a:lnTo>
                <a:moveTo>
                  <a:pt x="109968" y="316772"/>
                </a:moveTo>
                <a:lnTo>
                  <a:pt x="134334" y="308792"/>
                </a:lnTo>
                <a:cubicBezTo>
                  <a:pt x="142740" y="306027"/>
                  <a:pt x="147320" y="296978"/>
                  <a:pt x="144570" y="288567"/>
                </a:cubicBezTo>
                <a:lnTo>
                  <a:pt x="144446" y="288196"/>
                </a:lnTo>
                <a:cubicBezTo>
                  <a:pt x="143127" y="284155"/>
                  <a:pt x="140256" y="280804"/>
                  <a:pt x="136465" y="278881"/>
                </a:cubicBezTo>
                <a:cubicBezTo>
                  <a:pt x="132674" y="276959"/>
                  <a:pt x="128275" y="276622"/>
                  <a:pt x="124235" y="277946"/>
                </a:cubicBezTo>
                <a:lnTo>
                  <a:pt x="99869" y="285939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/>
          <p:cNvSpPr/>
          <p:nvPr/>
        </p:nvSpPr>
        <p:spPr>
          <a:xfrm>
            <a:off x="5937174" y="3237478"/>
            <a:ext cx="317652" cy="309562"/>
          </a:xfrm>
          <a:custGeom>
            <a:avLst/>
            <a:gdLst/>
            <a:ahLst/>
            <a:cxnLst/>
            <a:rect l="0" t="0" r="0" b="0"/>
            <a:pathLst>
              <a:path w="317652" h="309562">
                <a:moveTo>
                  <a:pt x="188434" y="223985"/>
                </a:moveTo>
                <a:lnTo>
                  <a:pt x="188434" y="282637"/>
                </a:lnTo>
                <a:cubicBezTo>
                  <a:pt x="188434" y="297480"/>
                  <a:pt x="176421" y="309524"/>
                  <a:pt x="161577" y="309562"/>
                </a:cubicBezTo>
                <a:lnTo>
                  <a:pt x="26911" y="309562"/>
                </a:lnTo>
                <a:cubicBezTo>
                  <a:pt x="12046" y="309554"/>
                  <a:pt x="0" y="297502"/>
                  <a:pt x="0" y="282637"/>
                </a:cubicBezTo>
                <a:lnTo>
                  <a:pt x="0" y="26925"/>
                </a:lnTo>
                <a:cubicBezTo>
                  <a:pt x="0" y="12060"/>
                  <a:pt x="12046" y="7"/>
                  <a:pt x="26911" y="0"/>
                </a:cubicBezTo>
                <a:lnTo>
                  <a:pt x="161577" y="0"/>
                </a:lnTo>
                <a:cubicBezTo>
                  <a:pt x="176448" y="0"/>
                  <a:pt x="188502" y="12054"/>
                  <a:pt x="188502" y="26925"/>
                </a:cubicBezTo>
                <a:moveTo>
                  <a:pt x="188434" y="237799"/>
                </a:moveTo>
                <a:lnTo>
                  <a:pt x="0" y="237799"/>
                </a:lnTo>
                <a:moveTo>
                  <a:pt x="89057" y="274038"/>
                </a:moveTo>
                <a:cubicBezTo>
                  <a:pt x="89057" y="276887"/>
                  <a:pt x="91367" y="279197"/>
                  <a:pt x="94217" y="279197"/>
                </a:cubicBezTo>
                <a:cubicBezTo>
                  <a:pt x="97066" y="279197"/>
                  <a:pt x="99376" y="276887"/>
                  <a:pt x="99376" y="274038"/>
                </a:cubicBezTo>
                <a:cubicBezTo>
                  <a:pt x="99376" y="271189"/>
                  <a:pt x="97066" y="268879"/>
                  <a:pt x="94217" y="268879"/>
                </a:cubicBezTo>
                <a:cubicBezTo>
                  <a:pt x="91367" y="268879"/>
                  <a:pt x="89057" y="271189"/>
                  <a:pt x="89057" y="274038"/>
                </a:cubicBezTo>
                <a:moveTo>
                  <a:pt x="80816" y="162953"/>
                </a:moveTo>
                <a:cubicBezTo>
                  <a:pt x="80816" y="184753"/>
                  <a:pt x="98488" y="202426"/>
                  <a:pt x="120289" y="202426"/>
                </a:cubicBezTo>
                <a:cubicBezTo>
                  <a:pt x="142089" y="202426"/>
                  <a:pt x="159761" y="184753"/>
                  <a:pt x="159761" y="162953"/>
                </a:cubicBezTo>
                <a:cubicBezTo>
                  <a:pt x="159761" y="141153"/>
                  <a:pt x="142089" y="123481"/>
                  <a:pt x="120289" y="123481"/>
                </a:cubicBezTo>
                <a:cubicBezTo>
                  <a:pt x="98488" y="123481"/>
                  <a:pt x="80816" y="141153"/>
                  <a:pt x="80816" y="162953"/>
                </a:cubicBezTo>
                <a:moveTo>
                  <a:pt x="238707" y="162953"/>
                </a:moveTo>
                <a:cubicBezTo>
                  <a:pt x="238707" y="141153"/>
                  <a:pt x="256379" y="123481"/>
                  <a:pt x="278179" y="123481"/>
                </a:cubicBezTo>
                <a:cubicBezTo>
                  <a:pt x="299979" y="123481"/>
                  <a:pt x="317652" y="141153"/>
                  <a:pt x="317652" y="162953"/>
                </a:cubicBezTo>
                <a:cubicBezTo>
                  <a:pt x="317652" y="184753"/>
                  <a:pt x="299979" y="202426"/>
                  <a:pt x="278179" y="202426"/>
                </a:cubicBezTo>
                <a:cubicBezTo>
                  <a:pt x="256379" y="202426"/>
                  <a:pt x="238707" y="184753"/>
                  <a:pt x="238707" y="162953"/>
                </a:cubicBezTo>
                <a:moveTo>
                  <a:pt x="278179" y="162953"/>
                </a:moveTo>
                <a:lnTo>
                  <a:pt x="225691" y="46090"/>
                </a:lnTo>
                <a:cubicBezTo>
                  <a:pt x="224764" y="44018"/>
                  <a:pt x="224773" y="41648"/>
                  <a:pt x="225716" y="39583"/>
                </a:cubicBezTo>
                <a:cubicBezTo>
                  <a:pt x="226658" y="37519"/>
                  <a:pt x="228444" y="35959"/>
                  <a:pt x="230617" y="35303"/>
                </a:cubicBezTo>
                <a:lnTo>
                  <a:pt x="262027" y="25810"/>
                </a:lnTo>
                <a:moveTo>
                  <a:pt x="112405" y="60330"/>
                </a:moveTo>
                <a:lnTo>
                  <a:pt x="167659" y="60330"/>
                </a:lnTo>
                <a:moveTo>
                  <a:pt x="162568" y="106805"/>
                </a:moveTo>
                <a:lnTo>
                  <a:pt x="136083" y="60330"/>
                </a:lnTo>
                <a:moveTo>
                  <a:pt x="243164" y="84943"/>
                </a:moveTo>
                <a:lnTo>
                  <a:pt x="162568" y="106805"/>
                </a:lnTo>
                <a:lnTo>
                  <a:pt x="120289" y="162953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/>
          <p:cNvSpPr/>
          <p:nvPr/>
        </p:nvSpPr>
        <p:spPr>
          <a:xfrm>
            <a:off x="5937780" y="3234039"/>
            <a:ext cx="316441" cy="316441"/>
          </a:xfrm>
          <a:custGeom>
            <a:avLst/>
            <a:gdLst/>
            <a:ahLst/>
            <a:cxnLst/>
            <a:rect l="0" t="0" r="0" b="0"/>
            <a:pathLst>
              <a:path w="316441" h="316441">
                <a:moveTo>
                  <a:pt x="27516" y="0"/>
                </a:moveTo>
                <a:lnTo>
                  <a:pt x="288925" y="0"/>
                </a:lnTo>
                <a:cubicBezTo>
                  <a:pt x="288925" y="0"/>
                  <a:pt x="316441" y="0"/>
                  <a:pt x="316441" y="27516"/>
                </a:cubicBezTo>
                <a:lnTo>
                  <a:pt x="316441" y="288925"/>
                </a:lnTo>
                <a:cubicBezTo>
                  <a:pt x="316441" y="288925"/>
                  <a:pt x="316441" y="316441"/>
                  <a:pt x="288925" y="316441"/>
                </a:cubicBezTo>
                <a:lnTo>
                  <a:pt x="27516" y="316441"/>
                </a:lnTo>
                <a:cubicBezTo>
                  <a:pt x="27516" y="316441"/>
                  <a:pt x="0" y="316441"/>
                  <a:pt x="0" y="288925"/>
                </a:cubicBezTo>
                <a:lnTo>
                  <a:pt x="0" y="27516"/>
                </a:lnTo>
                <a:cubicBezTo>
                  <a:pt x="0" y="27516"/>
                  <a:pt x="0" y="0"/>
                  <a:pt x="27516" y="0"/>
                </a:cubicBezTo>
                <a:moveTo>
                  <a:pt x="61912" y="96308"/>
                </a:moveTo>
                <a:lnTo>
                  <a:pt x="82550" y="116945"/>
                </a:lnTo>
                <a:lnTo>
                  <a:pt x="137583" y="61912"/>
                </a:lnTo>
                <a:moveTo>
                  <a:pt x="61912" y="233891"/>
                </a:moveTo>
                <a:lnTo>
                  <a:pt x="82550" y="254529"/>
                </a:lnTo>
                <a:lnTo>
                  <a:pt x="137583" y="199495"/>
                </a:lnTo>
                <a:moveTo>
                  <a:pt x="261408" y="110066"/>
                </a:moveTo>
                <a:lnTo>
                  <a:pt x="178858" y="110066"/>
                </a:lnTo>
                <a:moveTo>
                  <a:pt x="261408" y="233891"/>
                </a:moveTo>
                <a:lnTo>
                  <a:pt x="178858" y="233891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TextBox 34"/>
          <p:cNvSpPr txBox="1"/>
          <p:nvPr/>
        </p:nvSpPr>
        <p:spPr>
          <a:xfrm>
            <a:off x="5079604" y="3315315"/>
            <a:ext cx="203279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dirty="0">
                <a:solidFill>
                  <a:srgbClr val="F669BE"/>
                </a:solidFill>
                <a:latin typeface="Roboto"/>
              </a:rPr>
              <a:t>Cycle of Fitness Enhancement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5723F12-78E7-C28F-FB44-6F57895BB4A8}"/>
              </a:ext>
            </a:extLst>
          </p:cNvPr>
          <p:cNvGrpSpPr/>
          <p:nvPr/>
        </p:nvGrpSpPr>
        <p:grpSpPr>
          <a:xfrm>
            <a:off x="5095080" y="2389815"/>
            <a:ext cx="2001840" cy="2046717"/>
            <a:chOff x="5095080" y="2389815"/>
            <a:chExt cx="2001840" cy="204671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1F27044-99A7-56A1-0F7F-59ADDE37D598}"/>
                </a:ext>
              </a:extLst>
            </p:cNvPr>
            <p:cNvSpPr/>
            <p:nvPr/>
          </p:nvSpPr>
          <p:spPr>
            <a:xfrm>
              <a:off x="5095080" y="2389815"/>
              <a:ext cx="2001840" cy="204671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E591C87-EC29-EC89-F834-01124F13254A}"/>
                </a:ext>
              </a:extLst>
            </p:cNvPr>
            <p:cNvSpPr txBox="1"/>
            <p:nvPr/>
          </p:nvSpPr>
          <p:spPr>
            <a:xfrm>
              <a:off x="5273181" y="3095284"/>
              <a:ext cx="1656663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000" b="0" dirty="0">
                  <a:solidFill>
                    <a:srgbClr val="F669BE"/>
                  </a:solidFill>
                  <a:latin typeface="Roboto"/>
                </a:rPr>
                <a:t>Cycle of Fitness Enhancement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DDBA493E-C3CD-8C99-31E9-4F661D233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5" y="2459165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17CB3111-7542-E54B-6E14-8FDB103C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16DD-E5AC-42C5-A0AD-6847AF881FCF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211D78AE-247F-A7E4-F3BA-9AEE12FB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57C4C4EB-6AB9-2BB8-7B25-83D419FC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708CA-406F-9FF0-C165-9A595A25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84FFD5-8907-A491-CD33-4D02C3FF6291}"/>
              </a:ext>
            </a:extLst>
          </p:cNvPr>
          <p:cNvGrpSpPr/>
          <p:nvPr/>
        </p:nvGrpSpPr>
        <p:grpSpPr>
          <a:xfrm>
            <a:off x="4465907" y="2041128"/>
            <a:ext cx="1596359" cy="1288972"/>
            <a:chOff x="1718133" y="1568450"/>
            <a:chExt cx="1596359" cy="1288972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D4E152EE-BE12-CC09-4736-4845A524C1D0}"/>
                </a:ext>
              </a:extLst>
            </p:cNvPr>
            <p:cNvSpPr/>
            <p:nvPr/>
          </p:nvSpPr>
          <p:spPr>
            <a:xfrm>
              <a:off x="1718133" y="1568450"/>
              <a:ext cx="1596359" cy="1288972"/>
            </a:xfrm>
            <a:custGeom>
              <a:avLst/>
              <a:gdLst/>
              <a:ahLst/>
              <a:cxnLst/>
              <a:rect l="0" t="0" r="0" b="0"/>
              <a:pathLst>
                <a:path w="1596359" h="1288972">
                  <a:moveTo>
                    <a:pt x="1348709" y="742950"/>
                  </a:moveTo>
                  <a:lnTo>
                    <a:pt x="1365791" y="666084"/>
                  </a:lnTo>
                  <a:lnTo>
                    <a:pt x="1431259" y="371475"/>
                  </a:lnTo>
                  <a:lnTo>
                    <a:pt x="1367818" y="85990"/>
                  </a:lnTo>
                  <a:lnTo>
                    <a:pt x="1348709" y="0"/>
                  </a:lnTo>
                  <a:lnTo>
                    <a:pt x="1513809" y="0"/>
                  </a:lnTo>
                  <a:lnTo>
                    <a:pt x="1596359" y="371475"/>
                  </a:lnTo>
                  <a:lnTo>
                    <a:pt x="1513809" y="742950"/>
                  </a:lnTo>
                  <a:close/>
                  <a:moveTo>
                    <a:pt x="1365791" y="666084"/>
                  </a:moveTo>
                  <a:cubicBezTo>
                    <a:pt x="993131" y="706010"/>
                    <a:pt x="682305" y="952594"/>
                    <a:pt x="550173" y="1288972"/>
                  </a:cubicBezTo>
                  <a:lnTo>
                    <a:pt x="293897" y="1137841"/>
                  </a:lnTo>
                  <a:lnTo>
                    <a:pt x="0" y="1109691"/>
                  </a:lnTo>
                  <a:cubicBezTo>
                    <a:pt x="208973" y="541395"/>
                    <a:pt x="737538" y="127536"/>
                    <a:pt x="1367818" y="85990"/>
                  </a:cubicBezTo>
                  <a:lnTo>
                    <a:pt x="1431259" y="371475"/>
                  </a:ln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8D15F28-7B4D-C33D-3405-25F0A2F80AF8}"/>
                </a:ext>
              </a:extLst>
            </p:cNvPr>
            <p:cNvSpPr/>
            <p:nvPr/>
          </p:nvSpPr>
          <p:spPr>
            <a:xfrm>
              <a:off x="1718133" y="1568450"/>
              <a:ext cx="1596359" cy="1288972"/>
            </a:xfrm>
            <a:custGeom>
              <a:avLst/>
              <a:gdLst/>
              <a:ahLst/>
              <a:cxnLst/>
              <a:rect l="0" t="0" r="0" b="0"/>
              <a:pathLst>
                <a:path w="1596359" h="1288972">
                  <a:moveTo>
                    <a:pt x="1348709" y="742950"/>
                  </a:moveTo>
                  <a:lnTo>
                    <a:pt x="1365791" y="666084"/>
                  </a:lnTo>
                  <a:lnTo>
                    <a:pt x="1431259" y="371475"/>
                  </a:lnTo>
                  <a:lnTo>
                    <a:pt x="1367818" y="85990"/>
                  </a:lnTo>
                  <a:lnTo>
                    <a:pt x="1348709" y="0"/>
                  </a:lnTo>
                  <a:lnTo>
                    <a:pt x="1513809" y="0"/>
                  </a:lnTo>
                  <a:lnTo>
                    <a:pt x="1596359" y="371475"/>
                  </a:lnTo>
                  <a:lnTo>
                    <a:pt x="1513809" y="742950"/>
                  </a:lnTo>
                  <a:close/>
                  <a:moveTo>
                    <a:pt x="1365791" y="666084"/>
                  </a:moveTo>
                  <a:cubicBezTo>
                    <a:pt x="993131" y="706010"/>
                    <a:pt x="682305" y="952594"/>
                    <a:pt x="550173" y="1288972"/>
                  </a:cubicBezTo>
                  <a:lnTo>
                    <a:pt x="293897" y="1137841"/>
                  </a:lnTo>
                  <a:lnTo>
                    <a:pt x="0" y="1109691"/>
                  </a:lnTo>
                  <a:cubicBezTo>
                    <a:pt x="208973" y="541395"/>
                    <a:pt x="737538" y="127536"/>
                    <a:pt x="1367818" y="85990"/>
                  </a:cubicBezTo>
                  <a:lnTo>
                    <a:pt x="1431259" y="371475"/>
                  </a:lnTo>
                  <a:close/>
                </a:path>
              </a:pathLst>
            </a:custGeom>
            <a:noFill/>
            <a:ln w="1031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8AA796-7251-34B4-3061-0246BB012F2B}"/>
              </a:ext>
            </a:extLst>
          </p:cNvPr>
          <p:cNvGrpSpPr/>
          <p:nvPr/>
        </p:nvGrpSpPr>
        <p:grpSpPr>
          <a:xfrm>
            <a:off x="4329982" y="3142690"/>
            <a:ext cx="979305" cy="1782289"/>
            <a:chOff x="1582208" y="2670011"/>
            <a:chExt cx="979305" cy="178228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1109669-1076-5E29-779E-3808BCBD69E0}"/>
                </a:ext>
              </a:extLst>
            </p:cNvPr>
            <p:cNvSpPr/>
            <p:nvPr/>
          </p:nvSpPr>
          <p:spPr>
            <a:xfrm>
              <a:off x="1582208" y="2670011"/>
              <a:ext cx="979305" cy="1782289"/>
            </a:xfrm>
            <a:custGeom>
              <a:avLst/>
              <a:gdLst/>
              <a:ahLst/>
              <a:cxnLst/>
              <a:rect l="0" t="0" r="0" b="0"/>
              <a:pathLst>
                <a:path w="979305" h="1782289">
                  <a:moveTo>
                    <a:pt x="757606" y="229583"/>
                  </a:moveTo>
                  <a:lnTo>
                    <a:pt x="429822" y="36282"/>
                  </a:lnTo>
                  <a:lnTo>
                    <a:pt x="51018" y="0"/>
                  </a:lnTo>
                  <a:lnTo>
                    <a:pt x="0" y="157019"/>
                  </a:lnTo>
                  <a:lnTo>
                    <a:pt x="87370" y="165388"/>
                  </a:lnTo>
                  <a:lnTo>
                    <a:pt x="378803" y="193301"/>
                  </a:lnTo>
                  <a:lnTo>
                    <a:pt x="638656" y="346543"/>
                  </a:lnTo>
                  <a:lnTo>
                    <a:pt x="706587" y="386603"/>
                  </a:lnTo>
                  <a:close/>
                  <a:moveTo>
                    <a:pt x="756197" y="1511815"/>
                  </a:moveTo>
                  <a:lnTo>
                    <a:pt x="638754" y="1782289"/>
                  </a:lnTo>
                  <a:cubicBezTo>
                    <a:pt x="274126" y="1495092"/>
                    <a:pt x="40008" y="1049607"/>
                    <a:pt x="40008" y="549441"/>
                  </a:cubicBezTo>
                  <a:cubicBezTo>
                    <a:pt x="40008" y="416944"/>
                    <a:pt x="56438" y="288284"/>
                    <a:pt x="87370" y="165388"/>
                  </a:cubicBezTo>
                  <a:lnTo>
                    <a:pt x="378803" y="193301"/>
                  </a:lnTo>
                  <a:lnTo>
                    <a:pt x="638656" y="346543"/>
                  </a:lnTo>
                  <a:cubicBezTo>
                    <a:pt x="625023" y="412036"/>
                    <a:pt x="617858" y="479902"/>
                    <a:pt x="617858" y="549441"/>
                  </a:cubicBezTo>
                  <a:cubicBezTo>
                    <a:pt x="617858" y="857627"/>
                    <a:pt x="758594" y="1132944"/>
                    <a:pt x="979305" y="1314627"/>
                  </a:cubicBezTo>
                  <a:close/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76483F3-09D8-1B90-311C-8C91F511B416}"/>
                </a:ext>
              </a:extLst>
            </p:cNvPr>
            <p:cNvSpPr/>
            <p:nvPr/>
          </p:nvSpPr>
          <p:spPr>
            <a:xfrm>
              <a:off x="1582208" y="2670011"/>
              <a:ext cx="979305" cy="1782289"/>
            </a:xfrm>
            <a:custGeom>
              <a:avLst/>
              <a:gdLst/>
              <a:ahLst/>
              <a:cxnLst/>
              <a:rect l="0" t="0" r="0" b="0"/>
              <a:pathLst>
                <a:path w="979305" h="1782289">
                  <a:moveTo>
                    <a:pt x="757606" y="229583"/>
                  </a:moveTo>
                  <a:lnTo>
                    <a:pt x="429822" y="36282"/>
                  </a:lnTo>
                  <a:lnTo>
                    <a:pt x="51018" y="0"/>
                  </a:lnTo>
                  <a:lnTo>
                    <a:pt x="0" y="157019"/>
                  </a:lnTo>
                  <a:lnTo>
                    <a:pt x="87370" y="165388"/>
                  </a:lnTo>
                  <a:lnTo>
                    <a:pt x="378803" y="193301"/>
                  </a:lnTo>
                  <a:lnTo>
                    <a:pt x="638656" y="346543"/>
                  </a:lnTo>
                  <a:lnTo>
                    <a:pt x="706587" y="386603"/>
                  </a:lnTo>
                  <a:close/>
                  <a:moveTo>
                    <a:pt x="756197" y="1511815"/>
                  </a:moveTo>
                  <a:lnTo>
                    <a:pt x="638754" y="1782289"/>
                  </a:lnTo>
                  <a:cubicBezTo>
                    <a:pt x="274126" y="1495092"/>
                    <a:pt x="40008" y="1049607"/>
                    <a:pt x="40008" y="549441"/>
                  </a:cubicBezTo>
                  <a:cubicBezTo>
                    <a:pt x="40008" y="416944"/>
                    <a:pt x="56438" y="288284"/>
                    <a:pt x="87370" y="165388"/>
                  </a:cubicBezTo>
                  <a:lnTo>
                    <a:pt x="378803" y="193301"/>
                  </a:lnTo>
                  <a:lnTo>
                    <a:pt x="638656" y="346543"/>
                  </a:lnTo>
                  <a:cubicBezTo>
                    <a:pt x="625023" y="412036"/>
                    <a:pt x="617858" y="479902"/>
                    <a:pt x="617858" y="549441"/>
                  </a:cubicBezTo>
                  <a:cubicBezTo>
                    <a:pt x="617858" y="857627"/>
                    <a:pt x="758594" y="1132944"/>
                    <a:pt x="979305" y="1314627"/>
                  </a:cubicBezTo>
                  <a:close/>
                </a:path>
              </a:pathLst>
            </a:custGeom>
            <a:noFill/>
            <a:ln w="1031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13C4EA-510F-C9F1-76C8-A4E4AD2D2E34}"/>
              </a:ext>
            </a:extLst>
          </p:cNvPr>
          <p:cNvGrpSpPr/>
          <p:nvPr/>
        </p:nvGrpSpPr>
        <p:grpSpPr>
          <a:xfrm>
            <a:off x="4934619" y="4402498"/>
            <a:ext cx="1876751" cy="858083"/>
            <a:chOff x="2186845" y="3929819"/>
            <a:chExt cx="1876751" cy="85808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951807F-D00A-DB1F-3E83-8E7A2D32C712}"/>
                </a:ext>
              </a:extLst>
            </p:cNvPr>
            <p:cNvSpPr/>
            <p:nvPr/>
          </p:nvSpPr>
          <p:spPr>
            <a:xfrm>
              <a:off x="2186845" y="3929819"/>
              <a:ext cx="1876751" cy="858083"/>
            </a:xfrm>
            <a:custGeom>
              <a:avLst/>
              <a:gdLst/>
              <a:ahLst/>
              <a:cxnLst/>
              <a:rect l="0" t="0" r="0" b="0"/>
              <a:pathLst>
                <a:path w="1876751" h="858083">
                  <a:moveTo>
                    <a:pt x="570263" y="97043"/>
                  </a:moveTo>
                  <a:lnTo>
                    <a:pt x="511195" y="149249"/>
                  </a:lnTo>
                  <a:lnTo>
                    <a:pt x="285131" y="349050"/>
                  </a:lnTo>
                  <a:lnTo>
                    <a:pt x="168593" y="617439"/>
                  </a:lnTo>
                  <a:lnTo>
                    <a:pt x="133568" y="698102"/>
                  </a:lnTo>
                  <a:lnTo>
                    <a:pt x="0" y="601058"/>
                  </a:lnTo>
                  <a:lnTo>
                    <a:pt x="151563" y="252007"/>
                  </a:lnTo>
                  <a:lnTo>
                    <a:pt x="436695" y="0"/>
                  </a:lnTo>
                  <a:close/>
                  <a:moveTo>
                    <a:pt x="1655733" y="397573"/>
                  </a:moveTo>
                  <a:lnTo>
                    <a:pt x="1876751" y="592915"/>
                  </a:lnTo>
                  <a:cubicBezTo>
                    <a:pt x="1627214" y="760383"/>
                    <a:pt x="1326928" y="858083"/>
                    <a:pt x="1003823" y="858083"/>
                  </a:cubicBezTo>
                  <a:cubicBezTo>
                    <a:pt x="696827" y="858083"/>
                    <a:pt x="410431" y="769882"/>
                    <a:pt x="168593" y="617439"/>
                  </a:cubicBezTo>
                  <a:lnTo>
                    <a:pt x="285131" y="349050"/>
                  </a:lnTo>
                  <a:lnTo>
                    <a:pt x="511195" y="149249"/>
                  </a:lnTo>
                  <a:cubicBezTo>
                    <a:pt x="656294" y="232581"/>
                    <a:pt x="824494" y="280233"/>
                    <a:pt x="1003823" y="280233"/>
                  </a:cubicBezTo>
                  <a:cubicBezTo>
                    <a:pt x="1200193" y="280233"/>
                    <a:pt x="1383217" y="223095"/>
                    <a:pt x="1537177" y="124537"/>
                  </a:cubicBezTo>
                  <a:close/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AE203FC-D6E9-3EFA-6F2C-D1FDE7CE2E57}"/>
                </a:ext>
              </a:extLst>
            </p:cNvPr>
            <p:cNvSpPr/>
            <p:nvPr/>
          </p:nvSpPr>
          <p:spPr>
            <a:xfrm>
              <a:off x="2186845" y="3929819"/>
              <a:ext cx="1876751" cy="858083"/>
            </a:xfrm>
            <a:custGeom>
              <a:avLst/>
              <a:gdLst/>
              <a:ahLst/>
              <a:cxnLst/>
              <a:rect l="0" t="0" r="0" b="0"/>
              <a:pathLst>
                <a:path w="1876751" h="858083">
                  <a:moveTo>
                    <a:pt x="570263" y="97043"/>
                  </a:moveTo>
                  <a:lnTo>
                    <a:pt x="511195" y="149249"/>
                  </a:lnTo>
                  <a:lnTo>
                    <a:pt x="285131" y="349050"/>
                  </a:lnTo>
                  <a:lnTo>
                    <a:pt x="168593" y="617439"/>
                  </a:lnTo>
                  <a:lnTo>
                    <a:pt x="133568" y="698102"/>
                  </a:lnTo>
                  <a:lnTo>
                    <a:pt x="0" y="601058"/>
                  </a:lnTo>
                  <a:lnTo>
                    <a:pt x="151563" y="252007"/>
                  </a:lnTo>
                  <a:lnTo>
                    <a:pt x="436695" y="0"/>
                  </a:lnTo>
                  <a:close/>
                  <a:moveTo>
                    <a:pt x="1655733" y="397573"/>
                  </a:moveTo>
                  <a:lnTo>
                    <a:pt x="1876751" y="592915"/>
                  </a:lnTo>
                  <a:cubicBezTo>
                    <a:pt x="1627214" y="760383"/>
                    <a:pt x="1326928" y="858083"/>
                    <a:pt x="1003823" y="858083"/>
                  </a:cubicBezTo>
                  <a:cubicBezTo>
                    <a:pt x="696827" y="858083"/>
                    <a:pt x="410431" y="769882"/>
                    <a:pt x="168593" y="617439"/>
                  </a:cubicBezTo>
                  <a:lnTo>
                    <a:pt x="285131" y="349050"/>
                  </a:lnTo>
                  <a:lnTo>
                    <a:pt x="511195" y="149249"/>
                  </a:lnTo>
                  <a:cubicBezTo>
                    <a:pt x="656294" y="232581"/>
                    <a:pt x="824494" y="280233"/>
                    <a:pt x="1003823" y="280233"/>
                  </a:cubicBezTo>
                  <a:cubicBezTo>
                    <a:pt x="1200193" y="280233"/>
                    <a:pt x="1383217" y="223095"/>
                    <a:pt x="1537177" y="124537"/>
                  </a:cubicBezTo>
                  <a:close/>
                </a:path>
              </a:pathLst>
            </a:custGeom>
            <a:noFill/>
            <a:ln w="1031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9DEA73-02B3-435E-C996-965EEDAD539C}"/>
              </a:ext>
            </a:extLst>
          </p:cNvPr>
          <p:cNvGrpSpPr/>
          <p:nvPr/>
        </p:nvGrpSpPr>
        <p:grpSpPr>
          <a:xfrm>
            <a:off x="6438790" y="3264539"/>
            <a:ext cx="1068103" cy="1787540"/>
            <a:chOff x="3691016" y="2791861"/>
            <a:chExt cx="1068103" cy="178754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867DEA1-B67E-E488-9868-642B040DA461}"/>
                </a:ext>
              </a:extLst>
            </p:cNvPr>
            <p:cNvSpPr/>
            <p:nvPr/>
          </p:nvSpPr>
          <p:spPr>
            <a:xfrm>
              <a:off x="3691016" y="2791861"/>
              <a:ext cx="1068103" cy="1787540"/>
            </a:xfrm>
            <a:custGeom>
              <a:avLst/>
              <a:gdLst/>
              <a:ahLst/>
              <a:cxnLst/>
              <a:rect l="0" t="0" r="0" b="0"/>
              <a:pathLst>
                <a:path w="1068103" h="1787540">
                  <a:moveTo>
                    <a:pt x="0" y="1186481"/>
                  </a:moveTo>
                  <a:lnTo>
                    <a:pt x="151563" y="1535533"/>
                  </a:lnTo>
                  <a:lnTo>
                    <a:pt x="436695" y="1787540"/>
                  </a:lnTo>
                  <a:lnTo>
                    <a:pt x="570263" y="1690497"/>
                  </a:lnTo>
                  <a:lnTo>
                    <a:pt x="504244" y="1632147"/>
                  </a:lnTo>
                  <a:lnTo>
                    <a:pt x="285131" y="1438489"/>
                  </a:lnTo>
                  <a:lnTo>
                    <a:pt x="164897" y="1161589"/>
                  </a:lnTo>
                  <a:lnTo>
                    <a:pt x="133568" y="1089438"/>
                  </a:lnTo>
                  <a:close/>
                  <a:moveTo>
                    <a:pt x="754818" y="149961"/>
                  </a:moveTo>
                  <a:lnTo>
                    <a:pt x="1009110" y="0"/>
                  </a:lnTo>
                  <a:cubicBezTo>
                    <a:pt x="1047539" y="135930"/>
                    <a:pt x="1068103" y="279360"/>
                    <a:pt x="1068103" y="427592"/>
                  </a:cubicBezTo>
                  <a:cubicBezTo>
                    <a:pt x="1068103" y="911619"/>
                    <a:pt x="848850" y="1344436"/>
                    <a:pt x="504244" y="1632147"/>
                  </a:cubicBezTo>
                  <a:lnTo>
                    <a:pt x="285131" y="1438489"/>
                  </a:lnTo>
                  <a:lnTo>
                    <a:pt x="164897" y="1161589"/>
                  </a:lnTo>
                  <a:cubicBezTo>
                    <a:pt x="364743" y="980353"/>
                    <a:pt x="490253" y="718630"/>
                    <a:pt x="490253" y="427592"/>
                  </a:cubicBezTo>
                  <a:cubicBezTo>
                    <a:pt x="490253" y="341498"/>
                    <a:pt x="479270" y="257970"/>
                    <a:pt x="458628" y="178330"/>
                  </a:cubicBezTo>
                  <a:close/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6909C31-FDA0-A62E-3F1A-923D3E63FD71}"/>
                </a:ext>
              </a:extLst>
            </p:cNvPr>
            <p:cNvSpPr/>
            <p:nvPr/>
          </p:nvSpPr>
          <p:spPr>
            <a:xfrm>
              <a:off x="3691016" y="2791861"/>
              <a:ext cx="1068103" cy="1787540"/>
            </a:xfrm>
            <a:custGeom>
              <a:avLst/>
              <a:gdLst/>
              <a:ahLst/>
              <a:cxnLst/>
              <a:rect l="0" t="0" r="0" b="0"/>
              <a:pathLst>
                <a:path w="1068103" h="1787540">
                  <a:moveTo>
                    <a:pt x="0" y="1186481"/>
                  </a:moveTo>
                  <a:lnTo>
                    <a:pt x="151563" y="1535533"/>
                  </a:lnTo>
                  <a:lnTo>
                    <a:pt x="436695" y="1787540"/>
                  </a:lnTo>
                  <a:lnTo>
                    <a:pt x="570263" y="1690497"/>
                  </a:lnTo>
                  <a:lnTo>
                    <a:pt x="504244" y="1632147"/>
                  </a:lnTo>
                  <a:lnTo>
                    <a:pt x="285131" y="1438489"/>
                  </a:lnTo>
                  <a:lnTo>
                    <a:pt x="164897" y="1161589"/>
                  </a:lnTo>
                  <a:lnTo>
                    <a:pt x="133568" y="1089438"/>
                  </a:lnTo>
                  <a:close/>
                  <a:moveTo>
                    <a:pt x="754818" y="149961"/>
                  </a:moveTo>
                  <a:lnTo>
                    <a:pt x="1009110" y="0"/>
                  </a:lnTo>
                  <a:cubicBezTo>
                    <a:pt x="1047539" y="135930"/>
                    <a:pt x="1068103" y="279360"/>
                    <a:pt x="1068103" y="427592"/>
                  </a:cubicBezTo>
                  <a:cubicBezTo>
                    <a:pt x="1068103" y="911619"/>
                    <a:pt x="848850" y="1344436"/>
                    <a:pt x="504244" y="1632147"/>
                  </a:cubicBezTo>
                  <a:lnTo>
                    <a:pt x="285131" y="1438489"/>
                  </a:lnTo>
                  <a:lnTo>
                    <a:pt x="164897" y="1161589"/>
                  </a:lnTo>
                  <a:cubicBezTo>
                    <a:pt x="364743" y="980353"/>
                    <a:pt x="490253" y="718630"/>
                    <a:pt x="490253" y="427592"/>
                  </a:cubicBezTo>
                  <a:cubicBezTo>
                    <a:pt x="490253" y="341498"/>
                    <a:pt x="479270" y="257970"/>
                    <a:pt x="458628" y="178330"/>
                  </a:cubicBezTo>
                  <a:close/>
                </a:path>
              </a:pathLst>
            </a:custGeom>
            <a:noFill/>
            <a:ln w="1031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F1DA5D-BEEB-804C-036C-36C4740FF3FE}"/>
              </a:ext>
            </a:extLst>
          </p:cNvPr>
          <p:cNvGrpSpPr/>
          <p:nvPr/>
        </p:nvGrpSpPr>
        <p:grpSpPr>
          <a:xfrm>
            <a:off x="5997671" y="2124800"/>
            <a:ext cx="1523717" cy="1325979"/>
            <a:chOff x="3249897" y="1652121"/>
            <a:chExt cx="1523717" cy="1325979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412D0D7-4844-0C8C-96BC-DF4A68EB7734}"/>
                </a:ext>
              </a:extLst>
            </p:cNvPr>
            <p:cNvSpPr/>
            <p:nvPr/>
          </p:nvSpPr>
          <p:spPr>
            <a:xfrm>
              <a:off x="3249897" y="1652121"/>
              <a:ext cx="1523717" cy="1325979"/>
            </a:xfrm>
            <a:custGeom>
              <a:avLst/>
              <a:gdLst/>
              <a:ahLst/>
              <a:cxnLst/>
              <a:rect l="0" t="0" r="0" b="0"/>
              <a:pathLst>
                <a:path w="1523717" h="1325979">
                  <a:moveTo>
                    <a:pt x="766111" y="1168960"/>
                  </a:moveTo>
                  <a:lnTo>
                    <a:pt x="844661" y="1161436"/>
                  </a:lnTo>
                  <a:lnTo>
                    <a:pt x="1144914" y="1132678"/>
                  </a:lnTo>
                  <a:lnTo>
                    <a:pt x="1397133" y="983938"/>
                  </a:lnTo>
                  <a:lnTo>
                    <a:pt x="1472698" y="939376"/>
                  </a:lnTo>
                  <a:lnTo>
                    <a:pt x="1523717" y="1096395"/>
                  </a:lnTo>
                  <a:lnTo>
                    <a:pt x="1195933" y="1289697"/>
                  </a:lnTo>
                  <a:lnTo>
                    <a:pt x="817130" y="1325979"/>
                  </a:lnTo>
                  <a:close/>
                  <a:moveTo>
                    <a:pt x="1397133" y="983938"/>
                  </a:moveTo>
                  <a:lnTo>
                    <a:pt x="1144914" y="1132678"/>
                  </a:lnTo>
                  <a:lnTo>
                    <a:pt x="844661" y="1161436"/>
                  </a:lnTo>
                  <a:cubicBezTo>
                    <a:pt x="697297" y="833770"/>
                    <a:pt x="376996" y="600702"/>
                    <a:pt x="0" y="578469"/>
                  </a:cubicBezTo>
                  <a:lnTo>
                    <a:pt x="64592" y="287803"/>
                  </a:lnTo>
                  <a:lnTo>
                    <a:pt x="636" y="0"/>
                  </a:lnTo>
                  <a:cubicBezTo>
                    <a:pt x="634826" y="23800"/>
                    <a:pt x="1172683" y="424139"/>
                    <a:pt x="1397133" y="983938"/>
                  </a:cubicBezTo>
                  <a:close/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1302F1C-1BD5-A2B7-170D-046A05C70853}"/>
                </a:ext>
              </a:extLst>
            </p:cNvPr>
            <p:cNvSpPr/>
            <p:nvPr/>
          </p:nvSpPr>
          <p:spPr>
            <a:xfrm>
              <a:off x="3249897" y="1652121"/>
              <a:ext cx="1523717" cy="1325979"/>
            </a:xfrm>
            <a:custGeom>
              <a:avLst/>
              <a:gdLst/>
              <a:ahLst/>
              <a:cxnLst/>
              <a:rect l="0" t="0" r="0" b="0"/>
              <a:pathLst>
                <a:path w="1523717" h="1325979">
                  <a:moveTo>
                    <a:pt x="766111" y="1168960"/>
                  </a:moveTo>
                  <a:lnTo>
                    <a:pt x="844661" y="1161436"/>
                  </a:lnTo>
                  <a:lnTo>
                    <a:pt x="1144914" y="1132678"/>
                  </a:lnTo>
                  <a:lnTo>
                    <a:pt x="1397133" y="983938"/>
                  </a:lnTo>
                  <a:lnTo>
                    <a:pt x="1472698" y="939376"/>
                  </a:lnTo>
                  <a:lnTo>
                    <a:pt x="1523717" y="1096395"/>
                  </a:lnTo>
                  <a:lnTo>
                    <a:pt x="1195933" y="1289697"/>
                  </a:lnTo>
                  <a:lnTo>
                    <a:pt x="817130" y="1325979"/>
                  </a:lnTo>
                  <a:close/>
                  <a:moveTo>
                    <a:pt x="1397133" y="983938"/>
                  </a:moveTo>
                  <a:lnTo>
                    <a:pt x="1144914" y="1132678"/>
                  </a:lnTo>
                  <a:lnTo>
                    <a:pt x="844661" y="1161436"/>
                  </a:lnTo>
                  <a:cubicBezTo>
                    <a:pt x="697297" y="833770"/>
                    <a:pt x="376996" y="600702"/>
                    <a:pt x="0" y="578469"/>
                  </a:cubicBezTo>
                  <a:lnTo>
                    <a:pt x="64592" y="287803"/>
                  </a:lnTo>
                  <a:lnTo>
                    <a:pt x="636" y="0"/>
                  </a:lnTo>
                  <a:cubicBezTo>
                    <a:pt x="634826" y="23800"/>
                    <a:pt x="1172683" y="424139"/>
                    <a:pt x="1397133" y="983938"/>
                  </a:cubicBezTo>
                  <a:close/>
                </a:path>
              </a:pathLst>
            </a:custGeom>
            <a:noFill/>
            <a:ln w="10318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02B919-C39D-690E-A626-E64780F48905}"/>
              </a:ext>
            </a:extLst>
          </p:cNvPr>
          <p:cNvGrpSpPr/>
          <p:nvPr/>
        </p:nvGrpSpPr>
        <p:grpSpPr>
          <a:xfrm>
            <a:off x="3270176" y="416854"/>
            <a:ext cx="5455593" cy="638868"/>
            <a:chOff x="2146300" y="247650"/>
            <a:chExt cx="2063750" cy="330200"/>
          </a:xfrm>
          <a:solidFill>
            <a:schemeClr val="accent2"/>
          </a:solidFill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671858BD-B5A4-ECC9-D282-415D92489A1F}"/>
                </a:ext>
              </a:extLst>
            </p:cNvPr>
            <p:cNvSpPr/>
            <p:nvPr/>
          </p:nvSpPr>
          <p:spPr>
            <a:xfrm>
              <a:off x="2146300" y="247650"/>
              <a:ext cx="2063750" cy="330200"/>
            </a:xfrm>
            <a:custGeom>
              <a:avLst/>
              <a:gdLst/>
              <a:ahLst/>
              <a:cxnLst/>
              <a:rect l="0" t="0" r="0" b="0"/>
              <a:pathLst>
                <a:path w="2063750" h="330200">
                  <a:moveTo>
                    <a:pt x="82550" y="0"/>
                  </a:moveTo>
                  <a:lnTo>
                    <a:pt x="1981200" y="0"/>
                  </a:lnTo>
                  <a:cubicBezTo>
                    <a:pt x="1981200" y="0"/>
                    <a:pt x="2063750" y="0"/>
                    <a:pt x="2063750" y="82550"/>
                  </a:cubicBezTo>
                  <a:lnTo>
                    <a:pt x="2063750" y="247650"/>
                  </a:lnTo>
                  <a:cubicBezTo>
                    <a:pt x="2063750" y="247650"/>
                    <a:pt x="2063750" y="330200"/>
                    <a:pt x="1981200" y="330200"/>
                  </a:cubicBezTo>
                  <a:lnTo>
                    <a:pt x="82550" y="330200"/>
                  </a:lnTo>
                  <a:cubicBezTo>
                    <a:pt x="82550" y="330200"/>
                    <a:pt x="0" y="330200"/>
                    <a:pt x="0" y="247650"/>
                  </a:cubicBezTo>
                  <a:lnTo>
                    <a:pt x="0" y="82550"/>
                  </a:lnTo>
                  <a:cubicBezTo>
                    <a:pt x="0" y="82550"/>
                    <a:pt x="0" y="0"/>
                    <a:pt x="82550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DB4F9AE-D1E5-766A-7940-DD122AD5DE8F}"/>
                </a:ext>
              </a:extLst>
            </p:cNvPr>
            <p:cNvSpPr/>
            <p:nvPr/>
          </p:nvSpPr>
          <p:spPr>
            <a:xfrm>
              <a:off x="2146300" y="247650"/>
              <a:ext cx="2063750" cy="330200"/>
            </a:xfrm>
            <a:custGeom>
              <a:avLst/>
              <a:gdLst/>
              <a:ahLst/>
              <a:cxnLst/>
              <a:rect l="0" t="0" r="0" b="0"/>
              <a:pathLst>
                <a:path w="2063750" h="330200">
                  <a:moveTo>
                    <a:pt x="82550" y="0"/>
                  </a:moveTo>
                  <a:lnTo>
                    <a:pt x="1981200" y="0"/>
                  </a:lnTo>
                  <a:cubicBezTo>
                    <a:pt x="1981200" y="0"/>
                    <a:pt x="2063750" y="0"/>
                    <a:pt x="2063750" y="82550"/>
                  </a:cubicBezTo>
                  <a:lnTo>
                    <a:pt x="2063750" y="247650"/>
                  </a:lnTo>
                  <a:cubicBezTo>
                    <a:pt x="2063750" y="247650"/>
                    <a:pt x="2063750" y="330200"/>
                    <a:pt x="1981200" y="330200"/>
                  </a:cubicBezTo>
                  <a:lnTo>
                    <a:pt x="82550" y="330200"/>
                  </a:lnTo>
                  <a:cubicBezTo>
                    <a:pt x="82550" y="330200"/>
                    <a:pt x="0" y="330200"/>
                    <a:pt x="0" y="247650"/>
                  </a:cubicBezTo>
                  <a:lnTo>
                    <a:pt x="0" y="82550"/>
                  </a:lnTo>
                  <a:cubicBezTo>
                    <a:pt x="0" y="82550"/>
                    <a:pt x="0" y="0"/>
                    <a:pt x="82550" y="0"/>
                  </a:cubicBezTo>
                </a:path>
              </a:pathLst>
            </a:custGeom>
            <a:grpFill/>
            <a:ln w="10318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9259CB0-931C-2625-E169-F3C59209D11F}"/>
              </a:ext>
            </a:extLst>
          </p:cNvPr>
          <p:cNvSpPr txBox="1"/>
          <p:nvPr/>
        </p:nvSpPr>
        <p:spPr>
          <a:xfrm>
            <a:off x="4087490" y="2051447"/>
            <a:ext cx="96996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Simplify the fitness
journey for users.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87C4AA-62EF-9DDA-13DD-5FFC8EB025BF}"/>
              </a:ext>
            </a:extLst>
          </p:cNvPr>
          <p:cNvSpPr txBox="1"/>
          <p:nvPr/>
        </p:nvSpPr>
        <p:spPr>
          <a:xfrm>
            <a:off x="6889031" y="1906985"/>
            <a:ext cx="1331118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Recognize the
prevalence of sedentary
behaviors.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72B2BD-B8AE-CF54-2C81-C26F9AA1F137}"/>
              </a:ext>
            </a:extLst>
          </p:cNvPr>
          <p:cNvSpPr txBox="1"/>
          <p:nvPr/>
        </p:nvSpPr>
        <p:spPr>
          <a:xfrm>
            <a:off x="3975429" y="1642137"/>
            <a:ext cx="107315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E0CB15"/>
                </a:solidFill>
                <a:latin typeface="Roboto"/>
              </a:rPr>
              <a:t>Streamline
Fitness Process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610CF6-AF92-DC44-E5BD-4A5C6EFFFAA7}"/>
              </a:ext>
            </a:extLst>
          </p:cNvPr>
          <p:cNvSpPr txBox="1"/>
          <p:nvPr/>
        </p:nvSpPr>
        <p:spPr>
          <a:xfrm>
            <a:off x="6889032" y="1311936"/>
            <a:ext cx="711993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69696"/>
                </a:solidFill>
                <a:latin typeface="Roboto"/>
              </a:rPr>
              <a:t>Identify
Sedentary
Lifestyle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9A3D5E-5548-1CC4-C3DE-5C26DBA81E7A}"/>
              </a:ext>
            </a:extLst>
          </p:cNvPr>
          <p:cNvSpPr txBox="1"/>
          <p:nvPr/>
        </p:nvSpPr>
        <p:spPr>
          <a:xfrm>
            <a:off x="3371370" y="3912262"/>
            <a:ext cx="928687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1EABDA"/>
                </a:solidFill>
                <a:latin typeface="Roboto"/>
              </a:rPr>
              <a:t>Enhance User
Confidence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784E15-4F7D-3BFA-3877-FD740D72EAF8}"/>
              </a:ext>
            </a:extLst>
          </p:cNvPr>
          <p:cNvSpPr txBox="1"/>
          <p:nvPr/>
        </p:nvSpPr>
        <p:spPr>
          <a:xfrm>
            <a:off x="7631982" y="3912262"/>
            <a:ext cx="1093787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CC583"/>
                </a:solidFill>
                <a:latin typeface="Roboto"/>
              </a:rPr>
              <a:t>Develop Fitness
Tool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36B6E7-2FC7-8242-B0AA-C446601D4029}"/>
              </a:ext>
            </a:extLst>
          </p:cNvPr>
          <p:cNvSpPr txBox="1"/>
          <p:nvPr/>
        </p:nvSpPr>
        <p:spPr>
          <a:xfrm>
            <a:off x="3270176" y="4321572"/>
            <a:ext cx="1083468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Boost user's belief in
their fitness choices.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D6F8FB-DAF5-FEEE-A231-CFAAFC6D5006}"/>
              </a:ext>
            </a:extLst>
          </p:cNvPr>
          <p:cNvSpPr txBox="1"/>
          <p:nvPr/>
        </p:nvSpPr>
        <p:spPr>
          <a:xfrm>
            <a:off x="7631982" y="4321572"/>
            <a:ext cx="128984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Create a tool to promote
physical activity.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CCF216-E033-3873-C3DD-66DB189CCDCE}"/>
              </a:ext>
            </a:extLst>
          </p:cNvPr>
          <p:cNvSpPr txBox="1"/>
          <p:nvPr/>
        </p:nvSpPr>
        <p:spPr>
          <a:xfrm>
            <a:off x="5532804" y="5848747"/>
            <a:ext cx="101123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>
                <a:solidFill>
                  <a:srgbClr val="484848"/>
                </a:solidFill>
                <a:latin typeface="Roboto"/>
              </a:rPr>
              <a:t>Offer personalized
workout plans.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1DA9ED-D108-60F4-C923-14EDD4C5B5EB}"/>
              </a:ext>
            </a:extLst>
          </p:cNvPr>
          <p:cNvSpPr txBox="1"/>
          <p:nvPr/>
        </p:nvSpPr>
        <p:spPr>
          <a:xfrm>
            <a:off x="5418748" y="5439437"/>
            <a:ext cx="1207293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92BD39"/>
                </a:solidFill>
                <a:latin typeface="Roboto"/>
              </a:rPr>
              <a:t>Suggest Workout
Routines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0E23030-5769-F36A-EF8E-13F5ECE95419}"/>
              </a:ext>
            </a:extLst>
          </p:cNvPr>
          <p:cNvSpPr/>
          <p:nvPr/>
        </p:nvSpPr>
        <p:spPr>
          <a:xfrm>
            <a:off x="4986941" y="2543308"/>
            <a:ext cx="309562" cy="316441"/>
          </a:xfrm>
          <a:custGeom>
            <a:avLst/>
            <a:gdLst/>
            <a:ahLst/>
            <a:cxnLst/>
            <a:rect l="0" t="0" r="0" b="0"/>
            <a:pathLst>
              <a:path w="309562" h="316441">
                <a:moveTo>
                  <a:pt x="20637" y="275166"/>
                </a:moveTo>
                <a:lnTo>
                  <a:pt x="282045" y="261408"/>
                </a:lnTo>
                <a:cubicBezTo>
                  <a:pt x="297242" y="261408"/>
                  <a:pt x="309562" y="273727"/>
                  <a:pt x="309562" y="288925"/>
                </a:cubicBezTo>
                <a:cubicBezTo>
                  <a:pt x="309562" y="304122"/>
                  <a:pt x="297242" y="316441"/>
                  <a:pt x="282045" y="316441"/>
                </a:cubicBezTo>
                <a:lnTo>
                  <a:pt x="20637" y="316441"/>
                </a:lnTo>
                <a:moveTo>
                  <a:pt x="158220" y="316441"/>
                </a:moveTo>
                <a:lnTo>
                  <a:pt x="234235" y="263926"/>
                </a:lnTo>
                <a:lnTo>
                  <a:pt x="213254" y="110066"/>
                </a:lnTo>
                <a:lnTo>
                  <a:pt x="247650" y="110066"/>
                </a:lnTo>
                <a:lnTo>
                  <a:pt x="307512" y="278496"/>
                </a:lnTo>
                <a:moveTo>
                  <a:pt x="275166" y="68791"/>
                </a:moveTo>
                <a:lnTo>
                  <a:pt x="247650" y="110066"/>
                </a:lnTo>
                <a:lnTo>
                  <a:pt x="199495" y="110066"/>
                </a:lnTo>
                <a:moveTo>
                  <a:pt x="0" y="295804"/>
                </a:moveTo>
                <a:cubicBezTo>
                  <a:pt x="0" y="307201"/>
                  <a:pt x="9239" y="316441"/>
                  <a:pt x="20637" y="316441"/>
                </a:cubicBezTo>
                <a:cubicBezTo>
                  <a:pt x="32035" y="316441"/>
                  <a:pt x="41275" y="307201"/>
                  <a:pt x="41275" y="295804"/>
                </a:cubicBezTo>
                <a:cubicBezTo>
                  <a:pt x="41275" y="284406"/>
                  <a:pt x="32035" y="275166"/>
                  <a:pt x="20637" y="275166"/>
                </a:cubicBezTo>
                <a:cubicBezTo>
                  <a:pt x="9239" y="275166"/>
                  <a:pt x="0" y="284406"/>
                  <a:pt x="0" y="295804"/>
                </a:cubicBezTo>
                <a:moveTo>
                  <a:pt x="82550" y="34395"/>
                </a:moveTo>
                <a:cubicBezTo>
                  <a:pt x="82550" y="15399"/>
                  <a:pt x="97949" y="0"/>
                  <a:pt x="116945" y="0"/>
                </a:cubicBezTo>
                <a:cubicBezTo>
                  <a:pt x="135942" y="0"/>
                  <a:pt x="151341" y="15399"/>
                  <a:pt x="151341" y="34395"/>
                </a:cubicBezTo>
                <a:cubicBezTo>
                  <a:pt x="151341" y="53392"/>
                  <a:pt x="135942" y="68791"/>
                  <a:pt x="116945" y="68791"/>
                </a:cubicBezTo>
                <a:cubicBezTo>
                  <a:pt x="97949" y="68791"/>
                  <a:pt x="82550" y="53392"/>
                  <a:pt x="82550" y="34395"/>
                </a:cubicBezTo>
                <a:moveTo>
                  <a:pt x="154918" y="106957"/>
                </a:moveTo>
                <a:cubicBezTo>
                  <a:pt x="164235" y="105093"/>
                  <a:pt x="173298" y="111136"/>
                  <a:pt x="175160" y="120453"/>
                </a:cubicBezTo>
                <a:cubicBezTo>
                  <a:pt x="177022" y="129770"/>
                  <a:pt x="170977" y="138832"/>
                  <a:pt x="161660" y="140692"/>
                </a:cubicBezTo>
                <a:lnTo>
                  <a:pt x="134487" y="146127"/>
                </a:lnTo>
                <a:cubicBezTo>
                  <a:pt x="132480" y="146525"/>
                  <a:pt x="130439" y="146728"/>
                  <a:pt x="128392" y="146732"/>
                </a:cubicBezTo>
                <a:cubicBezTo>
                  <a:pt x="120183" y="146737"/>
                  <a:pt x="112309" y="143469"/>
                  <a:pt x="106517" y="137652"/>
                </a:cubicBezTo>
                <a:lnTo>
                  <a:pt x="106379" y="137500"/>
                </a:lnTo>
                <a:lnTo>
                  <a:pt x="102499" y="154918"/>
                </a:lnTo>
                <a:lnTo>
                  <a:pt x="130236" y="166778"/>
                </a:lnTo>
                <a:cubicBezTo>
                  <a:pt x="140337" y="171121"/>
                  <a:pt x="147386" y="180484"/>
                  <a:pt x="148768" y="191392"/>
                </a:cubicBezTo>
                <a:lnTo>
                  <a:pt x="154657" y="238583"/>
                </a:lnTo>
                <a:cubicBezTo>
                  <a:pt x="155225" y="243108"/>
                  <a:pt x="153971" y="247673"/>
                  <a:pt x="151171" y="251273"/>
                </a:cubicBezTo>
                <a:cubicBezTo>
                  <a:pt x="148371" y="254873"/>
                  <a:pt x="144255" y="257212"/>
                  <a:pt x="139729" y="257776"/>
                </a:cubicBezTo>
                <a:cubicBezTo>
                  <a:pt x="139013" y="257869"/>
                  <a:pt x="138291" y="257915"/>
                  <a:pt x="137569" y="257913"/>
                </a:cubicBezTo>
                <a:cubicBezTo>
                  <a:pt x="128908" y="257897"/>
                  <a:pt x="121610" y="251442"/>
                  <a:pt x="120536" y="242848"/>
                </a:cubicBezTo>
                <a:lnTo>
                  <a:pt x="114882" y="197611"/>
                </a:lnTo>
                <a:lnTo>
                  <a:pt x="99747" y="191130"/>
                </a:lnTo>
                <a:lnTo>
                  <a:pt x="99747" y="193882"/>
                </a:lnTo>
                <a:cubicBezTo>
                  <a:pt x="99749" y="205420"/>
                  <a:pt x="96331" y="216700"/>
                  <a:pt x="89924" y="226297"/>
                </a:cubicBezTo>
                <a:lnTo>
                  <a:pt x="69286" y="257184"/>
                </a:lnTo>
                <a:cubicBezTo>
                  <a:pt x="66760" y="260981"/>
                  <a:pt x="62827" y="263618"/>
                  <a:pt x="58354" y="264513"/>
                </a:cubicBezTo>
                <a:cubicBezTo>
                  <a:pt x="53882" y="265409"/>
                  <a:pt x="49237" y="264490"/>
                  <a:pt x="45443" y="261958"/>
                </a:cubicBezTo>
                <a:cubicBezTo>
                  <a:pt x="41646" y="259431"/>
                  <a:pt x="39009" y="255498"/>
                  <a:pt x="38114" y="251026"/>
                </a:cubicBezTo>
                <a:cubicBezTo>
                  <a:pt x="37219" y="246554"/>
                  <a:pt x="38138" y="241909"/>
                  <a:pt x="40669" y="238115"/>
                </a:cubicBezTo>
                <a:lnTo>
                  <a:pt x="61307" y="207241"/>
                </a:lnTo>
                <a:cubicBezTo>
                  <a:pt x="63942" y="203284"/>
                  <a:pt x="65350" y="198636"/>
                  <a:pt x="65352" y="193882"/>
                </a:cubicBezTo>
                <a:lnTo>
                  <a:pt x="65352" y="165100"/>
                </a:lnTo>
                <a:cubicBezTo>
                  <a:pt x="65352" y="164563"/>
                  <a:pt x="65654" y="164095"/>
                  <a:pt x="65654" y="163572"/>
                </a:cubicBezTo>
                <a:cubicBezTo>
                  <a:pt x="65638" y="162837"/>
                  <a:pt x="65670" y="162102"/>
                  <a:pt x="65751" y="161371"/>
                </a:cubicBezTo>
                <a:lnTo>
                  <a:pt x="74859" y="120385"/>
                </a:lnTo>
                <a:lnTo>
                  <a:pt x="63632" y="120385"/>
                </a:lnTo>
                <a:lnTo>
                  <a:pt x="48154" y="141022"/>
                </a:lnTo>
                <a:cubicBezTo>
                  <a:pt x="42455" y="148621"/>
                  <a:pt x="31675" y="150161"/>
                  <a:pt x="24077" y="144462"/>
                </a:cubicBezTo>
                <a:cubicBezTo>
                  <a:pt x="16478" y="138763"/>
                  <a:pt x="14938" y="127984"/>
                  <a:pt x="20637" y="120385"/>
                </a:cubicBezTo>
                <a:lnTo>
                  <a:pt x="37147" y="98372"/>
                </a:lnTo>
                <a:cubicBezTo>
                  <a:pt x="43009" y="90595"/>
                  <a:pt x="52174" y="86013"/>
                  <a:pt x="61912" y="85989"/>
                </a:cubicBezTo>
                <a:lnTo>
                  <a:pt x="96308" y="85989"/>
                </a:lnTo>
                <a:cubicBezTo>
                  <a:pt x="98318" y="86020"/>
                  <a:pt x="100307" y="86406"/>
                  <a:pt x="102183" y="87131"/>
                </a:cubicBezTo>
                <a:cubicBezTo>
                  <a:pt x="102485" y="87241"/>
                  <a:pt x="102774" y="87310"/>
                  <a:pt x="103077" y="87448"/>
                </a:cubicBezTo>
                <a:cubicBezTo>
                  <a:pt x="104899" y="88240"/>
                  <a:pt x="106567" y="89348"/>
                  <a:pt x="108002" y="90722"/>
                </a:cubicBezTo>
                <a:cubicBezTo>
                  <a:pt x="108154" y="90860"/>
                  <a:pt x="108333" y="90887"/>
                  <a:pt x="108470" y="91025"/>
                </a:cubicBezTo>
                <a:lnTo>
                  <a:pt x="129479" y="112047"/>
                </a:lnTo>
                <a:lnTo>
                  <a:pt x="154850" y="106957"/>
                </a:lnTo>
                <a:close/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0175DFC-7FF1-A3D7-7CD1-EBB2AE05CB92}"/>
              </a:ext>
            </a:extLst>
          </p:cNvPr>
          <p:cNvSpPr/>
          <p:nvPr/>
        </p:nvSpPr>
        <p:spPr>
          <a:xfrm>
            <a:off x="6579469" y="2536429"/>
            <a:ext cx="319881" cy="314377"/>
          </a:xfrm>
          <a:custGeom>
            <a:avLst/>
            <a:gdLst/>
            <a:ahLst/>
            <a:cxnLst/>
            <a:rect l="0" t="0" r="0" b="0"/>
            <a:pathLst>
              <a:path w="319881" h="314377">
                <a:moveTo>
                  <a:pt x="199495" y="52282"/>
                </a:moveTo>
                <a:cubicBezTo>
                  <a:pt x="199495" y="35185"/>
                  <a:pt x="213355" y="21326"/>
                  <a:pt x="230452" y="21326"/>
                </a:cubicBezTo>
                <a:cubicBezTo>
                  <a:pt x="247549" y="21326"/>
                  <a:pt x="261408" y="35185"/>
                  <a:pt x="261408" y="52282"/>
                </a:cubicBezTo>
                <a:cubicBezTo>
                  <a:pt x="261408" y="69379"/>
                  <a:pt x="247549" y="83238"/>
                  <a:pt x="230452" y="83238"/>
                </a:cubicBezTo>
                <a:cubicBezTo>
                  <a:pt x="213355" y="83238"/>
                  <a:pt x="199495" y="69379"/>
                  <a:pt x="199495" y="52282"/>
                </a:cubicBezTo>
                <a:close/>
                <a:moveTo>
                  <a:pt x="137983" y="300325"/>
                </a:moveTo>
                <a:cubicBezTo>
                  <a:pt x="126976" y="294821"/>
                  <a:pt x="122848" y="282439"/>
                  <a:pt x="128352" y="272808"/>
                </a:cubicBezTo>
                <a:lnTo>
                  <a:pt x="149279" y="227700"/>
                </a:lnTo>
                <a:cubicBezTo>
                  <a:pt x="158910" y="207062"/>
                  <a:pt x="180923" y="193304"/>
                  <a:pt x="204312" y="193304"/>
                </a:cubicBezTo>
                <a:lnTo>
                  <a:pt x="209815" y="193304"/>
                </a:lnTo>
                <a:lnTo>
                  <a:pt x="209815" y="160284"/>
                </a:lnTo>
                <a:cubicBezTo>
                  <a:pt x="200185" y="164412"/>
                  <a:pt x="190554" y="165787"/>
                  <a:pt x="180923" y="165787"/>
                </a:cubicBezTo>
                <a:lnTo>
                  <a:pt x="145150" y="165787"/>
                </a:lnTo>
                <a:cubicBezTo>
                  <a:pt x="134144" y="165787"/>
                  <a:pt x="124513" y="156157"/>
                  <a:pt x="124513" y="145150"/>
                </a:cubicBezTo>
                <a:cubicBezTo>
                  <a:pt x="124513" y="134143"/>
                  <a:pt x="134144" y="124512"/>
                  <a:pt x="145150" y="124512"/>
                </a:cubicBezTo>
                <a:cubicBezTo>
                  <a:pt x="169915" y="124512"/>
                  <a:pt x="191930" y="125888"/>
                  <a:pt x="204312" y="117633"/>
                </a:cubicBezTo>
                <a:lnTo>
                  <a:pt x="219445" y="108002"/>
                </a:lnTo>
                <a:cubicBezTo>
                  <a:pt x="224948" y="103875"/>
                  <a:pt x="233203" y="102499"/>
                  <a:pt x="240082" y="106626"/>
                </a:cubicBezTo>
                <a:cubicBezTo>
                  <a:pt x="246962" y="109378"/>
                  <a:pt x="251090" y="116257"/>
                  <a:pt x="251090" y="124512"/>
                </a:cubicBezTo>
                <a:lnTo>
                  <a:pt x="251090" y="213942"/>
                </a:lnTo>
                <a:cubicBezTo>
                  <a:pt x="251090" y="224948"/>
                  <a:pt x="241460" y="234579"/>
                  <a:pt x="230453" y="234579"/>
                </a:cubicBezTo>
                <a:lnTo>
                  <a:pt x="204312" y="234579"/>
                </a:lnTo>
                <a:cubicBezTo>
                  <a:pt x="197433" y="234579"/>
                  <a:pt x="190552" y="238707"/>
                  <a:pt x="186425" y="245586"/>
                </a:cubicBezTo>
                <a:lnTo>
                  <a:pt x="165500" y="290694"/>
                </a:lnTo>
                <a:cubicBezTo>
                  <a:pt x="161372" y="298949"/>
                  <a:pt x="150366" y="305828"/>
                  <a:pt x="137983" y="300325"/>
                </a:cubicBezTo>
                <a:close/>
                <a:moveTo>
                  <a:pt x="10318" y="121760"/>
                </a:moveTo>
                <a:lnTo>
                  <a:pt x="58472" y="121760"/>
                </a:lnTo>
                <a:moveTo>
                  <a:pt x="10318" y="80485"/>
                </a:moveTo>
                <a:lnTo>
                  <a:pt x="58472" y="80485"/>
                </a:lnTo>
                <a:moveTo>
                  <a:pt x="58472" y="39210"/>
                </a:moveTo>
                <a:lnTo>
                  <a:pt x="10318" y="39210"/>
                </a:lnTo>
                <a:moveTo>
                  <a:pt x="156158" y="165787"/>
                </a:moveTo>
                <a:lnTo>
                  <a:pt x="10318" y="165787"/>
                </a:lnTo>
                <a:moveTo>
                  <a:pt x="79110" y="167163"/>
                </a:moveTo>
                <a:lnTo>
                  <a:pt x="79110" y="314377"/>
                </a:lnTo>
                <a:lnTo>
                  <a:pt x="10318" y="314377"/>
                </a:lnTo>
                <a:lnTo>
                  <a:pt x="10318" y="165787"/>
                </a:lnTo>
                <a:moveTo>
                  <a:pt x="319881" y="92868"/>
                </a:moveTo>
                <a:lnTo>
                  <a:pt x="317129" y="92868"/>
                </a:lnTo>
                <a:cubicBezTo>
                  <a:pt x="310250" y="92868"/>
                  <a:pt x="304747" y="98372"/>
                  <a:pt x="303371" y="105251"/>
                </a:cubicBezTo>
                <a:lnTo>
                  <a:pt x="286861" y="222197"/>
                </a:lnTo>
                <a:cubicBezTo>
                  <a:pt x="285485" y="229076"/>
                  <a:pt x="279982" y="234579"/>
                  <a:pt x="273102" y="234579"/>
                </a:cubicBezTo>
                <a:lnTo>
                  <a:pt x="230452" y="234579"/>
                </a:lnTo>
                <a:moveTo>
                  <a:pt x="0" y="0"/>
                </a:moveTo>
                <a:moveTo>
                  <a:pt x="240082" y="234579"/>
                </a:moveTo>
                <a:lnTo>
                  <a:pt x="240082" y="314377"/>
                </a:lnTo>
                <a:moveTo>
                  <a:pt x="191928" y="314377"/>
                </a:moveTo>
                <a:lnTo>
                  <a:pt x="281357" y="314377"/>
                </a:lnTo>
                <a:moveTo>
                  <a:pt x="0" y="0"/>
                </a:moveTo>
                <a:moveTo>
                  <a:pt x="145150" y="124513"/>
                </a:moveTo>
                <a:lnTo>
                  <a:pt x="156158" y="83238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402B7FB-3D84-8358-8E47-C0D40A92AB10}"/>
              </a:ext>
            </a:extLst>
          </p:cNvPr>
          <p:cNvSpPr/>
          <p:nvPr/>
        </p:nvSpPr>
        <p:spPr>
          <a:xfrm>
            <a:off x="4564439" y="3934770"/>
            <a:ext cx="327536" cy="334689"/>
          </a:xfrm>
          <a:custGeom>
            <a:avLst/>
            <a:gdLst/>
            <a:ahLst/>
            <a:cxnLst/>
            <a:rect l="0" t="0" r="0" b="0"/>
            <a:pathLst>
              <a:path w="327536" h="334689">
                <a:moveTo>
                  <a:pt x="42593" y="106696"/>
                </a:moveTo>
                <a:cubicBezTo>
                  <a:pt x="67362" y="39057"/>
                  <a:pt x="138174" y="0"/>
                  <a:pt x="208598" y="15133"/>
                </a:cubicBezTo>
                <a:cubicBezTo>
                  <a:pt x="279021" y="30267"/>
                  <a:pt x="327536" y="94967"/>
                  <a:pt x="322331" y="166810"/>
                </a:cubicBezTo>
                <a:cubicBezTo>
                  <a:pt x="317126" y="238653"/>
                  <a:pt x="259792" y="295685"/>
                  <a:pt x="187923" y="300509"/>
                </a:cubicBezTo>
                <a:moveTo>
                  <a:pt x="140456" y="121954"/>
                </a:moveTo>
                <a:cubicBezTo>
                  <a:pt x="142356" y="121954"/>
                  <a:pt x="143896" y="120414"/>
                  <a:pt x="143896" y="118514"/>
                </a:cubicBezTo>
                <a:cubicBezTo>
                  <a:pt x="143896" y="116615"/>
                  <a:pt x="142356" y="115075"/>
                  <a:pt x="140456" y="115075"/>
                </a:cubicBezTo>
                <a:cubicBezTo>
                  <a:pt x="138557" y="115075"/>
                  <a:pt x="137017" y="116615"/>
                  <a:pt x="137017" y="118514"/>
                </a:cubicBezTo>
                <a:cubicBezTo>
                  <a:pt x="137017" y="120414"/>
                  <a:pt x="138557" y="121954"/>
                  <a:pt x="140456" y="121954"/>
                </a:cubicBezTo>
                <a:moveTo>
                  <a:pt x="264281" y="121954"/>
                </a:moveTo>
                <a:cubicBezTo>
                  <a:pt x="266181" y="121954"/>
                  <a:pt x="267721" y="120414"/>
                  <a:pt x="267721" y="118514"/>
                </a:cubicBezTo>
                <a:cubicBezTo>
                  <a:pt x="267721" y="116615"/>
                  <a:pt x="266181" y="115075"/>
                  <a:pt x="264281" y="115075"/>
                </a:cubicBezTo>
                <a:cubicBezTo>
                  <a:pt x="262382" y="115075"/>
                  <a:pt x="260842" y="116615"/>
                  <a:pt x="260842" y="118514"/>
                </a:cubicBezTo>
                <a:cubicBezTo>
                  <a:pt x="260842" y="120414"/>
                  <a:pt x="262382" y="121954"/>
                  <a:pt x="264281" y="121954"/>
                </a:cubicBezTo>
                <a:moveTo>
                  <a:pt x="162139" y="169998"/>
                </a:moveTo>
                <a:cubicBezTo>
                  <a:pt x="161184" y="169996"/>
                  <a:pt x="160232" y="170112"/>
                  <a:pt x="159305" y="170342"/>
                </a:cubicBezTo>
                <a:cubicBezTo>
                  <a:pt x="156438" y="171025"/>
                  <a:pt x="153965" y="172829"/>
                  <a:pt x="152440" y="175350"/>
                </a:cubicBezTo>
                <a:cubicBezTo>
                  <a:pt x="150914" y="177872"/>
                  <a:pt x="150463" y="180900"/>
                  <a:pt x="151188" y="183756"/>
                </a:cubicBezTo>
                <a:cubicBezTo>
                  <a:pt x="156492" y="203392"/>
                  <a:pt x="172067" y="218583"/>
                  <a:pt x="191830" y="223394"/>
                </a:cubicBezTo>
                <a:cubicBezTo>
                  <a:pt x="221712" y="231147"/>
                  <a:pt x="252292" y="213506"/>
                  <a:pt x="260539" y="183756"/>
                </a:cubicBezTo>
                <a:cubicBezTo>
                  <a:pt x="261408" y="180400"/>
                  <a:pt x="260644" y="176830"/>
                  <a:pt x="258478" y="174123"/>
                </a:cubicBezTo>
                <a:cubicBezTo>
                  <a:pt x="256312" y="171416"/>
                  <a:pt x="252998" y="169887"/>
                  <a:pt x="249532" y="169998"/>
                </a:cubicBezTo>
                <a:close/>
                <a:moveTo>
                  <a:pt x="26950" y="207393"/>
                </a:moveTo>
                <a:lnTo>
                  <a:pt x="17980" y="179986"/>
                </a:lnTo>
                <a:cubicBezTo>
                  <a:pt x="14249" y="168650"/>
                  <a:pt x="20406" y="156434"/>
                  <a:pt x="31738" y="152690"/>
                </a:cubicBezTo>
                <a:lnTo>
                  <a:pt x="31738" y="152690"/>
                </a:lnTo>
                <a:cubicBezTo>
                  <a:pt x="43094" y="148973"/>
                  <a:pt x="55313" y="155163"/>
                  <a:pt x="59035" y="166517"/>
                </a:cubicBezTo>
                <a:lnTo>
                  <a:pt x="68019" y="193924"/>
                </a:lnTo>
                <a:moveTo>
                  <a:pt x="113349" y="208299"/>
                </a:moveTo>
                <a:cubicBezTo>
                  <a:pt x="111429" y="212091"/>
                  <a:pt x="108079" y="214962"/>
                  <a:pt x="104038" y="216281"/>
                </a:cubicBezTo>
                <a:cubicBezTo>
                  <a:pt x="112449" y="213531"/>
                  <a:pt x="121498" y="218111"/>
                  <a:pt x="124263" y="226517"/>
                </a:cubicBezTo>
                <a:lnTo>
                  <a:pt x="124442" y="226944"/>
                </a:lnTo>
                <a:cubicBezTo>
                  <a:pt x="125765" y="230983"/>
                  <a:pt x="125429" y="235383"/>
                  <a:pt x="123506" y="239174"/>
                </a:cubicBezTo>
                <a:cubicBezTo>
                  <a:pt x="121583" y="242965"/>
                  <a:pt x="118233" y="245836"/>
                  <a:pt x="114192" y="247155"/>
                </a:cubicBezTo>
                <a:cubicBezTo>
                  <a:pt x="122603" y="244396"/>
                  <a:pt x="131658" y="248979"/>
                  <a:pt x="134416" y="257391"/>
                </a:cubicBezTo>
                <a:lnTo>
                  <a:pt x="134540" y="257776"/>
                </a:lnTo>
                <a:cubicBezTo>
                  <a:pt x="137290" y="266183"/>
                  <a:pt x="132708" y="275229"/>
                  <a:pt x="124304" y="277987"/>
                </a:cubicBezTo>
                <a:cubicBezTo>
                  <a:pt x="128343" y="276663"/>
                  <a:pt x="132743" y="277000"/>
                  <a:pt x="136534" y="278923"/>
                </a:cubicBezTo>
                <a:cubicBezTo>
                  <a:pt x="140325" y="280845"/>
                  <a:pt x="143196" y="284196"/>
                  <a:pt x="144515" y="288237"/>
                </a:cubicBezTo>
                <a:lnTo>
                  <a:pt x="144639" y="288608"/>
                </a:lnTo>
                <a:cubicBezTo>
                  <a:pt x="147389" y="297019"/>
                  <a:pt x="142809" y="306069"/>
                  <a:pt x="134403" y="308833"/>
                </a:cubicBezTo>
                <a:lnTo>
                  <a:pt x="100007" y="320074"/>
                </a:lnTo>
                <a:lnTo>
                  <a:pt x="82658" y="325728"/>
                </a:lnTo>
                <a:cubicBezTo>
                  <a:pt x="55281" y="334689"/>
                  <a:pt x="25822" y="319766"/>
                  <a:pt x="16851" y="292392"/>
                </a:cubicBezTo>
                <a:lnTo>
                  <a:pt x="8913" y="268191"/>
                </a:lnTo>
                <a:cubicBezTo>
                  <a:pt x="0" y="240827"/>
                  <a:pt x="14928" y="211413"/>
                  <a:pt x="42277" y="202454"/>
                </a:cubicBezTo>
                <a:lnTo>
                  <a:pt x="59626" y="196758"/>
                </a:lnTo>
                <a:lnTo>
                  <a:pt x="69601" y="193497"/>
                </a:lnTo>
                <a:lnTo>
                  <a:pt x="93939" y="185448"/>
                </a:lnTo>
                <a:cubicBezTo>
                  <a:pt x="102347" y="182699"/>
                  <a:pt x="111392" y="187280"/>
                  <a:pt x="114150" y="195685"/>
                </a:cubicBezTo>
                <a:lnTo>
                  <a:pt x="114274" y="196070"/>
                </a:lnTo>
                <a:cubicBezTo>
                  <a:pt x="115602" y="200107"/>
                  <a:pt x="115269" y="204507"/>
                  <a:pt x="113349" y="208299"/>
                </a:cubicBezTo>
                <a:close/>
                <a:moveTo>
                  <a:pt x="79631" y="224261"/>
                </a:moveTo>
                <a:lnTo>
                  <a:pt x="103997" y="216281"/>
                </a:lnTo>
                <a:cubicBezTo>
                  <a:pt x="112398" y="213557"/>
                  <a:pt x="117009" y="204546"/>
                  <a:pt x="114302" y="196139"/>
                </a:cubicBezTo>
                <a:lnTo>
                  <a:pt x="114178" y="195753"/>
                </a:lnTo>
                <a:cubicBezTo>
                  <a:pt x="111420" y="187349"/>
                  <a:pt x="102374" y="182768"/>
                  <a:pt x="93967" y="185517"/>
                </a:cubicBezTo>
                <a:lnTo>
                  <a:pt x="69601" y="193497"/>
                </a:lnTo>
                <a:moveTo>
                  <a:pt x="89784" y="255134"/>
                </a:moveTo>
                <a:lnTo>
                  <a:pt x="114137" y="247155"/>
                </a:lnTo>
                <a:cubicBezTo>
                  <a:pt x="118187" y="245836"/>
                  <a:pt x="121546" y="242959"/>
                  <a:pt x="123469" y="239158"/>
                </a:cubicBezTo>
                <a:cubicBezTo>
                  <a:pt x="125393" y="235357"/>
                  <a:pt x="125723" y="230947"/>
                  <a:pt x="124387" y="226902"/>
                </a:cubicBezTo>
                <a:lnTo>
                  <a:pt x="124263" y="226517"/>
                </a:lnTo>
                <a:cubicBezTo>
                  <a:pt x="121498" y="218111"/>
                  <a:pt x="112449" y="213531"/>
                  <a:pt x="104038" y="216281"/>
                </a:cubicBezTo>
                <a:lnTo>
                  <a:pt x="79672" y="224261"/>
                </a:lnTo>
                <a:moveTo>
                  <a:pt x="99869" y="285939"/>
                </a:moveTo>
                <a:lnTo>
                  <a:pt x="124249" y="277946"/>
                </a:lnTo>
                <a:cubicBezTo>
                  <a:pt x="132653" y="275187"/>
                  <a:pt x="137234" y="266142"/>
                  <a:pt x="134485" y="257735"/>
                </a:cubicBezTo>
                <a:lnTo>
                  <a:pt x="134361" y="257350"/>
                </a:lnTo>
                <a:cubicBezTo>
                  <a:pt x="131603" y="248938"/>
                  <a:pt x="122548" y="244355"/>
                  <a:pt x="114137" y="247113"/>
                </a:cubicBezTo>
                <a:lnTo>
                  <a:pt x="89784" y="255093"/>
                </a:lnTo>
                <a:moveTo>
                  <a:pt x="109968" y="316772"/>
                </a:moveTo>
                <a:lnTo>
                  <a:pt x="134334" y="308792"/>
                </a:lnTo>
                <a:cubicBezTo>
                  <a:pt x="142740" y="306027"/>
                  <a:pt x="147320" y="296978"/>
                  <a:pt x="144570" y="288567"/>
                </a:cubicBezTo>
                <a:lnTo>
                  <a:pt x="144446" y="288196"/>
                </a:lnTo>
                <a:cubicBezTo>
                  <a:pt x="143127" y="284155"/>
                  <a:pt x="140256" y="280804"/>
                  <a:pt x="136465" y="278881"/>
                </a:cubicBezTo>
                <a:cubicBezTo>
                  <a:pt x="132674" y="276959"/>
                  <a:pt x="128275" y="276622"/>
                  <a:pt x="124235" y="277946"/>
                </a:cubicBezTo>
                <a:lnTo>
                  <a:pt x="99869" y="285939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F4B183D-CACE-94B6-438B-632893CD3F1A}"/>
              </a:ext>
            </a:extLst>
          </p:cNvPr>
          <p:cNvSpPr/>
          <p:nvPr/>
        </p:nvSpPr>
        <p:spPr>
          <a:xfrm>
            <a:off x="6984734" y="3950096"/>
            <a:ext cx="317652" cy="309562"/>
          </a:xfrm>
          <a:custGeom>
            <a:avLst/>
            <a:gdLst/>
            <a:ahLst/>
            <a:cxnLst/>
            <a:rect l="0" t="0" r="0" b="0"/>
            <a:pathLst>
              <a:path w="317652" h="309562">
                <a:moveTo>
                  <a:pt x="188434" y="223985"/>
                </a:moveTo>
                <a:lnTo>
                  <a:pt x="188434" y="282637"/>
                </a:lnTo>
                <a:cubicBezTo>
                  <a:pt x="188434" y="297480"/>
                  <a:pt x="176421" y="309524"/>
                  <a:pt x="161577" y="309562"/>
                </a:cubicBezTo>
                <a:lnTo>
                  <a:pt x="26911" y="309562"/>
                </a:lnTo>
                <a:cubicBezTo>
                  <a:pt x="12046" y="309554"/>
                  <a:pt x="0" y="297502"/>
                  <a:pt x="0" y="282637"/>
                </a:cubicBezTo>
                <a:lnTo>
                  <a:pt x="0" y="26925"/>
                </a:lnTo>
                <a:cubicBezTo>
                  <a:pt x="0" y="12060"/>
                  <a:pt x="12046" y="7"/>
                  <a:pt x="26911" y="0"/>
                </a:cubicBezTo>
                <a:lnTo>
                  <a:pt x="161577" y="0"/>
                </a:lnTo>
                <a:cubicBezTo>
                  <a:pt x="176448" y="0"/>
                  <a:pt x="188502" y="12054"/>
                  <a:pt x="188502" y="26925"/>
                </a:cubicBezTo>
                <a:moveTo>
                  <a:pt x="188434" y="237799"/>
                </a:moveTo>
                <a:lnTo>
                  <a:pt x="0" y="237799"/>
                </a:lnTo>
                <a:moveTo>
                  <a:pt x="89057" y="274038"/>
                </a:moveTo>
                <a:cubicBezTo>
                  <a:pt x="89057" y="276887"/>
                  <a:pt x="91367" y="279197"/>
                  <a:pt x="94217" y="279197"/>
                </a:cubicBezTo>
                <a:cubicBezTo>
                  <a:pt x="97066" y="279197"/>
                  <a:pt x="99376" y="276887"/>
                  <a:pt x="99376" y="274038"/>
                </a:cubicBezTo>
                <a:cubicBezTo>
                  <a:pt x="99376" y="271189"/>
                  <a:pt x="97066" y="268879"/>
                  <a:pt x="94217" y="268879"/>
                </a:cubicBezTo>
                <a:cubicBezTo>
                  <a:pt x="91367" y="268879"/>
                  <a:pt x="89057" y="271189"/>
                  <a:pt x="89057" y="274038"/>
                </a:cubicBezTo>
                <a:moveTo>
                  <a:pt x="80816" y="162953"/>
                </a:moveTo>
                <a:cubicBezTo>
                  <a:pt x="80816" y="184753"/>
                  <a:pt x="98488" y="202426"/>
                  <a:pt x="120289" y="202426"/>
                </a:cubicBezTo>
                <a:cubicBezTo>
                  <a:pt x="142089" y="202426"/>
                  <a:pt x="159761" y="184753"/>
                  <a:pt x="159761" y="162953"/>
                </a:cubicBezTo>
                <a:cubicBezTo>
                  <a:pt x="159761" y="141153"/>
                  <a:pt x="142089" y="123481"/>
                  <a:pt x="120289" y="123481"/>
                </a:cubicBezTo>
                <a:cubicBezTo>
                  <a:pt x="98488" y="123481"/>
                  <a:pt x="80816" y="141153"/>
                  <a:pt x="80816" y="162953"/>
                </a:cubicBezTo>
                <a:moveTo>
                  <a:pt x="238707" y="162953"/>
                </a:moveTo>
                <a:cubicBezTo>
                  <a:pt x="238707" y="141153"/>
                  <a:pt x="256379" y="123481"/>
                  <a:pt x="278179" y="123481"/>
                </a:cubicBezTo>
                <a:cubicBezTo>
                  <a:pt x="299979" y="123481"/>
                  <a:pt x="317652" y="141153"/>
                  <a:pt x="317652" y="162953"/>
                </a:cubicBezTo>
                <a:cubicBezTo>
                  <a:pt x="317652" y="184753"/>
                  <a:pt x="299979" y="202426"/>
                  <a:pt x="278179" y="202426"/>
                </a:cubicBezTo>
                <a:cubicBezTo>
                  <a:pt x="256379" y="202426"/>
                  <a:pt x="238707" y="184753"/>
                  <a:pt x="238707" y="162953"/>
                </a:cubicBezTo>
                <a:moveTo>
                  <a:pt x="278179" y="162953"/>
                </a:moveTo>
                <a:lnTo>
                  <a:pt x="225691" y="46090"/>
                </a:lnTo>
                <a:cubicBezTo>
                  <a:pt x="224764" y="44018"/>
                  <a:pt x="224773" y="41648"/>
                  <a:pt x="225716" y="39583"/>
                </a:cubicBezTo>
                <a:cubicBezTo>
                  <a:pt x="226658" y="37519"/>
                  <a:pt x="228444" y="35959"/>
                  <a:pt x="230617" y="35303"/>
                </a:cubicBezTo>
                <a:lnTo>
                  <a:pt x="262027" y="25810"/>
                </a:lnTo>
                <a:moveTo>
                  <a:pt x="112405" y="60330"/>
                </a:moveTo>
                <a:lnTo>
                  <a:pt x="167659" y="60330"/>
                </a:lnTo>
                <a:moveTo>
                  <a:pt x="162568" y="106805"/>
                </a:moveTo>
                <a:lnTo>
                  <a:pt x="136083" y="60330"/>
                </a:lnTo>
                <a:moveTo>
                  <a:pt x="243164" y="84943"/>
                </a:moveTo>
                <a:lnTo>
                  <a:pt x="162568" y="106805"/>
                </a:lnTo>
                <a:lnTo>
                  <a:pt x="120289" y="162953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3AD9EB8-CE13-EEDB-BE24-F46CBBFF2FEB}"/>
              </a:ext>
            </a:extLst>
          </p:cNvPr>
          <p:cNvSpPr/>
          <p:nvPr/>
        </p:nvSpPr>
        <p:spPr>
          <a:xfrm>
            <a:off x="5809003" y="4813419"/>
            <a:ext cx="316441" cy="316441"/>
          </a:xfrm>
          <a:custGeom>
            <a:avLst/>
            <a:gdLst/>
            <a:ahLst/>
            <a:cxnLst/>
            <a:rect l="0" t="0" r="0" b="0"/>
            <a:pathLst>
              <a:path w="316441" h="316441">
                <a:moveTo>
                  <a:pt x="27516" y="0"/>
                </a:moveTo>
                <a:lnTo>
                  <a:pt x="288925" y="0"/>
                </a:lnTo>
                <a:cubicBezTo>
                  <a:pt x="288925" y="0"/>
                  <a:pt x="316441" y="0"/>
                  <a:pt x="316441" y="27516"/>
                </a:cubicBezTo>
                <a:lnTo>
                  <a:pt x="316441" y="288925"/>
                </a:lnTo>
                <a:cubicBezTo>
                  <a:pt x="316441" y="288925"/>
                  <a:pt x="316441" y="316441"/>
                  <a:pt x="288925" y="316441"/>
                </a:cubicBezTo>
                <a:lnTo>
                  <a:pt x="27516" y="316441"/>
                </a:lnTo>
                <a:cubicBezTo>
                  <a:pt x="27516" y="316441"/>
                  <a:pt x="0" y="316441"/>
                  <a:pt x="0" y="288925"/>
                </a:cubicBezTo>
                <a:lnTo>
                  <a:pt x="0" y="27516"/>
                </a:lnTo>
                <a:cubicBezTo>
                  <a:pt x="0" y="27516"/>
                  <a:pt x="0" y="0"/>
                  <a:pt x="27516" y="0"/>
                </a:cubicBezTo>
                <a:moveTo>
                  <a:pt x="61912" y="96308"/>
                </a:moveTo>
                <a:lnTo>
                  <a:pt x="82550" y="116945"/>
                </a:lnTo>
                <a:lnTo>
                  <a:pt x="137583" y="61912"/>
                </a:lnTo>
                <a:moveTo>
                  <a:pt x="61912" y="233891"/>
                </a:moveTo>
                <a:lnTo>
                  <a:pt x="82550" y="254529"/>
                </a:lnTo>
                <a:lnTo>
                  <a:pt x="137583" y="199495"/>
                </a:lnTo>
                <a:moveTo>
                  <a:pt x="261408" y="110066"/>
                </a:moveTo>
                <a:lnTo>
                  <a:pt x="178858" y="110066"/>
                </a:lnTo>
                <a:moveTo>
                  <a:pt x="261408" y="233891"/>
                </a:moveTo>
                <a:lnTo>
                  <a:pt x="178858" y="233891"/>
                </a:lnTo>
              </a:path>
            </a:pathLst>
          </a:custGeom>
          <a:noFill/>
          <a:ln w="1031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E24D7C-1490-A2DF-74E7-9D2A251BEA5B}"/>
              </a:ext>
            </a:extLst>
          </p:cNvPr>
          <p:cNvSpPr txBox="1"/>
          <p:nvPr/>
        </p:nvSpPr>
        <p:spPr>
          <a:xfrm>
            <a:off x="3779373" y="507052"/>
            <a:ext cx="4946396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dirty="0">
                <a:solidFill>
                  <a:srgbClr val="F669BE"/>
                </a:solidFill>
                <a:latin typeface="Roboto"/>
              </a:rPr>
              <a:t>Cycle of Fitness Enhancement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AB9957-ACC2-6BE0-5A59-D6AF0B44BE42}"/>
              </a:ext>
            </a:extLst>
          </p:cNvPr>
          <p:cNvSpPr txBox="1"/>
          <p:nvPr/>
        </p:nvSpPr>
        <p:spPr>
          <a:xfrm>
            <a:off x="5106796" y="3198719"/>
            <a:ext cx="1656663" cy="923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F669BE"/>
                </a:solidFill>
                <a:latin typeface="Roboto"/>
              </a:rPr>
              <a:t>Cycle of Fitness Enhancement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E97801B-B2FF-027F-3B77-BEB8232E0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176" y="383863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DD00BDA3-D35E-01FF-FF43-A41F8548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5E0FA-D273-498F-AA02-5F247EF866A8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7F975146-7179-B2F8-BB22-0B0E4795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BDF4F3DD-2C58-B4F0-E225-6C235BA0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26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426148" y="2184992"/>
            <a:ext cx="1339702" cy="3157869"/>
            <a:chOff x="382772" y="956930"/>
            <a:chExt cx="1339702" cy="3157869"/>
          </a:xfrm>
        </p:grpSpPr>
        <p:sp>
          <p:nvSpPr>
            <p:cNvPr id="2" name="Rounded Rectangle 1"/>
            <p:cNvSpPr/>
            <p:nvPr/>
          </p:nvSpPr>
          <p:spPr>
            <a:xfrm>
              <a:off x="382772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82772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26148" y="2184992"/>
            <a:ext cx="1339702" cy="3157869"/>
            <a:chOff x="1913860" y="956930"/>
            <a:chExt cx="1339702" cy="3157869"/>
          </a:xfrm>
        </p:grpSpPr>
        <p:sp>
          <p:nvSpPr>
            <p:cNvPr id="5" name="Rounded Rectangle 4"/>
            <p:cNvSpPr/>
            <p:nvPr/>
          </p:nvSpPr>
          <p:spPr>
            <a:xfrm>
              <a:off x="1913860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913860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426148" y="2184992"/>
            <a:ext cx="1339702" cy="3157869"/>
            <a:chOff x="4976037" y="956930"/>
            <a:chExt cx="1339702" cy="3157869"/>
          </a:xfrm>
        </p:grpSpPr>
        <p:sp>
          <p:nvSpPr>
            <p:cNvPr id="11" name="Rounded Rectangle 10"/>
            <p:cNvSpPr/>
            <p:nvPr/>
          </p:nvSpPr>
          <p:spPr>
            <a:xfrm>
              <a:off x="4976037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976037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426148" y="2184992"/>
            <a:ext cx="1339702" cy="3157869"/>
            <a:chOff x="6507125" y="956930"/>
            <a:chExt cx="1339702" cy="3157869"/>
          </a:xfrm>
        </p:grpSpPr>
        <p:sp>
          <p:nvSpPr>
            <p:cNvPr id="14" name="Rounded Rectangle 13"/>
            <p:cNvSpPr/>
            <p:nvPr/>
          </p:nvSpPr>
          <p:spPr>
            <a:xfrm>
              <a:off x="6507125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07125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485956" y="4134734"/>
            <a:ext cx="1220086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>
                <a:solidFill>
                  <a:srgbClr val="484848"/>
                </a:solidFill>
                <a:latin typeface="Roboto"/>
              </a:rPr>
              <a:t>Allows users to
choose from a list of
workout routines.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9880" y="3444948"/>
            <a:ext cx="1172239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User Attributes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5189" y="3444948"/>
            <a:ext cx="74162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Workout
Routine
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7534" y="3444948"/>
            <a:ext cx="95693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Routine
Progression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7630" y="3444948"/>
            <a:ext cx="101673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Set
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5765" y="3444948"/>
            <a:ext cx="110046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Programming
Concepts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5765" y="3728040"/>
            <a:ext cx="110046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Gathers personal
data like BMI and
expertise level for
customization.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1937" y="3943348"/>
            <a:ext cx="120812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Tracks the user's
progress through a
week-long routine.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6052" y="3943348"/>
            <a:ext cx="127989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Requires user
confirmation after
each set to proceed.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5765" y="3919426"/>
            <a:ext cx="110046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Demonstrates
fundamental C++
concepts in a
practical context.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12501" y="2950534"/>
            <a:ext cx="366997" cy="365619"/>
          </a:xfrm>
          <a:custGeom>
            <a:avLst/>
            <a:gdLst/>
            <a:ahLst/>
            <a:cxnLst/>
            <a:rect l="0" t="0" r="0" b="0"/>
            <a:pathLst>
              <a:path w="366997" h="365619">
                <a:moveTo>
                  <a:pt x="366997" y="17294"/>
                </a:moveTo>
                <a:cubicBezTo>
                  <a:pt x="359710" y="18624"/>
                  <a:pt x="352421" y="19866"/>
                  <a:pt x="345129" y="21018"/>
                </a:cubicBezTo>
                <a:moveTo>
                  <a:pt x="37641" y="20876"/>
                </a:moveTo>
                <a:cubicBezTo>
                  <a:pt x="30350" y="19723"/>
                  <a:pt x="23061" y="18482"/>
                  <a:pt x="15775" y="17152"/>
                </a:cubicBezTo>
                <a:moveTo>
                  <a:pt x="301721" y="27165"/>
                </a:moveTo>
                <a:cubicBezTo>
                  <a:pt x="228425" y="36148"/>
                  <a:pt x="154933" y="36148"/>
                  <a:pt x="81636" y="27165"/>
                </a:cubicBezTo>
                <a:moveTo>
                  <a:pt x="345129" y="361753"/>
                </a:moveTo>
                <a:cubicBezTo>
                  <a:pt x="352421" y="362906"/>
                  <a:pt x="359710" y="364147"/>
                  <a:pt x="366997" y="365477"/>
                </a:cubicBezTo>
                <a:moveTo>
                  <a:pt x="15775" y="365619"/>
                </a:moveTo>
                <a:cubicBezTo>
                  <a:pt x="23061" y="364288"/>
                  <a:pt x="30350" y="363048"/>
                  <a:pt x="37641" y="361896"/>
                </a:cubicBezTo>
                <a:moveTo>
                  <a:pt x="81636" y="355606"/>
                </a:moveTo>
                <a:cubicBezTo>
                  <a:pt x="154933" y="346624"/>
                  <a:pt x="228425" y="346622"/>
                  <a:pt x="301721" y="355606"/>
                </a:cubicBezTo>
                <a:moveTo>
                  <a:pt x="0" y="0"/>
                </a:moveTo>
                <a:moveTo>
                  <a:pt x="149059" y="247403"/>
                </a:moveTo>
                <a:lnTo>
                  <a:pt x="131219" y="247403"/>
                </a:lnTo>
                <a:moveTo>
                  <a:pt x="0" y="0"/>
                </a:moveTo>
                <a:moveTo>
                  <a:pt x="131219" y="191384"/>
                </a:moveTo>
                <a:lnTo>
                  <a:pt x="149059" y="191384"/>
                </a:lnTo>
                <a:moveTo>
                  <a:pt x="0" y="0"/>
                </a:moveTo>
                <a:moveTo>
                  <a:pt x="149059" y="135368"/>
                </a:moveTo>
                <a:lnTo>
                  <a:pt x="131219" y="135368"/>
                </a:lnTo>
                <a:moveTo>
                  <a:pt x="0" y="0"/>
                </a:moveTo>
                <a:moveTo>
                  <a:pt x="228958" y="292665"/>
                </a:moveTo>
                <a:lnTo>
                  <a:pt x="224376" y="237679"/>
                </a:lnTo>
                <a:lnTo>
                  <a:pt x="201465" y="237679"/>
                </a:lnTo>
                <a:lnTo>
                  <a:pt x="201465" y="205602"/>
                </a:lnTo>
                <a:cubicBezTo>
                  <a:pt x="201465" y="193449"/>
                  <a:pt x="206293" y="181794"/>
                  <a:pt x="214886" y="173201"/>
                </a:cubicBezTo>
                <a:cubicBezTo>
                  <a:pt x="223479" y="164607"/>
                  <a:pt x="235135" y="159780"/>
                  <a:pt x="247286" y="159780"/>
                </a:cubicBezTo>
                <a:cubicBezTo>
                  <a:pt x="259439" y="159780"/>
                  <a:pt x="271095" y="164607"/>
                  <a:pt x="279688" y="173201"/>
                </a:cubicBezTo>
                <a:cubicBezTo>
                  <a:pt x="288281" y="181794"/>
                  <a:pt x="293109" y="193449"/>
                  <a:pt x="293109" y="205602"/>
                </a:cubicBezTo>
                <a:lnTo>
                  <a:pt x="293109" y="237679"/>
                </a:lnTo>
                <a:lnTo>
                  <a:pt x="270198" y="237679"/>
                </a:lnTo>
                <a:lnTo>
                  <a:pt x="265616" y="292665"/>
                </a:lnTo>
                <a:close/>
                <a:moveTo>
                  <a:pt x="213448" y="125935"/>
                </a:moveTo>
                <a:cubicBezTo>
                  <a:pt x="213448" y="107243"/>
                  <a:pt x="228601" y="92091"/>
                  <a:pt x="247291" y="92091"/>
                </a:cubicBezTo>
                <a:cubicBezTo>
                  <a:pt x="265983" y="92091"/>
                  <a:pt x="281136" y="107243"/>
                  <a:pt x="281136" y="125935"/>
                </a:cubicBezTo>
                <a:cubicBezTo>
                  <a:pt x="281136" y="144627"/>
                  <a:pt x="265983" y="159780"/>
                  <a:pt x="247291" y="159780"/>
                </a:cubicBezTo>
                <a:cubicBezTo>
                  <a:pt x="228600" y="159780"/>
                  <a:pt x="213448" y="144627"/>
                  <a:pt x="213448" y="125935"/>
                </a:cubicBezTo>
                <a:close/>
                <a:moveTo>
                  <a:pt x="97638" y="83508"/>
                </a:moveTo>
                <a:lnTo>
                  <a:pt x="146920" y="83508"/>
                </a:lnTo>
                <a:cubicBezTo>
                  <a:pt x="146920" y="83508"/>
                  <a:pt x="154895" y="83508"/>
                  <a:pt x="154895" y="91482"/>
                </a:cubicBezTo>
                <a:lnTo>
                  <a:pt x="154895" y="291273"/>
                </a:lnTo>
                <a:cubicBezTo>
                  <a:pt x="154895" y="291273"/>
                  <a:pt x="154895" y="299248"/>
                  <a:pt x="146920" y="299248"/>
                </a:cubicBezTo>
                <a:lnTo>
                  <a:pt x="97638" y="299248"/>
                </a:lnTo>
                <a:cubicBezTo>
                  <a:pt x="97638" y="299248"/>
                  <a:pt x="89664" y="299248"/>
                  <a:pt x="89664" y="291273"/>
                </a:cubicBezTo>
                <a:lnTo>
                  <a:pt x="89664" y="91482"/>
                </a:lnTo>
                <a:cubicBezTo>
                  <a:pt x="89664" y="91482"/>
                  <a:pt x="89664" y="83508"/>
                  <a:pt x="97638" y="83508"/>
                </a:cubicBez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/>
          <p:cNvSpPr/>
          <p:nvPr/>
        </p:nvSpPr>
        <p:spPr>
          <a:xfrm>
            <a:off x="5912588" y="2990373"/>
            <a:ext cx="366823" cy="318976"/>
          </a:xfrm>
          <a:custGeom>
            <a:avLst/>
            <a:gdLst/>
            <a:ahLst/>
            <a:cxnLst/>
            <a:rect l="0" t="0" r="0" b="0"/>
            <a:pathLst>
              <a:path w="366823" h="318976">
                <a:moveTo>
                  <a:pt x="127590" y="31897"/>
                </a:moveTo>
                <a:lnTo>
                  <a:pt x="366823" y="31897"/>
                </a:lnTo>
                <a:moveTo>
                  <a:pt x="127590" y="159488"/>
                </a:moveTo>
                <a:lnTo>
                  <a:pt x="366823" y="159488"/>
                </a:lnTo>
                <a:moveTo>
                  <a:pt x="127590" y="287079"/>
                </a:moveTo>
                <a:lnTo>
                  <a:pt x="366823" y="287079"/>
                </a:lnTo>
                <a:moveTo>
                  <a:pt x="15948" y="0"/>
                </a:moveTo>
                <a:lnTo>
                  <a:pt x="47846" y="0"/>
                </a:lnTo>
                <a:cubicBezTo>
                  <a:pt x="47846" y="0"/>
                  <a:pt x="63795" y="0"/>
                  <a:pt x="63795" y="15948"/>
                </a:cubicBezTo>
                <a:lnTo>
                  <a:pt x="63795" y="47846"/>
                </a:lnTo>
                <a:cubicBezTo>
                  <a:pt x="63795" y="47846"/>
                  <a:pt x="63795" y="63795"/>
                  <a:pt x="47846" y="63795"/>
                </a:cubicBezTo>
                <a:lnTo>
                  <a:pt x="15948" y="63795"/>
                </a:lnTo>
                <a:cubicBezTo>
                  <a:pt x="15948" y="63795"/>
                  <a:pt x="0" y="63795"/>
                  <a:pt x="0" y="47846"/>
                </a:cubicBezTo>
                <a:lnTo>
                  <a:pt x="0" y="15948"/>
                </a:lnTo>
                <a:cubicBezTo>
                  <a:pt x="0" y="15948"/>
                  <a:pt x="0" y="0"/>
                  <a:pt x="15948" y="0"/>
                </a:cubicBezTo>
                <a:moveTo>
                  <a:pt x="15948" y="127590"/>
                </a:moveTo>
                <a:lnTo>
                  <a:pt x="47846" y="127590"/>
                </a:lnTo>
                <a:cubicBezTo>
                  <a:pt x="47846" y="127590"/>
                  <a:pt x="63795" y="127590"/>
                  <a:pt x="63795" y="143539"/>
                </a:cubicBezTo>
                <a:lnTo>
                  <a:pt x="63795" y="175437"/>
                </a:lnTo>
                <a:cubicBezTo>
                  <a:pt x="63795" y="175437"/>
                  <a:pt x="63795" y="191386"/>
                  <a:pt x="47846" y="191386"/>
                </a:cubicBezTo>
                <a:lnTo>
                  <a:pt x="15948" y="191386"/>
                </a:lnTo>
                <a:cubicBezTo>
                  <a:pt x="15948" y="191386"/>
                  <a:pt x="0" y="191386"/>
                  <a:pt x="0" y="175437"/>
                </a:cubicBezTo>
                <a:lnTo>
                  <a:pt x="0" y="143539"/>
                </a:lnTo>
                <a:cubicBezTo>
                  <a:pt x="0" y="143539"/>
                  <a:pt x="0" y="127590"/>
                  <a:pt x="15948" y="127590"/>
                </a:cubicBezTo>
                <a:moveTo>
                  <a:pt x="15948" y="255181"/>
                </a:moveTo>
                <a:lnTo>
                  <a:pt x="47846" y="255181"/>
                </a:lnTo>
                <a:cubicBezTo>
                  <a:pt x="47846" y="255181"/>
                  <a:pt x="63795" y="255181"/>
                  <a:pt x="63795" y="271130"/>
                </a:cubicBezTo>
                <a:lnTo>
                  <a:pt x="63795" y="303027"/>
                </a:lnTo>
                <a:cubicBezTo>
                  <a:pt x="63795" y="303027"/>
                  <a:pt x="63795" y="318976"/>
                  <a:pt x="47846" y="318976"/>
                </a:cubicBezTo>
                <a:lnTo>
                  <a:pt x="15948" y="318976"/>
                </a:lnTo>
                <a:cubicBezTo>
                  <a:pt x="15948" y="318976"/>
                  <a:pt x="0" y="318976"/>
                  <a:pt x="0" y="303027"/>
                </a:cubicBezTo>
                <a:lnTo>
                  <a:pt x="0" y="271130"/>
                </a:lnTo>
                <a:cubicBezTo>
                  <a:pt x="0" y="271130"/>
                  <a:pt x="0" y="255181"/>
                  <a:pt x="15948" y="255181"/>
                </a:cubicBez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/>
          <p:cNvSpPr/>
          <p:nvPr/>
        </p:nvSpPr>
        <p:spPr>
          <a:xfrm>
            <a:off x="5912055" y="2956152"/>
            <a:ext cx="367888" cy="369178"/>
          </a:xfrm>
          <a:custGeom>
            <a:avLst/>
            <a:gdLst/>
            <a:ahLst/>
            <a:cxnLst/>
            <a:rect l="0" t="0" r="0" b="0"/>
            <a:pathLst>
              <a:path w="367888" h="369178">
                <a:moveTo>
                  <a:pt x="73849" y="369178"/>
                </a:moveTo>
                <a:lnTo>
                  <a:pt x="73849" y="278940"/>
                </a:lnTo>
                <a:lnTo>
                  <a:pt x="295346" y="278940"/>
                </a:lnTo>
                <a:lnTo>
                  <a:pt x="295346" y="369178"/>
                </a:lnTo>
                <a:moveTo>
                  <a:pt x="67852" y="125368"/>
                </a:moveTo>
                <a:lnTo>
                  <a:pt x="97277" y="128430"/>
                </a:lnTo>
                <a:lnTo>
                  <a:pt x="115810" y="64922"/>
                </a:lnTo>
                <a:moveTo>
                  <a:pt x="7672" y="46215"/>
                </a:moveTo>
                <a:lnTo>
                  <a:pt x="122870" y="2886"/>
                </a:lnTo>
                <a:cubicBezTo>
                  <a:pt x="122870" y="2886"/>
                  <a:pt x="130543" y="0"/>
                  <a:pt x="133429" y="7672"/>
                </a:cubicBezTo>
                <a:lnTo>
                  <a:pt x="185423" y="145904"/>
                </a:lnTo>
                <a:cubicBezTo>
                  <a:pt x="185423" y="145904"/>
                  <a:pt x="188309" y="153577"/>
                  <a:pt x="180636" y="156463"/>
                </a:cubicBezTo>
                <a:lnTo>
                  <a:pt x="65438" y="199792"/>
                </a:lnTo>
                <a:cubicBezTo>
                  <a:pt x="65438" y="199792"/>
                  <a:pt x="57765" y="202679"/>
                  <a:pt x="54879" y="195006"/>
                </a:cubicBezTo>
                <a:lnTo>
                  <a:pt x="2886" y="56774"/>
                </a:lnTo>
                <a:cubicBezTo>
                  <a:pt x="2886" y="56774"/>
                  <a:pt x="0" y="49102"/>
                  <a:pt x="7672" y="46215"/>
                </a:cubicBezTo>
                <a:moveTo>
                  <a:pt x="210897" y="73790"/>
                </a:moveTo>
                <a:lnTo>
                  <a:pt x="235761" y="7666"/>
                </a:lnTo>
                <a:cubicBezTo>
                  <a:pt x="237363" y="3427"/>
                  <a:pt x="242094" y="1286"/>
                  <a:pt x="246335" y="2881"/>
                </a:cubicBezTo>
                <a:lnTo>
                  <a:pt x="361518" y="46214"/>
                </a:lnTo>
                <a:cubicBezTo>
                  <a:pt x="365750" y="47823"/>
                  <a:pt x="367888" y="52547"/>
                  <a:pt x="366302" y="56788"/>
                </a:cubicBezTo>
                <a:lnTo>
                  <a:pt x="314309" y="195001"/>
                </a:lnTo>
                <a:cubicBezTo>
                  <a:pt x="312714" y="199237"/>
                  <a:pt x="307988" y="201379"/>
                  <a:pt x="303751" y="199785"/>
                </a:cubicBezTo>
                <a:lnTo>
                  <a:pt x="233353" y="173310"/>
                </a:lnTo>
                <a:moveTo>
                  <a:pt x="290785" y="136054"/>
                </a:moveTo>
                <a:lnTo>
                  <a:pt x="259302" y="66613"/>
                </a:lnTo>
                <a:moveTo>
                  <a:pt x="240307" y="117075"/>
                </a:moveTo>
                <a:lnTo>
                  <a:pt x="309764" y="85592"/>
                </a:lnTo>
                <a:moveTo>
                  <a:pt x="73849" y="278940"/>
                </a:moveTo>
                <a:lnTo>
                  <a:pt x="127166" y="229705"/>
                </a:lnTo>
                <a:lnTo>
                  <a:pt x="184597" y="229705"/>
                </a:lnTo>
                <a:moveTo>
                  <a:pt x="184597" y="229705"/>
                </a:moveTo>
                <a:lnTo>
                  <a:pt x="242029" y="229705"/>
                </a:lnTo>
                <a:lnTo>
                  <a:pt x="295346" y="278940"/>
                </a:ln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/>
          <p:cNvSpPr/>
          <p:nvPr/>
        </p:nvSpPr>
        <p:spPr>
          <a:xfrm>
            <a:off x="5912588" y="2966482"/>
            <a:ext cx="366823" cy="350874"/>
          </a:xfrm>
          <a:custGeom>
            <a:avLst/>
            <a:gdLst/>
            <a:ahLst/>
            <a:cxnLst/>
            <a:rect l="0" t="0" r="0" b="0"/>
            <a:pathLst>
              <a:path w="366823" h="350874">
                <a:moveTo>
                  <a:pt x="31897" y="0"/>
                </a:moveTo>
                <a:lnTo>
                  <a:pt x="334925" y="0"/>
                </a:lnTo>
                <a:cubicBezTo>
                  <a:pt x="334925" y="0"/>
                  <a:pt x="366823" y="0"/>
                  <a:pt x="366823" y="31897"/>
                </a:cubicBezTo>
                <a:lnTo>
                  <a:pt x="366823" y="318976"/>
                </a:lnTo>
                <a:cubicBezTo>
                  <a:pt x="366823" y="318976"/>
                  <a:pt x="366823" y="350874"/>
                  <a:pt x="334925" y="350874"/>
                </a:cubicBezTo>
                <a:lnTo>
                  <a:pt x="31897" y="350874"/>
                </a:lnTo>
                <a:cubicBezTo>
                  <a:pt x="31897" y="350874"/>
                  <a:pt x="0" y="350874"/>
                  <a:pt x="0" y="318976"/>
                </a:cubicBezTo>
                <a:lnTo>
                  <a:pt x="0" y="31897"/>
                </a:lnTo>
                <a:cubicBezTo>
                  <a:pt x="0" y="31897"/>
                  <a:pt x="0" y="0"/>
                  <a:pt x="31897" y="0"/>
                </a:cubicBezTo>
                <a:moveTo>
                  <a:pt x="366823" y="79744"/>
                </a:moveTo>
                <a:lnTo>
                  <a:pt x="0" y="79744"/>
                </a:lnTo>
                <a:moveTo>
                  <a:pt x="55820" y="35884"/>
                </a:moveTo>
                <a:cubicBezTo>
                  <a:pt x="53618" y="35884"/>
                  <a:pt x="51833" y="37670"/>
                  <a:pt x="51833" y="39872"/>
                </a:cubicBezTo>
                <a:cubicBezTo>
                  <a:pt x="51833" y="42074"/>
                  <a:pt x="53618" y="43859"/>
                  <a:pt x="55820" y="43859"/>
                </a:cubicBezTo>
                <a:cubicBezTo>
                  <a:pt x="58022" y="43859"/>
                  <a:pt x="59808" y="42074"/>
                  <a:pt x="59808" y="39872"/>
                </a:cubicBezTo>
                <a:cubicBezTo>
                  <a:pt x="59808" y="37670"/>
                  <a:pt x="58022" y="35884"/>
                  <a:pt x="55820" y="35884"/>
                </a:cubicBezTo>
                <a:moveTo>
                  <a:pt x="103667" y="35884"/>
                </a:moveTo>
                <a:cubicBezTo>
                  <a:pt x="101465" y="35884"/>
                  <a:pt x="99680" y="37670"/>
                  <a:pt x="99680" y="39872"/>
                </a:cubicBezTo>
                <a:cubicBezTo>
                  <a:pt x="99680" y="42074"/>
                  <a:pt x="101465" y="43859"/>
                  <a:pt x="103667" y="43859"/>
                </a:cubicBezTo>
                <a:cubicBezTo>
                  <a:pt x="105869" y="43859"/>
                  <a:pt x="107654" y="42074"/>
                  <a:pt x="107654" y="39872"/>
                </a:cubicBezTo>
                <a:cubicBezTo>
                  <a:pt x="107654" y="37670"/>
                  <a:pt x="105869" y="35884"/>
                  <a:pt x="103667" y="35884"/>
                </a:cubicBezTo>
                <a:moveTo>
                  <a:pt x="151513" y="35884"/>
                </a:moveTo>
                <a:cubicBezTo>
                  <a:pt x="149311" y="35884"/>
                  <a:pt x="147526" y="37670"/>
                  <a:pt x="147526" y="39872"/>
                </a:cubicBezTo>
                <a:cubicBezTo>
                  <a:pt x="147526" y="42074"/>
                  <a:pt x="149311" y="43859"/>
                  <a:pt x="151513" y="43859"/>
                </a:cubicBezTo>
                <a:cubicBezTo>
                  <a:pt x="153716" y="43859"/>
                  <a:pt x="155501" y="42074"/>
                  <a:pt x="155501" y="39872"/>
                </a:cubicBezTo>
                <a:cubicBezTo>
                  <a:pt x="155501" y="37670"/>
                  <a:pt x="153716" y="35884"/>
                  <a:pt x="151513" y="35884"/>
                </a:cubicBezTo>
                <a:moveTo>
                  <a:pt x="83492" y="283091"/>
                </a:moveTo>
                <a:cubicBezTo>
                  <a:pt x="83492" y="287495"/>
                  <a:pt x="87062" y="291066"/>
                  <a:pt x="91466" y="291066"/>
                </a:cubicBezTo>
                <a:cubicBezTo>
                  <a:pt x="95870" y="291066"/>
                  <a:pt x="99441" y="287495"/>
                  <a:pt x="99441" y="283091"/>
                </a:cubicBezTo>
                <a:cubicBezTo>
                  <a:pt x="99441" y="278687"/>
                  <a:pt x="95870" y="275117"/>
                  <a:pt x="91466" y="275117"/>
                </a:cubicBezTo>
                <a:cubicBezTo>
                  <a:pt x="87062" y="275117"/>
                  <a:pt x="83492" y="278687"/>
                  <a:pt x="83492" y="283091"/>
                </a:cubicBezTo>
                <a:moveTo>
                  <a:pt x="175437" y="283091"/>
                </a:moveTo>
                <a:cubicBezTo>
                  <a:pt x="175437" y="287495"/>
                  <a:pt x="179007" y="291066"/>
                  <a:pt x="183411" y="291066"/>
                </a:cubicBezTo>
                <a:cubicBezTo>
                  <a:pt x="187815" y="291066"/>
                  <a:pt x="191386" y="287495"/>
                  <a:pt x="191386" y="283091"/>
                </a:cubicBezTo>
                <a:cubicBezTo>
                  <a:pt x="191386" y="278687"/>
                  <a:pt x="187815" y="275117"/>
                  <a:pt x="183411" y="275117"/>
                </a:cubicBezTo>
                <a:cubicBezTo>
                  <a:pt x="179007" y="275117"/>
                  <a:pt x="175437" y="278687"/>
                  <a:pt x="175437" y="283091"/>
                </a:cubicBezTo>
                <a:moveTo>
                  <a:pt x="267382" y="283091"/>
                </a:moveTo>
                <a:cubicBezTo>
                  <a:pt x="267382" y="287495"/>
                  <a:pt x="270952" y="291066"/>
                  <a:pt x="275356" y="291066"/>
                </a:cubicBezTo>
                <a:cubicBezTo>
                  <a:pt x="279760" y="291066"/>
                  <a:pt x="283331" y="287495"/>
                  <a:pt x="283331" y="283091"/>
                </a:cubicBezTo>
                <a:cubicBezTo>
                  <a:pt x="283331" y="278687"/>
                  <a:pt x="279760" y="275117"/>
                  <a:pt x="275356" y="275117"/>
                </a:cubicBezTo>
                <a:cubicBezTo>
                  <a:pt x="270952" y="275117"/>
                  <a:pt x="267382" y="278687"/>
                  <a:pt x="267382" y="283091"/>
                </a:cubicBezTo>
                <a:moveTo>
                  <a:pt x="91466" y="151513"/>
                </a:moveTo>
                <a:lnTo>
                  <a:pt x="59568" y="183411"/>
                </a:lnTo>
                <a:lnTo>
                  <a:pt x="91466" y="215309"/>
                </a:lnTo>
                <a:moveTo>
                  <a:pt x="275356" y="215309"/>
                </a:moveTo>
                <a:lnTo>
                  <a:pt x="307254" y="183411"/>
                </a:lnTo>
                <a:lnTo>
                  <a:pt x="275356" y="151513"/>
                </a:ln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0E87B0B-FB5E-D840-1A1E-EE7B293D2C89}"/>
              </a:ext>
            </a:extLst>
          </p:cNvPr>
          <p:cNvGrpSpPr/>
          <p:nvPr/>
        </p:nvGrpSpPr>
        <p:grpSpPr>
          <a:xfrm>
            <a:off x="5435562" y="2184992"/>
            <a:ext cx="1339702" cy="3157869"/>
            <a:chOff x="5426148" y="2184992"/>
            <a:chExt cx="1339702" cy="3157869"/>
          </a:xfrm>
        </p:grpSpPr>
        <p:grpSp>
          <p:nvGrpSpPr>
            <p:cNvPr id="10" name="Group 9"/>
            <p:cNvGrpSpPr/>
            <p:nvPr/>
          </p:nvGrpSpPr>
          <p:grpSpPr>
            <a:xfrm>
              <a:off x="5426148" y="2184992"/>
              <a:ext cx="1339702" cy="3157869"/>
              <a:chOff x="3444948" y="956930"/>
              <a:chExt cx="1339702" cy="3157869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3444948" y="956930"/>
                <a:ext cx="1339702" cy="3157869"/>
              </a:xfrm>
              <a:custGeom>
                <a:avLst/>
                <a:gdLst/>
                <a:ahLst/>
                <a:cxnLst/>
                <a:rect l="0" t="0" r="0" b="0"/>
                <a:pathLst>
                  <a:path w="1339702" h="3157869">
                    <a:moveTo>
                      <a:pt x="95693" y="0"/>
                    </a:moveTo>
                    <a:lnTo>
                      <a:pt x="1244009" y="0"/>
                    </a:lnTo>
                    <a:lnTo>
                      <a:pt x="1244009" y="159488"/>
                    </a:lnTo>
                    <a:cubicBezTo>
                      <a:pt x="1244009" y="229955"/>
                      <a:pt x="1186888" y="287079"/>
                      <a:pt x="1116418" y="287079"/>
                    </a:cubicBezTo>
                    <a:lnTo>
                      <a:pt x="223283" y="287079"/>
                    </a:lnTo>
                    <a:cubicBezTo>
                      <a:pt x="152816" y="287079"/>
                      <a:pt x="95693" y="229955"/>
                      <a:pt x="95693" y="159488"/>
                    </a:cubicBezTo>
                    <a:close/>
                    <a:moveTo>
                      <a:pt x="366823" y="430618"/>
                    </a:moveTo>
                    <a:cubicBezTo>
                      <a:pt x="366823" y="404193"/>
                      <a:pt x="388244" y="382772"/>
                      <a:pt x="414669" y="382772"/>
                    </a:cubicBezTo>
                    <a:lnTo>
                      <a:pt x="446567" y="382772"/>
                    </a:lnTo>
                    <a:cubicBezTo>
                      <a:pt x="472992" y="382772"/>
                      <a:pt x="494413" y="404193"/>
                      <a:pt x="494413" y="430618"/>
                    </a:cubicBezTo>
                    <a:lnTo>
                      <a:pt x="494413" y="717697"/>
                    </a:lnTo>
                    <a:lnTo>
                      <a:pt x="478465" y="717697"/>
                    </a:lnTo>
                    <a:cubicBezTo>
                      <a:pt x="452040" y="717697"/>
                      <a:pt x="430618" y="739119"/>
                      <a:pt x="430618" y="765544"/>
                    </a:cubicBezTo>
                    <a:lnTo>
                      <a:pt x="430618" y="956930"/>
                    </a:lnTo>
                    <a:lnTo>
                      <a:pt x="366823" y="956930"/>
                    </a:lnTo>
                    <a:close/>
                    <a:moveTo>
                      <a:pt x="972879" y="956930"/>
                    </a:moveTo>
                    <a:lnTo>
                      <a:pt x="909083" y="956930"/>
                    </a:lnTo>
                    <a:lnTo>
                      <a:pt x="909083" y="765544"/>
                    </a:lnTo>
                    <a:cubicBezTo>
                      <a:pt x="909083" y="739119"/>
                      <a:pt x="887664" y="717697"/>
                      <a:pt x="861237" y="717697"/>
                    </a:cubicBezTo>
                    <a:lnTo>
                      <a:pt x="845288" y="717697"/>
                    </a:lnTo>
                    <a:lnTo>
                      <a:pt x="845288" y="430618"/>
                    </a:lnTo>
                    <a:cubicBezTo>
                      <a:pt x="845288" y="404193"/>
                      <a:pt x="866707" y="382772"/>
                      <a:pt x="893134" y="382772"/>
                    </a:cubicBezTo>
                    <a:lnTo>
                      <a:pt x="925032" y="382772"/>
                    </a:lnTo>
                    <a:cubicBezTo>
                      <a:pt x="951459" y="382772"/>
                      <a:pt x="972879" y="404193"/>
                      <a:pt x="972879" y="430618"/>
                    </a:cubicBezTo>
                    <a:close/>
                    <a:moveTo>
                      <a:pt x="653902" y="382772"/>
                    </a:moveTo>
                    <a:lnTo>
                      <a:pt x="685800" y="382772"/>
                    </a:lnTo>
                    <a:cubicBezTo>
                      <a:pt x="712224" y="382772"/>
                      <a:pt x="733646" y="404193"/>
                      <a:pt x="733646" y="430618"/>
                    </a:cubicBezTo>
                    <a:lnTo>
                      <a:pt x="733646" y="717697"/>
                    </a:lnTo>
                    <a:lnTo>
                      <a:pt x="606055" y="717697"/>
                    </a:lnTo>
                    <a:lnTo>
                      <a:pt x="606055" y="430618"/>
                    </a:lnTo>
                    <a:cubicBezTo>
                      <a:pt x="606055" y="404193"/>
                      <a:pt x="627477" y="382772"/>
                      <a:pt x="653902" y="382772"/>
                    </a:cubicBezTo>
                    <a:close/>
                    <a:moveTo>
                      <a:pt x="1339702" y="1196162"/>
                    </a:moveTo>
                    <a:lnTo>
                      <a:pt x="861237" y="1196162"/>
                    </a:lnTo>
                    <a:cubicBezTo>
                      <a:pt x="887664" y="1196162"/>
                      <a:pt x="909083" y="1174743"/>
                      <a:pt x="909083" y="1148316"/>
                    </a:cubicBezTo>
                    <a:lnTo>
                      <a:pt x="909083" y="956930"/>
                    </a:lnTo>
                    <a:lnTo>
                      <a:pt x="972879" y="956930"/>
                    </a:lnTo>
                    <a:lnTo>
                      <a:pt x="1084520" y="956930"/>
                    </a:lnTo>
                    <a:lnTo>
                      <a:pt x="1291855" y="956930"/>
                    </a:lnTo>
                    <a:cubicBezTo>
                      <a:pt x="1318283" y="956930"/>
                      <a:pt x="1339702" y="978349"/>
                      <a:pt x="1339702" y="1004776"/>
                    </a:cubicBezTo>
                    <a:close/>
                    <a:moveTo>
                      <a:pt x="366823" y="956930"/>
                    </a:moveTo>
                    <a:lnTo>
                      <a:pt x="430618" y="956930"/>
                    </a:lnTo>
                    <a:lnTo>
                      <a:pt x="430618" y="1148316"/>
                    </a:lnTo>
                    <a:cubicBezTo>
                      <a:pt x="430618" y="1174743"/>
                      <a:pt x="452040" y="1196162"/>
                      <a:pt x="478465" y="1196162"/>
                    </a:cubicBezTo>
                    <a:lnTo>
                      <a:pt x="0" y="1196162"/>
                    </a:lnTo>
                    <a:lnTo>
                      <a:pt x="0" y="1004776"/>
                    </a:lnTo>
                    <a:cubicBezTo>
                      <a:pt x="0" y="978349"/>
                      <a:pt x="21421" y="956930"/>
                      <a:pt x="47846" y="956930"/>
                    </a:cubicBezTo>
                    <a:lnTo>
                      <a:pt x="255181" y="956930"/>
                    </a:lnTo>
                    <a:close/>
                    <a:moveTo>
                      <a:pt x="0" y="2392325"/>
                    </a:moveTo>
                    <a:lnTo>
                      <a:pt x="0" y="1196162"/>
                    </a:lnTo>
                    <a:lnTo>
                      <a:pt x="1339702" y="1196162"/>
                    </a:lnTo>
                    <a:lnTo>
                      <a:pt x="1339702" y="2392325"/>
                    </a:lnTo>
                    <a:close/>
                    <a:moveTo>
                      <a:pt x="95693" y="2998381"/>
                    </a:moveTo>
                    <a:cubicBezTo>
                      <a:pt x="95693" y="2927914"/>
                      <a:pt x="152816" y="2870790"/>
                      <a:pt x="223283" y="2870790"/>
                    </a:cubicBezTo>
                    <a:lnTo>
                      <a:pt x="1116418" y="2870790"/>
                    </a:lnTo>
                    <a:cubicBezTo>
                      <a:pt x="1186888" y="2870790"/>
                      <a:pt x="1244009" y="2927914"/>
                      <a:pt x="1244009" y="2998381"/>
                    </a:cubicBezTo>
                    <a:lnTo>
                      <a:pt x="1244009" y="3157869"/>
                    </a:lnTo>
                    <a:lnTo>
                      <a:pt x="95693" y="3157869"/>
                    </a:lnTo>
                    <a:close/>
                    <a:moveTo>
                      <a:pt x="606055" y="2727251"/>
                    </a:moveTo>
                    <a:lnTo>
                      <a:pt x="606055" y="2488018"/>
                    </a:lnTo>
                    <a:lnTo>
                      <a:pt x="733646" y="2488018"/>
                    </a:lnTo>
                    <a:lnTo>
                      <a:pt x="733646" y="2727251"/>
                    </a:lnTo>
                    <a:cubicBezTo>
                      <a:pt x="733646" y="2753675"/>
                      <a:pt x="712224" y="2775097"/>
                      <a:pt x="685800" y="2775097"/>
                    </a:cubicBezTo>
                    <a:lnTo>
                      <a:pt x="653902" y="2775097"/>
                    </a:lnTo>
                    <a:cubicBezTo>
                      <a:pt x="627477" y="2775097"/>
                      <a:pt x="606055" y="2753675"/>
                      <a:pt x="606055" y="2727251"/>
                    </a:cubicBezTo>
                    <a:close/>
                    <a:moveTo>
                      <a:pt x="845288" y="2727251"/>
                    </a:moveTo>
                    <a:lnTo>
                      <a:pt x="845288" y="2488018"/>
                    </a:lnTo>
                    <a:lnTo>
                      <a:pt x="972879" y="2488018"/>
                    </a:lnTo>
                    <a:lnTo>
                      <a:pt x="972879" y="2727251"/>
                    </a:lnTo>
                    <a:cubicBezTo>
                      <a:pt x="972879" y="2753675"/>
                      <a:pt x="951459" y="2775097"/>
                      <a:pt x="925032" y="2775097"/>
                    </a:cubicBezTo>
                    <a:lnTo>
                      <a:pt x="893134" y="2775097"/>
                    </a:lnTo>
                    <a:cubicBezTo>
                      <a:pt x="866707" y="2775097"/>
                      <a:pt x="845288" y="2753675"/>
                      <a:pt x="845288" y="2727251"/>
                    </a:cubicBezTo>
                    <a:close/>
                    <a:moveTo>
                      <a:pt x="366823" y="2727251"/>
                    </a:moveTo>
                    <a:lnTo>
                      <a:pt x="366823" y="2488018"/>
                    </a:lnTo>
                    <a:lnTo>
                      <a:pt x="494413" y="2488018"/>
                    </a:lnTo>
                    <a:lnTo>
                      <a:pt x="494413" y="2727251"/>
                    </a:lnTo>
                    <a:cubicBezTo>
                      <a:pt x="494413" y="2753675"/>
                      <a:pt x="472992" y="2775097"/>
                      <a:pt x="446567" y="2775097"/>
                    </a:cubicBezTo>
                    <a:lnTo>
                      <a:pt x="414669" y="2775097"/>
                    </a:lnTo>
                    <a:cubicBezTo>
                      <a:pt x="388244" y="2775097"/>
                      <a:pt x="366823" y="2753675"/>
                      <a:pt x="366823" y="2727251"/>
                    </a:cubicBezTo>
                    <a:close/>
                    <a:moveTo>
                      <a:pt x="0" y="2392325"/>
                    </a:moveTo>
                    <a:lnTo>
                      <a:pt x="1339702" y="2392325"/>
                    </a:lnTo>
                    <a:lnTo>
                      <a:pt x="1339702" y="2440172"/>
                    </a:lnTo>
                    <a:cubicBezTo>
                      <a:pt x="1339702" y="2466596"/>
                      <a:pt x="1318283" y="2488018"/>
                      <a:pt x="1291855" y="2488018"/>
                    </a:cubicBezTo>
                    <a:lnTo>
                      <a:pt x="1084520" y="2488018"/>
                    </a:lnTo>
                    <a:lnTo>
                      <a:pt x="972879" y="2488018"/>
                    </a:lnTo>
                    <a:lnTo>
                      <a:pt x="845288" y="2488018"/>
                    </a:lnTo>
                    <a:lnTo>
                      <a:pt x="733646" y="2488018"/>
                    </a:lnTo>
                    <a:lnTo>
                      <a:pt x="606055" y="2488018"/>
                    </a:lnTo>
                    <a:lnTo>
                      <a:pt x="494413" y="2488018"/>
                    </a:lnTo>
                    <a:lnTo>
                      <a:pt x="366823" y="2488018"/>
                    </a:lnTo>
                    <a:lnTo>
                      <a:pt x="255181" y="2488018"/>
                    </a:lnTo>
                    <a:lnTo>
                      <a:pt x="47846" y="2488018"/>
                    </a:lnTo>
                    <a:cubicBezTo>
                      <a:pt x="21421" y="2488018"/>
                      <a:pt x="0" y="2466596"/>
                      <a:pt x="0" y="244017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3444948" y="956930"/>
                <a:ext cx="1339702" cy="3157869"/>
              </a:xfrm>
              <a:custGeom>
                <a:avLst/>
                <a:gdLst/>
                <a:ahLst/>
                <a:cxnLst/>
                <a:rect l="0" t="0" r="0" b="0"/>
                <a:pathLst>
                  <a:path w="1339702" h="3157869">
                    <a:moveTo>
                      <a:pt x="95693" y="0"/>
                    </a:moveTo>
                    <a:lnTo>
                      <a:pt x="1244009" y="0"/>
                    </a:lnTo>
                    <a:lnTo>
                      <a:pt x="1244009" y="159488"/>
                    </a:lnTo>
                    <a:cubicBezTo>
                      <a:pt x="1244009" y="229955"/>
                      <a:pt x="1186885" y="287079"/>
                      <a:pt x="1116418" y="287079"/>
                    </a:cubicBezTo>
                    <a:lnTo>
                      <a:pt x="223283" y="287079"/>
                    </a:lnTo>
                    <a:cubicBezTo>
                      <a:pt x="152816" y="287079"/>
                      <a:pt x="95693" y="229955"/>
                      <a:pt x="95693" y="159488"/>
                    </a:cubicBezTo>
                    <a:close/>
                    <a:moveTo>
                      <a:pt x="366823" y="430618"/>
                    </a:moveTo>
                    <a:cubicBezTo>
                      <a:pt x="366823" y="404193"/>
                      <a:pt x="388244" y="382772"/>
                      <a:pt x="414669" y="382772"/>
                    </a:cubicBezTo>
                    <a:lnTo>
                      <a:pt x="446567" y="382772"/>
                    </a:lnTo>
                    <a:cubicBezTo>
                      <a:pt x="472992" y="382772"/>
                      <a:pt x="494413" y="404193"/>
                      <a:pt x="494413" y="430618"/>
                    </a:cubicBezTo>
                    <a:lnTo>
                      <a:pt x="494413" y="717697"/>
                    </a:lnTo>
                    <a:lnTo>
                      <a:pt x="478465" y="717697"/>
                    </a:lnTo>
                    <a:cubicBezTo>
                      <a:pt x="452040" y="717697"/>
                      <a:pt x="430618" y="739119"/>
                      <a:pt x="430618" y="765544"/>
                    </a:cubicBezTo>
                    <a:lnTo>
                      <a:pt x="430618" y="956930"/>
                    </a:lnTo>
                    <a:lnTo>
                      <a:pt x="366823" y="956930"/>
                    </a:lnTo>
                    <a:close/>
                    <a:moveTo>
                      <a:pt x="972879" y="956930"/>
                    </a:moveTo>
                    <a:lnTo>
                      <a:pt x="909083" y="956930"/>
                    </a:lnTo>
                    <a:lnTo>
                      <a:pt x="909083" y="765544"/>
                    </a:lnTo>
                    <a:cubicBezTo>
                      <a:pt x="909083" y="739119"/>
                      <a:pt x="887662" y="717697"/>
                      <a:pt x="861237" y="717697"/>
                    </a:cubicBezTo>
                    <a:lnTo>
                      <a:pt x="845288" y="717697"/>
                    </a:lnTo>
                    <a:lnTo>
                      <a:pt x="845288" y="430618"/>
                    </a:lnTo>
                    <a:cubicBezTo>
                      <a:pt x="845288" y="404193"/>
                      <a:pt x="866710" y="382772"/>
                      <a:pt x="893134" y="382772"/>
                    </a:cubicBezTo>
                    <a:lnTo>
                      <a:pt x="925032" y="382772"/>
                    </a:lnTo>
                    <a:cubicBezTo>
                      <a:pt x="951457" y="382772"/>
                      <a:pt x="972879" y="404193"/>
                      <a:pt x="972879" y="430618"/>
                    </a:cubicBezTo>
                    <a:close/>
                    <a:moveTo>
                      <a:pt x="653902" y="382772"/>
                    </a:moveTo>
                    <a:lnTo>
                      <a:pt x="685800" y="382772"/>
                    </a:lnTo>
                    <a:cubicBezTo>
                      <a:pt x="712224" y="382772"/>
                      <a:pt x="733646" y="404193"/>
                      <a:pt x="733646" y="430618"/>
                    </a:cubicBezTo>
                    <a:lnTo>
                      <a:pt x="733646" y="717697"/>
                    </a:lnTo>
                    <a:lnTo>
                      <a:pt x="606055" y="717697"/>
                    </a:lnTo>
                    <a:lnTo>
                      <a:pt x="606055" y="430618"/>
                    </a:lnTo>
                    <a:cubicBezTo>
                      <a:pt x="606055" y="404193"/>
                      <a:pt x="627477" y="382772"/>
                      <a:pt x="653902" y="382772"/>
                    </a:cubicBezTo>
                    <a:close/>
                    <a:moveTo>
                      <a:pt x="255181" y="291066"/>
                    </a:moveTo>
                    <a:lnTo>
                      <a:pt x="255181" y="956930"/>
                    </a:lnTo>
                    <a:moveTo>
                      <a:pt x="1084520" y="956930"/>
                    </a:moveTo>
                    <a:lnTo>
                      <a:pt x="1084520" y="291066"/>
                    </a:lnTo>
                    <a:moveTo>
                      <a:pt x="0" y="1196162"/>
                    </a:moveTo>
                    <a:lnTo>
                      <a:pt x="0" y="1004776"/>
                    </a:lnTo>
                    <a:cubicBezTo>
                      <a:pt x="0" y="978351"/>
                      <a:pt x="21421" y="956930"/>
                      <a:pt x="47846" y="956930"/>
                    </a:cubicBezTo>
                    <a:lnTo>
                      <a:pt x="430618" y="956930"/>
                    </a:lnTo>
                    <a:lnTo>
                      <a:pt x="430618" y="1148316"/>
                    </a:lnTo>
                    <a:cubicBezTo>
                      <a:pt x="430618" y="1174741"/>
                      <a:pt x="452040" y="1196162"/>
                      <a:pt x="478465" y="1196162"/>
                    </a:cubicBezTo>
                    <a:lnTo>
                      <a:pt x="861237" y="1196162"/>
                    </a:lnTo>
                    <a:cubicBezTo>
                      <a:pt x="887662" y="1196162"/>
                      <a:pt x="909083" y="1174741"/>
                      <a:pt x="909083" y="1148316"/>
                    </a:cubicBezTo>
                    <a:lnTo>
                      <a:pt x="909083" y="956930"/>
                    </a:lnTo>
                    <a:lnTo>
                      <a:pt x="1291855" y="956930"/>
                    </a:lnTo>
                    <a:cubicBezTo>
                      <a:pt x="1318280" y="956930"/>
                      <a:pt x="1339702" y="978351"/>
                      <a:pt x="1339702" y="1004776"/>
                    </a:cubicBezTo>
                    <a:lnTo>
                      <a:pt x="1339702" y="1196162"/>
                    </a:lnTo>
                    <a:moveTo>
                      <a:pt x="1339702" y="1196162"/>
                    </a:moveTo>
                    <a:lnTo>
                      <a:pt x="1339702" y="2392325"/>
                    </a:lnTo>
                    <a:moveTo>
                      <a:pt x="0" y="2392325"/>
                    </a:moveTo>
                    <a:lnTo>
                      <a:pt x="0" y="1196162"/>
                    </a:lnTo>
                    <a:moveTo>
                      <a:pt x="95693" y="2998381"/>
                    </a:moveTo>
                    <a:cubicBezTo>
                      <a:pt x="95693" y="2927914"/>
                      <a:pt x="152816" y="2870790"/>
                      <a:pt x="223283" y="2870790"/>
                    </a:cubicBezTo>
                    <a:lnTo>
                      <a:pt x="1116418" y="2870790"/>
                    </a:lnTo>
                    <a:cubicBezTo>
                      <a:pt x="1186885" y="2870790"/>
                      <a:pt x="1244009" y="2927914"/>
                      <a:pt x="1244009" y="2998381"/>
                    </a:cubicBezTo>
                    <a:lnTo>
                      <a:pt x="1244009" y="3157869"/>
                    </a:lnTo>
                    <a:lnTo>
                      <a:pt x="95693" y="3157869"/>
                    </a:lnTo>
                    <a:close/>
                    <a:moveTo>
                      <a:pt x="606055" y="2727251"/>
                    </a:moveTo>
                    <a:lnTo>
                      <a:pt x="606055" y="2488018"/>
                    </a:lnTo>
                    <a:lnTo>
                      <a:pt x="733646" y="2488018"/>
                    </a:lnTo>
                    <a:lnTo>
                      <a:pt x="733646" y="2727251"/>
                    </a:lnTo>
                    <a:cubicBezTo>
                      <a:pt x="733646" y="2753675"/>
                      <a:pt x="712224" y="2775097"/>
                      <a:pt x="685800" y="2775097"/>
                    </a:cubicBezTo>
                    <a:lnTo>
                      <a:pt x="653902" y="2775097"/>
                    </a:lnTo>
                    <a:cubicBezTo>
                      <a:pt x="627477" y="2775097"/>
                      <a:pt x="606055" y="2753675"/>
                      <a:pt x="606055" y="2727251"/>
                    </a:cubicBezTo>
                    <a:close/>
                    <a:moveTo>
                      <a:pt x="845288" y="2727251"/>
                    </a:moveTo>
                    <a:lnTo>
                      <a:pt x="845288" y="2488018"/>
                    </a:lnTo>
                    <a:lnTo>
                      <a:pt x="972879" y="2488018"/>
                    </a:lnTo>
                    <a:lnTo>
                      <a:pt x="972879" y="2727251"/>
                    </a:lnTo>
                    <a:cubicBezTo>
                      <a:pt x="972879" y="2753675"/>
                      <a:pt x="951457" y="2775097"/>
                      <a:pt x="925032" y="2775097"/>
                    </a:cubicBezTo>
                    <a:lnTo>
                      <a:pt x="893134" y="2775097"/>
                    </a:lnTo>
                    <a:cubicBezTo>
                      <a:pt x="866710" y="2775097"/>
                      <a:pt x="845288" y="2753675"/>
                      <a:pt x="845288" y="2727251"/>
                    </a:cubicBezTo>
                    <a:close/>
                    <a:moveTo>
                      <a:pt x="366823" y="2727251"/>
                    </a:moveTo>
                    <a:lnTo>
                      <a:pt x="366823" y="2488018"/>
                    </a:lnTo>
                    <a:lnTo>
                      <a:pt x="494413" y="2488018"/>
                    </a:lnTo>
                    <a:lnTo>
                      <a:pt x="494413" y="2727251"/>
                    </a:lnTo>
                    <a:cubicBezTo>
                      <a:pt x="494413" y="2753675"/>
                      <a:pt x="472992" y="2775097"/>
                      <a:pt x="446567" y="2775097"/>
                    </a:cubicBezTo>
                    <a:lnTo>
                      <a:pt x="414669" y="2775097"/>
                    </a:lnTo>
                    <a:cubicBezTo>
                      <a:pt x="388244" y="2775097"/>
                      <a:pt x="366823" y="2753675"/>
                      <a:pt x="366823" y="2727251"/>
                    </a:cubicBezTo>
                    <a:close/>
                    <a:moveTo>
                      <a:pt x="47846" y="2488018"/>
                    </a:moveTo>
                    <a:cubicBezTo>
                      <a:pt x="21421" y="2488018"/>
                      <a:pt x="0" y="2466596"/>
                      <a:pt x="0" y="2440172"/>
                    </a:cubicBezTo>
                    <a:lnTo>
                      <a:pt x="0" y="2392325"/>
                    </a:lnTo>
                    <a:moveTo>
                      <a:pt x="1291855" y="2488018"/>
                    </a:moveTo>
                    <a:lnTo>
                      <a:pt x="47846" y="2488018"/>
                    </a:lnTo>
                    <a:moveTo>
                      <a:pt x="255181" y="2488018"/>
                    </a:moveTo>
                    <a:lnTo>
                      <a:pt x="47846" y="2488018"/>
                    </a:lnTo>
                    <a:moveTo>
                      <a:pt x="1339702" y="2392325"/>
                    </a:moveTo>
                    <a:lnTo>
                      <a:pt x="1339702" y="2440172"/>
                    </a:lnTo>
                    <a:cubicBezTo>
                      <a:pt x="1339702" y="2466596"/>
                      <a:pt x="1318280" y="2488018"/>
                      <a:pt x="1291855" y="2488018"/>
                    </a:cubicBezTo>
                    <a:moveTo>
                      <a:pt x="1291855" y="2488018"/>
                    </a:moveTo>
                    <a:lnTo>
                      <a:pt x="1084520" y="2488018"/>
                    </a:lnTo>
                    <a:moveTo>
                      <a:pt x="255181" y="2488018"/>
                    </a:moveTo>
                    <a:lnTo>
                      <a:pt x="255181" y="2870790"/>
                    </a:lnTo>
                    <a:moveTo>
                      <a:pt x="255181" y="2488018"/>
                    </a:moveTo>
                    <a:lnTo>
                      <a:pt x="366823" y="2488018"/>
                    </a:lnTo>
                    <a:moveTo>
                      <a:pt x="1084520" y="2488018"/>
                    </a:moveTo>
                    <a:lnTo>
                      <a:pt x="1084520" y="2870790"/>
                    </a:lnTo>
                    <a:moveTo>
                      <a:pt x="972879" y="2488018"/>
                    </a:moveTo>
                    <a:lnTo>
                      <a:pt x="1084520" y="2488018"/>
                    </a:lnTo>
                    <a:moveTo>
                      <a:pt x="606055" y="2488018"/>
                    </a:moveTo>
                    <a:lnTo>
                      <a:pt x="494413" y="2488018"/>
                    </a:lnTo>
                    <a:moveTo>
                      <a:pt x="845288" y="2488018"/>
                    </a:moveTo>
                    <a:lnTo>
                      <a:pt x="733646" y="2488018"/>
                    </a:lnTo>
                  </a:path>
                </a:pathLst>
              </a:custGeom>
              <a:noFill/>
              <a:ln w="11961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800" dirty="0"/>
              </a:p>
            </p:txBody>
          </p:sp>
        </p:grpSp>
        <p:sp>
          <p:nvSpPr>
            <p:cNvPr id="32" name="Rounded Rectangle 31"/>
            <p:cNvSpPr/>
            <p:nvPr/>
          </p:nvSpPr>
          <p:spPr>
            <a:xfrm>
              <a:off x="5904613" y="2950533"/>
              <a:ext cx="370810" cy="370810"/>
            </a:xfrm>
            <a:custGeom>
              <a:avLst/>
              <a:gdLst/>
              <a:ahLst/>
              <a:cxnLst/>
              <a:rect l="0" t="0" r="0" b="0"/>
              <a:pathLst>
                <a:path w="370810" h="370810">
                  <a:moveTo>
                    <a:pt x="370810" y="346887"/>
                  </a:moveTo>
                  <a:cubicBezTo>
                    <a:pt x="370810" y="359646"/>
                    <a:pt x="359646" y="370810"/>
                    <a:pt x="346887" y="370810"/>
                  </a:cubicBezTo>
                  <a:lnTo>
                    <a:pt x="35884" y="370810"/>
                  </a:lnTo>
                  <a:cubicBezTo>
                    <a:pt x="23125" y="370810"/>
                    <a:pt x="11961" y="359646"/>
                    <a:pt x="11961" y="346887"/>
                  </a:cubicBezTo>
                  <a:lnTo>
                    <a:pt x="11961" y="83731"/>
                  </a:lnTo>
                  <a:cubicBezTo>
                    <a:pt x="11961" y="70972"/>
                    <a:pt x="23125" y="59808"/>
                    <a:pt x="35884" y="59808"/>
                  </a:cubicBezTo>
                  <a:lnTo>
                    <a:pt x="346887" y="59808"/>
                  </a:lnTo>
                  <a:cubicBezTo>
                    <a:pt x="359646" y="59808"/>
                    <a:pt x="370810" y="70972"/>
                    <a:pt x="370810" y="83731"/>
                  </a:cubicBezTo>
                  <a:close/>
                  <a:moveTo>
                    <a:pt x="370810" y="155501"/>
                  </a:moveTo>
                  <a:lnTo>
                    <a:pt x="11961" y="155501"/>
                  </a:lnTo>
                  <a:moveTo>
                    <a:pt x="107654" y="94895"/>
                  </a:moveTo>
                  <a:lnTo>
                    <a:pt x="107654" y="11961"/>
                  </a:lnTo>
                  <a:moveTo>
                    <a:pt x="275117" y="94895"/>
                  </a:moveTo>
                  <a:lnTo>
                    <a:pt x="275117" y="11961"/>
                  </a:lnTo>
                  <a:moveTo>
                    <a:pt x="0" y="0"/>
                  </a:moveTo>
                  <a:moveTo>
                    <a:pt x="175437" y="223283"/>
                  </a:moveTo>
                  <a:lnTo>
                    <a:pt x="150717" y="271926"/>
                  </a:lnTo>
                  <a:lnTo>
                    <a:pt x="202550" y="295053"/>
                  </a:lnTo>
                  <a:moveTo>
                    <a:pt x="0" y="0"/>
                  </a:moveTo>
                  <a:moveTo>
                    <a:pt x="294257" y="224079"/>
                  </a:moveTo>
                  <a:lnTo>
                    <a:pt x="150717" y="271926"/>
                  </a:lnTo>
                  <a:moveTo>
                    <a:pt x="92726" y="271926"/>
                  </a:moveTo>
                  <a:cubicBezTo>
                    <a:pt x="84433" y="271926"/>
                    <a:pt x="77798" y="278560"/>
                    <a:pt x="77798" y="286854"/>
                  </a:cubicBezTo>
                  <a:cubicBezTo>
                    <a:pt x="77798" y="295147"/>
                    <a:pt x="84433" y="301782"/>
                    <a:pt x="92726" y="301782"/>
                  </a:cubicBezTo>
                  <a:cubicBezTo>
                    <a:pt x="101020" y="301782"/>
                    <a:pt x="107654" y="295147"/>
                    <a:pt x="107654" y="286854"/>
                  </a:cubicBezTo>
                  <a:cubicBezTo>
                    <a:pt x="107654" y="278560"/>
                    <a:pt x="101020" y="271926"/>
                    <a:pt x="92726" y="271926"/>
                  </a:cubicBezTo>
                  <a:close/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9A74865-72E0-5E1D-9766-94C59C5EA97C}"/>
              </a:ext>
            </a:extLst>
          </p:cNvPr>
          <p:cNvSpPr txBox="1"/>
          <p:nvPr/>
        </p:nvSpPr>
        <p:spPr>
          <a:xfrm>
            <a:off x="5416734" y="3486927"/>
            <a:ext cx="1335024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F669BE"/>
                </a:solidFill>
                <a:latin typeface="Roboto"/>
              </a:rPr>
              <a:t>Structure of a Personal Gym Trainer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94F09F-B8F3-AFB1-D8FF-AA69313AC470}"/>
              </a:ext>
            </a:extLst>
          </p:cNvPr>
          <p:cNvSpPr txBox="1"/>
          <p:nvPr/>
        </p:nvSpPr>
        <p:spPr>
          <a:xfrm>
            <a:off x="5489389" y="4084855"/>
            <a:ext cx="1220086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>
                <a:solidFill>
                  <a:srgbClr val="484848"/>
                </a:solidFill>
                <a:latin typeface="Roboto"/>
              </a:rPr>
              <a:t>Allows users to
choose from a list of
workout routines.</a:t>
            </a:r>
          </a:p>
        </p:txBody>
      </p:sp>
      <p:sp>
        <p:nvSpPr>
          <p:cNvPr id="43" name="Rounded Rectangle 31">
            <a:extLst>
              <a:ext uri="{FF2B5EF4-FFF2-40B4-BE49-F238E27FC236}">
                <a16:creationId xmlns:a16="http://schemas.microsoft.com/office/drawing/2014/main" id="{2B9FF918-8567-51DA-A381-E3FDB6C29555}"/>
              </a:ext>
            </a:extLst>
          </p:cNvPr>
          <p:cNvSpPr/>
          <p:nvPr/>
        </p:nvSpPr>
        <p:spPr>
          <a:xfrm>
            <a:off x="5910594" y="2932631"/>
            <a:ext cx="370810" cy="370810"/>
          </a:xfrm>
          <a:custGeom>
            <a:avLst/>
            <a:gdLst/>
            <a:ahLst/>
            <a:cxnLst/>
            <a:rect l="0" t="0" r="0" b="0"/>
            <a:pathLst>
              <a:path w="370810" h="370810">
                <a:moveTo>
                  <a:pt x="370810" y="346887"/>
                </a:moveTo>
                <a:cubicBezTo>
                  <a:pt x="370810" y="359646"/>
                  <a:pt x="359646" y="370810"/>
                  <a:pt x="346887" y="370810"/>
                </a:cubicBezTo>
                <a:lnTo>
                  <a:pt x="35884" y="370810"/>
                </a:lnTo>
                <a:cubicBezTo>
                  <a:pt x="23125" y="370810"/>
                  <a:pt x="11961" y="359646"/>
                  <a:pt x="11961" y="346887"/>
                </a:cubicBezTo>
                <a:lnTo>
                  <a:pt x="11961" y="83731"/>
                </a:lnTo>
                <a:cubicBezTo>
                  <a:pt x="11961" y="70972"/>
                  <a:pt x="23125" y="59808"/>
                  <a:pt x="35884" y="59808"/>
                </a:cubicBezTo>
                <a:lnTo>
                  <a:pt x="346887" y="59808"/>
                </a:lnTo>
                <a:cubicBezTo>
                  <a:pt x="359646" y="59808"/>
                  <a:pt x="370810" y="70972"/>
                  <a:pt x="370810" y="83731"/>
                </a:cubicBezTo>
                <a:close/>
                <a:moveTo>
                  <a:pt x="370810" y="155501"/>
                </a:moveTo>
                <a:lnTo>
                  <a:pt x="11961" y="155501"/>
                </a:lnTo>
                <a:moveTo>
                  <a:pt x="107654" y="94895"/>
                </a:moveTo>
                <a:lnTo>
                  <a:pt x="107654" y="11961"/>
                </a:lnTo>
                <a:moveTo>
                  <a:pt x="275117" y="94895"/>
                </a:moveTo>
                <a:lnTo>
                  <a:pt x="275117" y="11961"/>
                </a:lnTo>
                <a:moveTo>
                  <a:pt x="0" y="0"/>
                </a:moveTo>
                <a:moveTo>
                  <a:pt x="175437" y="223283"/>
                </a:moveTo>
                <a:lnTo>
                  <a:pt x="150717" y="271926"/>
                </a:lnTo>
                <a:lnTo>
                  <a:pt x="202550" y="295053"/>
                </a:lnTo>
                <a:moveTo>
                  <a:pt x="0" y="0"/>
                </a:moveTo>
                <a:moveTo>
                  <a:pt x="294257" y="224079"/>
                </a:moveTo>
                <a:lnTo>
                  <a:pt x="150717" y="271926"/>
                </a:lnTo>
                <a:moveTo>
                  <a:pt x="92726" y="271926"/>
                </a:moveTo>
                <a:cubicBezTo>
                  <a:pt x="84433" y="271926"/>
                  <a:pt x="77798" y="278560"/>
                  <a:pt x="77798" y="286854"/>
                </a:cubicBezTo>
                <a:cubicBezTo>
                  <a:pt x="77798" y="295147"/>
                  <a:pt x="84433" y="301782"/>
                  <a:pt x="92726" y="301782"/>
                </a:cubicBezTo>
                <a:cubicBezTo>
                  <a:pt x="101020" y="301782"/>
                  <a:pt x="107654" y="295147"/>
                  <a:pt x="107654" y="286854"/>
                </a:cubicBezTo>
                <a:cubicBezTo>
                  <a:pt x="107654" y="278560"/>
                  <a:pt x="101020" y="271926"/>
                  <a:pt x="92726" y="271926"/>
                </a:cubicBezTo>
                <a:close/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8ECFCE8-2CB9-A7C3-CD59-EF240D5560C5}"/>
              </a:ext>
            </a:extLst>
          </p:cNvPr>
          <p:cNvSpPr/>
          <p:nvPr/>
        </p:nvSpPr>
        <p:spPr>
          <a:xfrm>
            <a:off x="5894666" y="2950473"/>
            <a:ext cx="391610" cy="3656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0">
            <a:extLst>
              <a:ext uri="{FF2B5EF4-FFF2-40B4-BE49-F238E27FC236}">
                <a16:creationId xmlns:a16="http://schemas.microsoft.com/office/drawing/2014/main" id="{60FFECDA-8ACE-D1BF-3BDA-128B2E055F7F}"/>
              </a:ext>
            </a:extLst>
          </p:cNvPr>
          <p:cNvSpPr/>
          <p:nvPr/>
        </p:nvSpPr>
        <p:spPr>
          <a:xfrm>
            <a:off x="5902640" y="2956152"/>
            <a:ext cx="391611" cy="365619"/>
          </a:xfrm>
          <a:custGeom>
            <a:avLst/>
            <a:gdLst/>
            <a:ahLst/>
            <a:cxnLst/>
            <a:rect l="0" t="0" r="0" b="0"/>
            <a:pathLst>
              <a:path w="288899" h="292476">
                <a:moveTo>
                  <a:pt x="118075" y="19060"/>
                </a:moveTo>
                <a:cubicBezTo>
                  <a:pt x="117892" y="19244"/>
                  <a:pt x="117402" y="19856"/>
                  <a:pt x="117402" y="21449"/>
                </a:cubicBezTo>
                <a:lnTo>
                  <a:pt x="117402" y="70522"/>
                </a:lnTo>
                <a:cubicBezTo>
                  <a:pt x="113226" y="64103"/>
                  <a:pt x="106570" y="59710"/>
                  <a:pt x="99027" y="58394"/>
                </a:cubicBezTo>
                <a:lnTo>
                  <a:pt x="99027" y="21437"/>
                </a:lnTo>
                <a:cubicBezTo>
                  <a:pt x="99027" y="15679"/>
                  <a:pt x="100987" y="10155"/>
                  <a:pt x="105090" y="6051"/>
                </a:cubicBezTo>
                <a:cubicBezTo>
                  <a:pt x="109182" y="1959"/>
                  <a:pt x="114707" y="0"/>
                  <a:pt x="120464" y="0"/>
                </a:cubicBezTo>
                <a:lnTo>
                  <a:pt x="238062" y="0"/>
                </a:lnTo>
                <a:cubicBezTo>
                  <a:pt x="240573" y="0"/>
                  <a:pt x="243121" y="575"/>
                  <a:pt x="245106" y="1224"/>
                </a:cubicBezTo>
                <a:cubicBezTo>
                  <a:pt x="246674" y="1751"/>
                  <a:pt x="249356" y="2805"/>
                  <a:pt x="251500" y="4740"/>
                </a:cubicBezTo>
                <a:lnTo>
                  <a:pt x="280691" y="29068"/>
                </a:lnTo>
                <a:cubicBezTo>
                  <a:pt x="280912" y="29252"/>
                  <a:pt x="281108" y="29436"/>
                  <a:pt x="281304" y="29632"/>
                </a:cubicBezTo>
                <a:cubicBezTo>
                  <a:pt x="284354" y="32682"/>
                  <a:pt x="288899" y="38586"/>
                  <a:pt x="288899" y="45924"/>
                </a:cubicBezTo>
                <a:lnTo>
                  <a:pt x="288899" y="199046"/>
                </a:lnTo>
                <a:cubicBezTo>
                  <a:pt x="288899" y="204804"/>
                  <a:pt x="286939" y="210329"/>
                  <a:pt x="282835" y="214432"/>
                </a:cubicBezTo>
                <a:cubicBezTo>
                  <a:pt x="278744" y="218524"/>
                  <a:pt x="273219" y="220496"/>
                  <a:pt x="267461" y="220496"/>
                </a:cubicBezTo>
                <a:lnTo>
                  <a:pt x="134796" y="220496"/>
                </a:lnTo>
                <a:cubicBezTo>
                  <a:pt x="139770" y="215032"/>
                  <a:pt x="143984" y="208858"/>
                  <a:pt x="147279" y="202121"/>
                </a:cubicBezTo>
                <a:lnTo>
                  <a:pt x="267461" y="202121"/>
                </a:lnTo>
                <a:cubicBezTo>
                  <a:pt x="269054" y="202121"/>
                  <a:pt x="269666" y="201631"/>
                  <a:pt x="269850" y="201435"/>
                </a:cubicBezTo>
                <a:cubicBezTo>
                  <a:pt x="270034" y="201251"/>
                  <a:pt x="270524" y="200639"/>
                  <a:pt x="270524" y="199059"/>
                </a:cubicBezTo>
                <a:lnTo>
                  <a:pt x="270524" y="45973"/>
                </a:lnTo>
                <a:cubicBezTo>
                  <a:pt x="270446" y="45618"/>
                  <a:pt x="270309" y="45279"/>
                  <a:pt x="270120" y="44968"/>
                </a:cubicBezTo>
                <a:cubicBezTo>
                  <a:pt x="269689" y="44213"/>
                  <a:pt x="269167" y="43513"/>
                  <a:pt x="268564" y="42886"/>
                </a:cubicBezTo>
                <a:lnTo>
                  <a:pt x="239654" y="18803"/>
                </a:lnTo>
                <a:cubicBezTo>
                  <a:pt x="239145" y="18590"/>
                  <a:pt x="238609" y="18446"/>
                  <a:pt x="238062" y="18374"/>
                </a:cubicBezTo>
                <a:lnTo>
                  <a:pt x="238025" y="18374"/>
                </a:lnTo>
                <a:lnTo>
                  <a:pt x="120464" y="18374"/>
                </a:lnTo>
                <a:cubicBezTo>
                  <a:pt x="118871" y="18374"/>
                  <a:pt x="118259" y="18864"/>
                  <a:pt x="118075" y="19048"/>
                </a:cubicBezTo>
                <a:close/>
                <a:moveTo>
                  <a:pt x="190104" y="107259"/>
                </a:moveTo>
                <a:cubicBezTo>
                  <a:pt x="188815" y="110327"/>
                  <a:pt x="185966" y="112458"/>
                  <a:pt x="182658" y="112830"/>
                </a:cubicBezTo>
                <a:cubicBezTo>
                  <a:pt x="179351" y="113201"/>
                  <a:pt x="176101" y="111754"/>
                  <a:pt x="174164" y="109047"/>
                </a:cubicBezTo>
                <a:cubicBezTo>
                  <a:pt x="172226" y="106341"/>
                  <a:pt x="171904" y="102798"/>
                  <a:pt x="173322" y="99786"/>
                </a:cubicBezTo>
                <a:lnTo>
                  <a:pt x="197821" y="44662"/>
                </a:lnTo>
                <a:cubicBezTo>
                  <a:pt x="199950" y="40140"/>
                  <a:pt x="205304" y="38149"/>
                  <a:pt x="209871" y="40182"/>
                </a:cubicBezTo>
                <a:cubicBezTo>
                  <a:pt x="214437" y="42216"/>
                  <a:pt x="216540" y="47526"/>
                  <a:pt x="214604" y="52135"/>
                </a:cubicBezTo>
                <a:close/>
                <a:moveTo>
                  <a:pt x="163706" y="54144"/>
                </a:moveTo>
                <a:cubicBezTo>
                  <a:pt x="167288" y="57731"/>
                  <a:pt x="167288" y="63541"/>
                  <a:pt x="163706" y="67128"/>
                </a:cubicBezTo>
                <a:lnTo>
                  <a:pt x="151823" y="79011"/>
                </a:lnTo>
                <a:lnTo>
                  <a:pt x="163706" y="90893"/>
                </a:lnTo>
                <a:cubicBezTo>
                  <a:pt x="167079" y="94513"/>
                  <a:pt x="166979" y="100154"/>
                  <a:pt x="163481" y="103653"/>
                </a:cubicBezTo>
                <a:cubicBezTo>
                  <a:pt x="159982" y="107151"/>
                  <a:pt x="154341" y="107251"/>
                  <a:pt x="150721" y="103878"/>
                </a:cubicBezTo>
                <a:lnTo>
                  <a:pt x="132346" y="85503"/>
                </a:lnTo>
                <a:cubicBezTo>
                  <a:pt x="128764" y="81916"/>
                  <a:pt x="128764" y="76105"/>
                  <a:pt x="132346" y="72518"/>
                </a:cubicBezTo>
                <a:lnTo>
                  <a:pt x="150721" y="54144"/>
                </a:lnTo>
                <a:cubicBezTo>
                  <a:pt x="154308" y="50561"/>
                  <a:pt x="160119" y="50561"/>
                  <a:pt x="163706" y="54144"/>
                </a:cubicBezTo>
                <a:close/>
                <a:moveTo>
                  <a:pt x="224220" y="54144"/>
                </a:moveTo>
                <a:cubicBezTo>
                  <a:pt x="227807" y="50561"/>
                  <a:pt x="233618" y="50561"/>
                  <a:pt x="237205" y="54144"/>
                </a:cubicBezTo>
                <a:lnTo>
                  <a:pt x="255579" y="72518"/>
                </a:lnTo>
                <a:cubicBezTo>
                  <a:pt x="259162" y="76105"/>
                  <a:pt x="259162" y="81916"/>
                  <a:pt x="255579" y="85503"/>
                </a:cubicBezTo>
                <a:lnTo>
                  <a:pt x="237205" y="103878"/>
                </a:lnTo>
                <a:cubicBezTo>
                  <a:pt x="233585" y="107251"/>
                  <a:pt x="227944" y="107151"/>
                  <a:pt x="224445" y="103653"/>
                </a:cubicBezTo>
                <a:cubicBezTo>
                  <a:pt x="220946" y="100154"/>
                  <a:pt x="220847" y="94513"/>
                  <a:pt x="224220" y="90893"/>
                </a:cubicBezTo>
                <a:lnTo>
                  <a:pt x="236102" y="79011"/>
                </a:lnTo>
                <a:lnTo>
                  <a:pt x="224220" y="67128"/>
                </a:lnTo>
                <a:cubicBezTo>
                  <a:pt x="220637" y="63541"/>
                  <a:pt x="220637" y="57731"/>
                  <a:pt x="224220" y="54144"/>
                </a:cubicBezTo>
                <a:close/>
                <a:moveTo>
                  <a:pt x="151542" y="292463"/>
                </a:moveTo>
                <a:lnTo>
                  <a:pt x="2866" y="292463"/>
                </a:lnTo>
                <a:cubicBezTo>
                  <a:pt x="13401" y="262035"/>
                  <a:pt x="43842" y="239789"/>
                  <a:pt x="77798" y="239789"/>
                </a:cubicBezTo>
                <a:cubicBezTo>
                  <a:pt x="111742" y="239789"/>
                  <a:pt x="141007" y="262035"/>
                  <a:pt x="151542" y="292476"/>
                </a:cubicBezTo>
                <a:close/>
                <a:moveTo>
                  <a:pt x="76634" y="227515"/>
                </a:moveTo>
                <a:cubicBezTo>
                  <a:pt x="48607" y="227515"/>
                  <a:pt x="25344" y="207915"/>
                  <a:pt x="18435" y="182117"/>
                </a:cubicBezTo>
                <a:lnTo>
                  <a:pt x="44405" y="182117"/>
                </a:lnTo>
                <a:cubicBezTo>
                  <a:pt x="50273" y="194477"/>
                  <a:pt x="62657" y="203015"/>
                  <a:pt x="76622" y="203015"/>
                </a:cubicBezTo>
                <a:cubicBezTo>
                  <a:pt x="91444" y="203015"/>
                  <a:pt x="103804" y="194587"/>
                  <a:pt x="109304" y="182117"/>
                </a:cubicBezTo>
                <a:lnTo>
                  <a:pt x="135090" y="182117"/>
                </a:lnTo>
                <a:cubicBezTo>
                  <a:pt x="128610" y="208454"/>
                  <a:pt x="105188" y="227515"/>
                  <a:pt x="76634" y="227515"/>
                </a:cubicBezTo>
                <a:close/>
                <a:moveTo>
                  <a:pt x="85111" y="85466"/>
                </a:moveTo>
                <a:lnTo>
                  <a:pt x="85111" y="114523"/>
                </a:lnTo>
                <a:cubicBezTo>
                  <a:pt x="85111" y="119597"/>
                  <a:pt x="89224" y="123710"/>
                  <a:pt x="94298" y="123710"/>
                </a:cubicBezTo>
                <a:cubicBezTo>
                  <a:pt x="99372" y="123710"/>
                  <a:pt x="103486" y="119597"/>
                  <a:pt x="103486" y="114523"/>
                </a:cubicBezTo>
                <a:lnTo>
                  <a:pt x="103486" y="95511"/>
                </a:lnTo>
                <a:cubicBezTo>
                  <a:pt x="121391" y="104892"/>
                  <a:pt x="132930" y="123113"/>
                  <a:pt x="133755" y="143310"/>
                </a:cubicBezTo>
                <a:lnTo>
                  <a:pt x="141019" y="143310"/>
                </a:lnTo>
                <a:cubicBezTo>
                  <a:pt x="147784" y="143310"/>
                  <a:pt x="153269" y="148794"/>
                  <a:pt x="153269" y="155560"/>
                </a:cubicBezTo>
                <a:cubicBezTo>
                  <a:pt x="153269" y="162325"/>
                  <a:pt x="147784" y="167809"/>
                  <a:pt x="141019" y="167809"/>
                </a:cubicBezTo>
                <a:lnTo>
                  <a:pt x="12249" y="167809"/>
                </a:lnTo>
                <a:cubicBezTo>
                  <a:pt x="5484" y="167809"/>
                  <a:pt x="0" y="162325"/>
                  <a:pt x="0" y="155560"/>
                </a:cubicBezTo>
                <a:cubicBezTo>
                  <a:pt x="0" y="148794"/>
                  <a:pt x="5484" y="143310"/>
                  <a:pt x="12249" y="143310"/>
                </a:cubicBezTo>
                <a:lnTo>
                  <a:pt x="19526" y="143310"/>
                </a:lnTo>
                <a:cubicBezTo>
                  <a:pt x="21179" y="118908"/>
                  <a:pt x="37937" y="98108"/>
                  <a:pt x="60648" y="91334"/>
                </a:cubicBezTo>
                <a:lnTo>
                  <a:pt x="60648" y="86483"/>
                </a:lnTo>
                <a:cubicBezTo>
                  <a:pt x="60603" y="79885"/>
                  <a:pt x="65791" y="74437"/>
                  <a:pt x="72383" y="74159"/>
                </a:cubicBezTo>
                <a:cubicBezTo>
                  <a:pt x="78975" y="73882"/>
                  <a:pt x="84602" y="78876"/>
                  <a:pt x="85111" y="8545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F651FE04-8165-F852-A5E3-C51A294A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9DF3-308B-457C-B67F-B853046DEE30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C3641259-3425-9768-28AA-A78DDCAEF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4FA51D5B-74E6-0409-0C56-A0ADF354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9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9A90-9031-CDD1-10C2-E53C8BAA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3D65FF-111D-4269-F673-6DE21CE380B1}"/>
              </a:ext>
            </a:extLst>
          </p:cNvPr>
          <p:cNvGrpSpPr/>
          <p:nvPr/>
        </p:nvGrpSpPr>
        <p:grpSpPr>
          <a:xfrm>
            <a:off x="2363972" y="2184992"/>
            <a:ext cx="1339702" cy="3157869"/>
            <a:chOff x="382772" y="956930"/>
            <a:chExt cx="1339702" cy="3157869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DF2A3FC2-7F26-6ADC-69B8-EB58055B101C}"/>
                </a:ext>
              </a:extLst>
            </p:cNvPr>
            <p:cNvSpPr/>
            <p:nvPr/>
          </p:nvSpPr>
          <p:spPr>
            <a:xfrm>
              <a:off x="382772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55073EE4-97A9-0FBB-6035-31C4D0393DCA}"/>
                </a:ext>
              </a:extLst>
            </p:cNvPr>
            <p:cNvSpPr/>
            <p:nvPr/>
          </p:nvSpPr>
          <p:spPr>
            <a:xfrm>
              <a:off x="382772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A9795CD-4488-1BA4-249B-59AAC39B371F}"/>
              </a:ext>
            </a:extLst>
          </p:cNvPr>
          <p:cNvGrpSpPr/>
          <p:nvPr/>
        </p:nvGrpSpPr>
        <p:grpSpPr>
          <a:xfrm>
            <a:off x="3895060" y="2184992"/>
            <a:ext cx="1339702" cy="3157869"/>
            <a:chOff x="1913860" y="956930"/>
            <a:chExt cx="1339702" cy="315786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A5E791B-5877-AC5B-F839-8E843E52FB5D}"/>
                </a:ext>
              </a:extLst>
            </p:cNvPr>
            <p:cNvSpPr/>
            <p:nvPr/>
          </p:nvSpPr>
          <p:spPr>
            <a:xfrm>
              <a:off x="1913860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7B2C93D-8715-19AF-24E4-52497B30B9DF}"/>
                </a:ext>
              </a:extLst>
            </p:cNvPr>
            <p:cNvSpPr/>
            <p:nvPr/>
          </p:nvSpPr>
          <p:spPr>
            <a:xfrm>
              <a:off x="1913860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CB0667-714E-8913-75F6-943D79F84FCF}"/>
              </a:ext>
            </a:extLst>
          </p:cNvPr>
          <p:cNvGrpSpPr/>
          <p:nvPr/>
        </p:nvGrpSpPr>
        <p:grpSpPr>
          <a:xfrm>
            <a:off x="5426148" y="2184992"/>
            <a:ext cx="1339702" cy="3157869"/>
            <a:chOff x="3444948" y="956930"/>
            <a:chExt cx="1339702" cy="315786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5C678C2-5369-D6A2-842E-235E65EE2C86}"/>
                </a:ext>
              </a:extLst>
            </p:cNvPr>
            <p:cNvSpPr/>
            <p:nvPr/>
          </p:nvSpPr>
          <p:spPr>
            <a:xfrm>
              <a:off x="3444948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DC7A22F-E0EB-DD7E-3197-676A4C9D74AD}"/>
                </a:ext>
              </a:extLst>
            </p:cNvPr>
            <p:cNvSpPr/>
            <p:nvPr/>
          </p:nvSpPr>
          <p:spPr>
            <a:xfrm>
              <a:off x="3444948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04EA60-A908-6C71-8A29-EF11F30B3C8C}"/>
              </a:ext>
            </a:extLst>
          </p:cNvPr>
          <p:cNvGrpSpPr/>
          <p:nvPr/>
        </p:nvGrpSpPr>
        <p:grpSpPr>
          <a:xfrm>
            <a:off x="6957237" y="2184992"/>
            <a:ext cx="1339702" cy="3157869"/>
            <a:chOff x="4976037" y="956930"/>
            <a:chExt cx="1339702" cy="3157869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C9D363E-404B-099F-A069-E71C35817EE2}"/>
                </a:ext>
              </a:extLst>
            </p:cNvPr>
            <p:cNvSpPr/>
            <p:nvPr/>
          </p:nvSpPr>
          <p:spPr>
            <a:xfrm>
              <a:off x="4976037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3E0D8B5-80A9-C3DF-5DE4-CB30EC8B6FE9}"/>
                </a:ext>
              </a:extLst>
            </p:cNvPr>
            <p:cNvSpPr/>
            <p:nvPr/>
          </p:nvSpPr>
          <p:spPr>
            <a:xfrm>
              <a:off x="4976037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87346B-2986-2005-83E7-24ADBC97B829}"/>
              </a:ext>
            </a:extLst>
          </p:cNvPr>
          <p:cNvGrpSpPr/>
          <p:nvPr/>
        </p:nvGrpSpPr>
        <p:grpSpPr>
          <a:xfrm>
            <a:off x="8488325" y="2184992"/>
            <a:ext cx="1339702" cy="3157869"/>
            <a:chOff x="6507125" y="956930"/>
            <a:chExt cx="1339702" cy="3157869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959C7E2-A619-261E-5820-223E9B13AA2F}"/>
                </a:ext>
              </a:extLst>
            </p:cNvPr>
            <p:cNvSpPr/>
            <p:nvPr/>
          </p:nvSpPr>
          <p:spPr>
            <a:xfrm>
              <a:off x="6507125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8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4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07" y="382772"/>
                    <a:pt x="893134" y="382772"/>
                  </a:cubicBezTo>
                  <a:lnTo>
                    <a:pt x="925032" y="382772"/>
                  </a:lnTo>
                  <a:cubicBezTo>
                    <a:pt x="951459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1339702" y="1196162"/>
                  </a:moveTo>
                  <a:lnTo>
                    <a:pt x="861237" y="1196162"/>
                  </a:lnTo>
                  <a:cubicBezTo>
                    <a:pt x="887664" y="1196162"/>
                    <a:pt x="909083" y="1174743"/>
                    <a:pt x="909083" y="1148316"/>
                  </a:cubicBezTo>
                  <a:lnTo>
                    <a:pt x="909083" y="956930"/>
                  </a:lnTo>
                  <a:lnTo>
                    <a:pt x="972879" y="956930"/>
                  </a:lnTo>
                  <a:lnTo>
                    <a:pt x="1084520" y="956930"/>
                  </a:lnTo>
                  <a:lnTo>
                    <a:pt x="1291855" y="956930"/>
                  </a:lnTo>
                  <a:cubicBezTo>
                    <a:pt x="1318283" y="956930"/>
                    <a:pt x="1339702" y="978349"/>
                    <a:pt x="1339702" y="1004776"/>
                  </a:cubicBezTo>
                  <a:close/>
                  <a:moveTo>
                    <a:pt x="366823" y="956930"/>
                  </a:move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3"/>
                    <a:pt x="452040" y="1196162"/>
                    <a:pt x="478465" y="1196162"/>
                  </a:cubicBezTo>
                  <a:lnTo>
                    <a:pt x="0" y="1196162"/>
                  </a:lnTo>
                  <a:lnTo>
                    <a:pt x="0" y="1004776"/>
                  </a:lnTo>
                  <a:cubicBezTo>
                    <a:pt x="0" y="978349"/>
                    <a:pt x="21421" y="956930"/>
                    <a:pt x="47846" y="956930"/>
                  </a:cubicBezTo>
                  <a:lnTo>
                    <a:pt x="255181" y="956930"/>
                  </a:lnTo>
                  <a:close/>
                  <a:moveTo>
                    <a:pt x="0" y="2392325"/>
                  </a:moveTo>
                  <a:lnTo>
                    <a:pt x="0" y="1196162"/>
                  </a:lnTo>
                  <a:lnTo>
                    <a:pt x="1339702" y="1196162"/>
                  </a:lnTo>
                  <a:lnTo>
                    <a:pt x="1339702" y="2392325"/>
                  </a:lnTo>
                  <a:close/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8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9" y="2775097"/>
                    <a:pt x="925032" y="2775097"/>
                  </a:cubicBezTo>
                  <a:lnTo>
                    <a:pt x="893134" y="2775097"/>
                  </a:lnTo>
                  <a:cubicBezTo>
                    <a:pt x="866707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0" y="2392325"/>
                  </a:moveTo>
                  <a:lnTo>
                    <a:pt x="1339702" y="2392325"/>
                  </a:lnTo>
                  <a:lnTo>
                    <a:pt x="1339702" y="2440172"/>
                  </a:lnTo>
                  <a:cubicBezTo>
                    <a:pt x="1339702" y="2466596"/>
                    <a:pt x="1318283" y="2488018"/>
                    <a:pt x="1291855" y="2488018"/>
                  </a:cubicBezTo>
                  <a:lnTo>
                    <a:pt x="1084520" y="2488018"/>
                  </a:lnTo>
                  <a:lnTo>
                    <a:pt x="972879" y="2488018"/>
                  </a:lnTo>
                  <a:lnTo>
                    <a:pt x="845288" y="2488018"/>
                  </a:lnTo>
                  <a:lnTo>
                    <a:pt x="733646" y="2488018"/>
                  </a:lnTo>
                  <a:lnTo>
                    <a:pt x="606055" y="2488018"/>
                  </a:lnTo>
                  <a:lnTo>
                    <a:pt x="494413" y="2488018"/>
                  </a:lnTo>
                  <a:lnTo>
                    <a:pt x="366823" y="2488018"/>
                  </a:lnTo>
                  <a:lnTo>
                    <a:pt x="255181" y="2488018"/>
                  </a:lnTo>
                  <a:lnTo>
                    <a:pt x="47846" y="2488018"/>
                  </a:lnTo>
                  <a:cubicBezTo>
                    <a:pt x="21421" y="2488018"/>
                    <a:pt x="0" y="2466596"/>
                    <a:pt x="0" y="244017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28FC9F4-5134-CCD7-A1C1-0FE8A690BB35}"/>
                </a:ext>
              </a:extLst>
            </p:cNvPr>
            <p:cNvSpPr/>
            <p:nvPr/>
          </p:nvSpPr>
          <p:spPr>
            <a:xfrm>
              <a:off x="6507125" y="956930"/>
              <a:ext cx="1339702" cy="3157869"/>
            </a:xfrm>
            <a:custGeom>
              <a:avLst/>
              <a:gdLst/>
              <a:ahLst/>
              <a:cxnLst/>
              <a:rect l="0" t="0" r="0" b="0"/>
              <a:pathLst>
                <a:path w="1339702" h="3157869">
                  <a:moveTo>
                    <a:pt x="95693" y="0"/>
                  </a:moveTo>
                  <a:lnTo>
                    <a:pt x="1244009" y="0"/>
                  </a:lnTo>
                  <a:lnTo>
                    <a:pt x="1244009" y="159488"/>
                  </a:lnTo>
                  <a:cubicBezTo>
                    <a:pt x="1244009" y="229955"/>
                    <a:pt x="1186885" y="287079"/>
                    <a:pt x="1116418" y="287079"/>
                  </a:cubicBezTo>
                  <a:lnTo>
                    <a:pt x="223283" y="287079"/>
                  </a:lnTo>
                  <a:cubicBezTo>
                    <a:pt x="152816" y="287079"/>
                    <a:pt x="95693" y="229955"/>
                    <a:pt x="95693" y="159488"/>
                  </a:cubicBezTo>
                  <a:close/>
                  <a:moveTo>
                    <a:pt x="366823" y="430618"/>
                  </a:moveTo>
                  <a:cubicBezTo>
                    <a:pt x="366823" y="404193"/>
                    <a:pt x="388244" y="382772"/>
                    <a:pt x="414669" y="382772"/>
                  </a:cubicBezTo>
                  <a:lnTo>
                    <a:pt x="446567" y="382772"/>
                  </a:lnTo>
                  <a:cubicBezTo>
                    <a:pt x="472992" y="382772"/>
                    <a:pt x="494413" y="404193"/>
                    <a:pt x="494413" y="430618"/>
                  </a:cubicBezTo>
                  <a:lnTo>
                    <a:pt x="494413" y="717697"/>
                  </a:lnTo>
                  <a:lnTo>
                    <a:pt x="478465" y="717697"/>
                  </a:lnTo>
                  <a:cubicBezTo>
                    <a:pt x="452040" y="717697"/>
                    <a:pt x="430618" y="739119"/>
                    <a:pt x="430618" y="765544"/>
                  </a:cubicBezTo>
                  <a:lnTo>
                    <a:pt x="430618" y="956930"/>
                  </a:lnTo>
                  <a:lnTo>
                    <a:pt x="366823" y="956930"/>
                  </a:lnTo>
                  <a:close/>
                  <a:moveTo>
                    <a:pt x="972879" y="956930"/>
                  </a:moveTo>
                  <a:lnTo>
                    <a:pt x="909083" y="956930"/>
                  </a:lnTo>
                  <a:lnTo>
                    <a:pt x="909083" y="765544"/>
                  </a:lnTo>
                  <a:cubicBezTo>
                    <a:pt x="909083" y="739119"/>
                    <a:pt x="887662" y="717697"/>
                    <a:pt x="861237" y="717697"/>
                  </a:cubicBezTo>
                  <a:lnTo>
                    <a:pt x="845288" y="717697"/>
                  </a:lnTo>
                  <a:lnTo>
                    <a:pt x="845288" y="430618"/>
                  </a:lnTo>
                  <a:cubicBezTo>
                    <a:pt x="845288" y="404193"/>
                    <a:pt x="866710" y="382772"/>
                    <a:pt x="893134" y="382772"/>
                  </a:cubicBezTo>
                  <a:lnTo>
                    <a:pt x="925032" y="382772"/>
                  </a:lnTo>
                  <a:cubicBezTo>
                    <a:pt x="951457" y="382772"/>
                    <a:pt x="972879" y="404193"/>
                    <a:pt x="972879" y="430618"/>
                  </a:cubicBezTo>
                  <a:close/>
                  <a:moveTo>
                    <a:pt x="653902" y="382772"/>
                  </a:moveTo>
                  <a:lnTo>
                    <a:pt x="685800" y="382772"/>
                  </a:lnTo>
                  <a:cubicBezTo>
                    <a:pt x="712224" y="382772"/>
                    <a:pt x="733646" y="404193"/>
                    <a:pt x="733646" y="430618"/>
                  </a:cubicBezTo>
                  <a:lnTo>
                    <a:pt x="733646" y="717697"/>
                  </a:lnTo>
                  <a:lnTo>
                    <a:pt x="606055" y="717697"/>
                  </a:lnTo>
                  <a:lnTo>
                    <a:pt x="606055" y="430618"/>
                  </a:lnTo>
                  <a:cubicBezTo>
                    <a:pt x="606055" y="404193"/>
                    <a:pt x="627477" y="382772"/>
                    <a:pt x="653902" y="382772"/>
                  </a:cubicBezTo>
                  <a:close/>
                  <a:moveTo>
                    <a:pt x="255181" y="291066"/>
                  </a:moveTo>
                  <a:lnTo>
                    <a:pt x="255181" y="956930"/>
                  </a:lnTo>
                  <a:moveTo>
                    <a:pt x="1084520" y="956930"/>
                  </a:moveTo>
                  <a:lnTo>
                    <a:pt x="1084520" y="291066"/>
                  </a:lnTo>
                  <a:moveTo>
                    <a:pt x="0" y="1196162"/>
                  </a:moveTo>
                  <a:lnTo>
                    <a:pt x="0" y="1004776"/>
                  </a:lnTo>
                  <a:cubicBezTo>
                    <a:pt x="0" y="978351"/>
                    <a:pt x="21421" y="956930"/>
                    <a:pt x="47846" y="956930"/>
                  </a:cubicBezTo>
                  <a:lnTo>
                    <a:pt x="430618" y="956930"/>
                  </a:lnTo>
                  <a:lnTo>
                    <a:pt x="430618" y="1148316"/>
                  </a:lnTo>
                  <a:cubicBezTo>
                    <a:pt x="430618" y="1174741"/>
                    <a:pt x="452040" y="1196162"/>
                    <a:pt x="478465" y="1196162"/>
                  </a:cubicBezTo>
                  <a:lnTo>
                    <a:pt x="861237" y="1196162"/>
                  </a:lnTo>
                  <a:cubicBezTo>
                    <a:pt x="887662" y="1196162"/>
                    <a:pt x="909083" y="1174741"/>
                    <a:pt x="909083" y="1148316"/>
                  </a:cubicBezTo>
                  <a:lnTo>
                    <a:pt x="909083" y="956930"/>
                  </a:lnTo>
                  <a:lnTo>
                    <a:pt x="1291855" y="956930"/>
                  </a:lnTo>
                  <a:cubicBezTo>
                    <a:pt x="1318280" y="956930"/>
                    <a:pt x="1339702" y="978351"/>
                    <a:pt x="1339702" y="1004776"/>
                  </a:cubicBezTo>
                  <a:lnTo>
                    <a:pt x="1339702" y="1196162"/>
                  </a:lnTo>
                  <a:moveTo>
                    <a:pt x="1339702" y="1196162"/>
                  </a:moveTo>
                  <a:lnTo>
                    <a:pt x="1339702" y="2392325"/>
                  </a:lnTo>
                  <a:moveTo>
                    <a:pt x="0" y="2392325"/>
                  </a:moveTo>
                  <a:lnTo>
                    <a:pt x="0" y="1196162"/>
                  </a:lnTo>
                  <a:moveTo>
                    <a:pt x="95693" y="2998381"/>
                  </a:moveTo>
                  <a:cubicBezTo>
                    <a:pt x="95693" y="2927914"/>
                    <a:pt x="152816" y="2870790"/>
                    <a:pt x="223283" y="2870790"/>
                  </a:cubicBezTo>
                  <a:lnTo>
                    <a:pt x="1116418" y="2870790"/>
                  </a:lnTo>
                  <a:cubicBezTo>
                    <a:pt x="1186885" y="2870790"/>
                    <a:pt x="1244009" y="2927914"/>
                    <a:pt x="1244009" y="2998381"/>
                  </a:cubicBezTo>
                  <a:lnTo>
                    <a:pt x="1244009" y="3157869"/>
                  </a:lnTo>
                  <a:lnTo>
                    <a:pt x="95693" y="3157869"/>
                  </a:lnTo>
                  <a:close/>
                  <a:moveTo>
                    <a:pt x="606055" y="2727251"/>
                  </a:moveTo>
                  <a:lnTo>
                    <a:pt x="606055" y="2488018"/>
                  </a:lnTo>
                  <a:lnTo>
                    <a:pt x="733646" y="2488018"/>
                  </a:lnTo>
                  <a:lnTo>
                    <a:pt x="733646" y="2727251"/>
                  </a:lnTo>
                  <a:cubicBezTo>
                    <a:pt x="733646" y="2753675"/>
                    <a:pt x="712224" y="2775097"/>
                    <a:pt x="685800" y="2775097"/>
                  </a:cubicBezTo>
                  <a:lnTo>
                    <a:pt x="653902" y="2775097"/>
                  </a:lnTo>
                  <a:cubicBezTo>
                    <a:pt x="627477" y="2775097"/>
                    <a:pt x="606055" y="2753675"/>
                    <a:pt x="606055" y="2727251"/>
                  </a:cubicBezTo>
                  <a:close/>
                  <a:moveTo>
                    <a:pt x="845288" y="2727251"/>
                  </a:moveTo>
                  <a:lnTo>
                    <a:pt x="845288" y="2488018"/>
                  </a:lnTo>
                  <a:lnTo>
                    <a:pt x="972879" y="2488018"/>
                  </a:lnTo>
                  <a:lnTo>
                    <a:pt x="972879" y="2727251"/>
                  </a:lnTo>
                  <a:cubicBezTo>
                    <a:pt x="972879" y="2753675"/>
                    <a:pt x="951457" y="2775097"/>
                    <a:pt x="925032" y="2775097"/>
                  </a:cubicBezTo>
                  <a:lnTo>
                    <a:pt x="893134" y="2775097"/>
                  </a:lnTo>
                  <a:cubicBezTo>
                    <a:pt x="866710" y="2775097"/>
                    <a:pt x="845288" y="2753675"/>
                    <a:pt x="845288" y="2727251"/>
                  </a:cubicBezTo>
                  <a:close/>
                  <a:moveTo>
                    <a:pt x="366823" y="2727251"/>
                  </a:moveTo>
                  <a:lnTo>
                    <a:pt x="366823" y="2488018"/>
                  </a:lnTo>
                  <a:lnTo>
                    <a:pt x="494413" y="2488018"/>
                  </a:lnTo>
                  <a:lnTo>
                    <a:pt x="494413" y="2727251"/>
                  </a:lnTo>
                  <a:cubicBezTo>
                    <a:pt x="494413" y="2753675"/>
                    <a:pt x="472992" y="2775097"/>
                    <a:pt x="446567" y="2775097"/>
                  </a:cubicBezTo>
                  <a:lnTo>
                    <a:pt x="414669" y="2775097"/>
                  </a:lnTo>
                  <a:cubicBezTo>
                    <a:pt x="388244" y="2775097"/>
                    <a:pt x="366823" y="2753675"/>
                    <a:pt x="366823" y="2727251"/>
                  </a:cubicBezTo>
                  <a:close/>
                  <a:moveTo>
                    <a:pt x="47846" y="2488018"/>
                  </a:moveTo>
                  <a:cubicBezTo>
                    <a:pt x="21421" y="2488018"/>
                    <a:pt x="0" y="2466596"/>
                    <a:pt x="0" y="2440172"/>
                  </a:cubicBezTo>
                  <a:lnTo>
                    <a:pt x="0" y="2392325"/>
                  </a:lnTo>
                  <a:moveTo>
                    <a:pt x="1291855" y="2488018"/>
                  </a:moveTo>
                  <a:lnTo>
                    <a:pt x="47846" y="2488018"/>
                  </a:lnTo>
                  <a:moveTo>
                    <a:pt x="255181" y="2488018"/>
                  </a:moveTo>
                  <a:lnTo>
                    <a:pt x="47846" y="2488018"/>
                  </a:lnTo>
                  <a:moveTo>
                    <a:pt x="1339702" y="2392325"/>
                  </a:moveTo>
                  <a:lnTo>
                    <a:pt x="1339702" y="2440172"/>
                  </a:lnTo>
                  <a:cubicBezTo>
                    <a:pt x="1339702" y="2466596"/>
                    <a:pt x="1318280" y="2488018"/>
                    <a:pt x="1291855" y="2488018"/>
                  </a:cubicBezTo>
                  <a:moveTo>
                    <a:pt x="1291855" y="2488018"/>
                  </a:moveTo>
                  <a:lnTo>
                    <a:pt x="1084520" y="2488018"/>
                  </a:lnTo>
                  <a:moveTo>
                    <a:pt x="255181" y="2488018"/>
                  </a:moveTo>
                  <a:lnTo>
                    <a:pt x="255181" y="2870790"/>
                  </a:lnTo>
                  <a:moveTo>
                    <a:pt x="255181" y="2488018"/>
                  </a:moveTo>
                  <a:lnTo>
                    <a:pt x="366823" y="2488018"/>
                  </a:lnTo>
                  <a:moveTo>
                    <a:pt x="1084520" y="2488018"/>
                  </a:moveTo>
                  <a:lnTo>
                    <a:pt x="1084520" y="2870790"/>
                  </a:lnTo>
                  <a:moveTo>
                    <a:pt x="972879" y="2488018"/>
                  </a:moveTo>
                  <a:lnTo>
                    <a:pt x="1084520" y="2488018"/>
                  </a:lnTo>
                  <a:moveTo>
                    <a:pt x="606055" y="2488018"/>
                  </a:moveTo>
                  <a:lnTo>
                    <a:pt x="494413" y="2488018"/>
                  </a:lnTo>
                  <a:moveTo>
                    <a:pt x="845288" y="2488018"/>
                  </a:moveTo>
                  <a:lnTo>
                    <a:pt x="733646" y="2488018"/>
                  </a:lnTo>
                </a:path>
              </a:pathLst>
            </a:custGeom>
            <a:noFill/>
            <a:ln w="11961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9CFC79-F351-6BD4-2EB8-7A9D2547F08B}"/>
              </a:ext>
            </a:extLst>
          </p:cNvPr>
          <p:cNvGrpSpPr/>
          <p:nvPr/>
        </p:nvGrpSpPr>
        <p:grpSpPr>
          <a:xfrm>
            <a:off x="3786969" y="1009468"/>
            <a:ext cx="4701356" cy="809499"/>
            <a:chOff x="2727251" y="287079"/>
            <a:chExt cx="2775097" cy="382772"/>
          </a:xfrm>
          <a:solidFill>
            <a:schemeClr val="accent2"/>
          </a:solidFill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3CA7C81-9E67-25DB-08C7-1AF90228F44E}"/>
                </a:ext>
              </a:extLst>
            </p:cNvPr>
            <p:cNvSpPr/>
            <p:nvPr/>
          </p:nvSpPr>
          <p:spPr>
            <a:xfrm>
              <a:off x="2727251" y="287079"/>
              <a:ext cx="2775097" cy="382772"/>
            </a:xfrm>
            <a:custGeom>
              <a:avLst/>
              <a:gdLst/>
              <a:ahLst/>
              <a:cxnLst/>
              <a:rect l="0" t="0" r="0" b="0"/>
              <a:pathLst>
                <a:path w="2775097" h="382772">
                  <a:moveTo>
                    <a:pt x="0" y="0"/>
                  </a:moveTo>
                  <a:lnTo>
                    <a:pt x="2775097" y="0"/>
                  </a:lnTo>
                  <a:lnTo>
                    <a:pt x="2775097" y="382772"/>
                  </a:lnTo>
                  <a:lnTo>
                    <a:pt x="0" y="3827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81E8613B-8DF3-5CDD-6C86-3FACA9683018}"/>
                </a:ext>
              </a:extLst>
            </p:cNvPr>
            <p:cNvSpPr/>
            <p:nvPr/>
          </p:nvSpPr>
          <p:spPr>
            <a:xfrm>
              <a:off x="2727251" y="287079"/>
              <a:ext cx="2775097" cy="382772"/>
            </a:xfrm>
            <a:custGeom>
              <a:avLst/>
              <a:gdLst/>
              <a:ahLst/>
              <a:cxnLst/>
              <a:rect l="0" t="0" r="0" b="0"/>
              <a:pathLst>
                <a:path w="2775097" h="382772">
                  <a:moveTo>
                    <a:pt x="0" y="0"/>
                  </a:moveTo>
                  <a:lnTo>
                    <a:pt x="2775097" y="0"/>
                  </a:lnTo>
                  <a:lnTo>
                    <a:pt x="2775097" y="382772"/>
                  </a:lnTo>
                  <a:lnTo>
                    <a:pt x="0" y="382772"/>
                  </a:lnTo>
                  <a:close/>
                </a:path>
              </a:pathLst>
            </a:custGeom>
            <a:grpFill/>
            <a:ln w="11961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30B9293-63CB-685F-4345-E87AD014C2BE}"/>
              </a:ext>
            </a:extLst>
          </p:cNvPr>
          <p:cNvSpPr txBox="1"/>
          <p:nvPr/>
        </p:nvSpPr>
        <p:spPr>
          <a:xfrm>
            <a:off x="4007579" y="4134734"/>
            <a:ext cx="1220086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Allows users to
choose from a list of
workout routines.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22D9B3-0CD3-00CC-CD96-2EB36209CEF0}"/>
              </a:ext>
            </a:extLst>
          </p:cNvPr>
          <p:cNvSpPr txBox="1"/>
          <p:nvPr/>
        </p:nvSpPr>
        <p:spPr>
          <a:xfrm>
            <a:off x="2490447" y="3444948"/>
            <a:ext cx="1172239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User Attributes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78F83E-164C-780D-1E90-31EE09199D4A}"/>
              </a:ext>
            </a:extLst>
          </p:cNvPr>
          <p:cNvSpPr txBox="1"/>
          <p:nvPr/>
        </p:nvSpPr>
        <p:spPr>
          <a:xfrm>
            <a:off x="4226158" y="3444948"/>
            <a:ext cx="74162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Workout
Routine
Selection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8CD47-36BB-BE20-A78F-4A90CFE99DFE}"/>
              </a:ext>
            </a:extLst>
          </p:cNvPr>
          <p:cNvSpPr txBox="1"/>
          <p:nvPr/>
        </p:nvSpPr>
        <p:spPr>
          <a:xfrm>
            <a:off x="5661713" y="3444948"/>
            <a:ext cx="956930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Routine
Progression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B484E7-DF00-A4AE-3A67-EA810DD86E2C}"/>
              </a:ext>
            </a:extLst>
          </p:cNvPr>
          <p:cNvSpPr txBox="1"/>
          <p:nvPr/>
        </p:nvSpPr>
        <p:spPr>
          <a:xfrm>
            <a:off x="7157793" y="3444948"/>
            <a:ext cx="101673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Set
Confirmation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15275B-FB7A-DA20-CE7B-D9F27797EAA3}"/>
              </a:ext>
            </a:extLst>
          </p:cNvPr>
          <p:cNvSpPr txBox="1"/>
          <p:nvPr/>
        </p:nvSpPr>
        <p:spPr>
          <a:xfrm>
            <a:off x="8648213" y="3444948"/>
            <a:ext cx="110046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Programming
Concepts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E4C972-AC10-14BE-E7D4-BDA585E33E07}"/>
              </a:ext>
            </a:extLst>
          </p:cNvPr>
          <p:cNvSpPr txBox="1"/>
          <p:nvPr/>
        </p:nvSpPr>
        <p:spPr>
          <a:xfrm>
            <a:off x="2548261" y="3728040"/>
            <a:ext cx="110046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Gathers personal
data like BMI and
expertise level for
customization.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7D67A3-4E6E-1F6B-0D61-CD3AEB91B2E4}"/>
              </a:ext>
            </a:extLst>
          </p:cNvPr>
          <p:cNvSpPr txBox="1"/>
          <p:nvPr/>
        </p:nvSpPr>
        <p:spPr>
          <a:xfrm>
            <a:off x="5579018" y="3943348"/>
            <a:ext cx="120812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Tracks the user's
progress through a
week-long routine.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73DDCA-A1CA-EC02-FDC9-19F5EDEB6147}"/>
              </a:ext>
            </a:extLst>
          </p:cNvPr>
          <p:cNvSpPr txBox="1"/>
          <p:nvPr/>
        </p:nvSpPr>
        <p:spPr>
          <a:xfrm>
            <a:off x="7087220" y="3943348"/>
            <a:ext cx="127989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Requires user
confirmation after
each set to proceed.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3A6C10-EC75-A65B-F821-3DC28587EA14}"/>
              </a:ext>
            </a:extLst>
          </p:cNvPr>
          <p:cNvSpPr txBox="1"/>
          <p:nvPr/>
        </p:nvSpPr>
        <p:spPr>
          <a:xfrm>
            <a:off x="8684736" y="3919426"/>
            <a:ext cx="110046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Demonstrates
fundamental C++
concepts in a
practical context.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F5E1C5F-B879-A2A0-4DF1-554DDA6720B3}"/>
              </a:ext>
            </a:extLst>
          </p:cNvPr>
          <p:cNvSpPr/>
          <p:nvPr/>
        </p:nvSpPr>
        <p:spPr>
          <a:xfrm>
            <a:off x="2842438" y="2950534"/>
            <a:ext cx="366997" cy="365619"/>
          </a:xfrm>
          <a:custGeom>
            <a:avLst/>
            <a:gdLst/>
            <a:ahLst/>
            <a:cxnLst/>
            <a:rect l="0" t="0" r="0" b="0"/>
            <a:pathLst>
              <a:path w="366997" h="365619">
                <a:moveTo>
                  <a:pt x="366997" y="17294"/>
                </a:moveTo>
                <a:cubicBezTo>
                  <a:pt x="359710" y="18624"/>
                  <a:pt x="352421" y="19866"/>
                  <a:pt x="345129" y="21018"/>
                </a:cubicBezTo>
                <a:moveTo>
                  <a:pt x="37641" y="20876"/>
                </a:moveTo>
                <a:cubicBezTo>
                  <a:pt x="30350" y="19723"/>
                  <a:pt x="23061" y="18482"/>
                  <a:pt x="15775" y="17152"/>
                </a:cubicBezTo>
                <a:moveTo>
                  <a:pt x="301721" y="27165"/>
                </a:moveTo>
                <a:cubicBezTo>
                  <a:pt x="228425" y="36148"/>
                  <a:pt x="154933" y="36148"/>
                  <a:pt x="81636" y="27165"/>
                </a:cubicBezTo>
                <a:moveTo>
                  <a:pt x="345129" y="361753"/>
                </a:moveTo>
                <a:cubicBezTo>
                  <a:pt x="352421" y="362906"/>
                  <a:pt x="359710" y="364147"/>
                  <a:pt x="366997" y="365477"/>
                </a:cubicBezTo>
                <a:moveTo>
                  <a:pt x="15775" y="365619"/>
                </a:moveTo>
                <a:cubicBezTo>
                  <a:pt x="23061" y="364288"/>
                  <a:pt x="30350" y="363048"/>
                  <a:pt x="37641" y="361896"/>
                </a:cubicBezTo>
                <a:moveTo>
                  <a:pt x="81636" y="355606"/>
                </a:moveTo>
                <a:cubicBezTo>
                  <a:pt x="154933" y="346624"/>
                  <a:pt x="228425" y="346622"/>
                  <a:pt x="301721" y="355606"/>
                </a:cubicBezTo>
                <a:moveTo>
                  <a:pt x="0" y="0"/>
                </a:moveTo>
                <a:moveTo>
                  <a:pt x="149059" y="247403"/>
                </a:moveTo>
                <a:lnTo>
                  <a:pt x="131219" y="247403"/>
                </a:lnTo>
                <a:moveTo>
                  <a:pt x="0" y="0"/>
                </a:moveTo>
                <a:moveTo>
                  <a:pt x="131219" y="191384"/>
                </a:moveTo>
                <a:lnTo>
                  <a:pt x="149059" y="191384"/>
                </a:lnTo>
                <a:moveTo>
                  <a:pt x="0" y="0"/>
                </a:moveTo>
                <a:moveTo>
                  <a:pt x="149059" y="135368"/>
                </a:moveTo>
                <a:lnTo>
                  <a:pt x="131219" y="135368"/>
                </a:lnTo>
                <a:moveTo>
                  <a:pt x="0" y="0"/>
                </a:moveTo>
                <a:moveTo>
                  <a:pt x="228958" y="292665"/>
                </a:moveTo>
                <a:lnTo>
                  <a:pt x="224376" y="237679"/>
                </a:lnTo>
                <a:lnTo>
                  <a:pt x="201465" y="237679"/>
                </a:lnTo>
                <a:lnTo>
                  <a:pt x="201465" y="205602"/>
                </a:lnTo>
                <a:cubicBezTo>
                  <a:pt x="201465" y="193449"/>
                  <a:pt x="206293" y="181794"/>
                  <a:pt x="214886" y="173201"/>
                </a:cubicBezTo>
                <a:cubicBezTo>
                  <a:pt x="223479" y="164607"/>
                  <a:pt x="235135" y="159780"/>
                  <a:pt x="247286" y="159780"/>
                </a:cubicBezTo>
                <a:cubicBezTo>
                  <a:pt x="259439" y="159780"/>
                  <a:pt x="271095" y="164607"/>
                  <a:pt x="279688" y="173201"/>
                </a:cubicBezTo>
                <a:cubicBezTo>
                  <a:pt x="288281" y="181794"/>
                  <a:pt x="293109" y="193449"/>
                  <a:pt x="293109" y="205602"/>
                </a:cubicBezTo>
                <a:lnTo>
                  <a:pt x="293109" y="237679"/>
                </a:lnTo>
                <a:lnTo>
                  <a:pt x="270198" y="237679"/>
                </a:lnTo>
                <a:lnTo>
                  <a:pt x="265616" y="292665"/>
                </a:lnTo>
                <a:close/>
                <a:moveTo>
                  <a:pt x="213448" y="125935"/>
                </a:moveTo>
                <a:cubicBezTo>
                  <a:pt x="213448" y="107243"/>
                  <a:pt x="228601" y="92091"/>
                  <a:pt x="247291" y="92091"/>
                </a:cubicBezTo>
                <a:cubicBezTo>
                  <a:pt x="265983" y="92091"/>
                  <a:pt x="281136" y="107243"/>
                  <a:pt x="281136" y="125935"/>
                </a:cubicBezTo>
                <a:cubicBezTo>
                  <a:pt x="281136" y="144627"/>
                  <a:pt x="265983" y="159780"/>
                  <a:pt x="247291" y="159780"/>
                </a:cubicBezTo>
                <a:cubicBezTo>
                  <a:pt x="228600" y="159780"/>
                  <a:pt x="213448" y="144627"/>
                  <a:pt x="213448" y="125935"/>
                </a:cubicBezTo>
                <a:close/>
                <a:moveTo>
                  <a:pt x="97638" y="83508"/>
                </a:moveTo>
                <a:lnTo>
                  <a:pt x="146920" y="83508"/>
                </a:lnTo>
                <a:cubicBezTo>
                  <a:pt x="146920" y="83508"/>
                  <a:pt x="154895" y="83508"/>
                  <a:pt x="154895" y="91482"/>
                </a:cubicBezTo>
                <a:lnTo>
                  <a:pt x="154895" y="291273"/>
                </a:lnTo>
                <a:cubicBezTo>
                  <a:pt x="154895" y="291273"/>
                  <a:pt x="154895" y="299248"/>
                  <a:pt x="146920" y="299248"/>
                </a:cubicBezTo>
                <a:lnTo>
                  <a:pt x="97638" y="299248"/>
                </a:lnTo>
                <a:cubicBezTo>
                  <a:pt x="97638" y="299248"/>
                  <a:pt x="89664" y="299248"/>
                  <a:pt x="89664" y="291273"/>
                </a:cubicBezTo>
                <a:lnTo>
                  <a:pt x="89664" y="91482"/>
                </a:lnTo>
                <a:cubicBezTo>
                  <a:pt x="89664" y="91482"/>
                  <a:pt x="89664" y="83508"/>
                  <a:pt x="97638" y="83508"/>
                </a:cubicBez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09FDA2-B96F-CC8D-4926-8626A43F2E5A}"/>
              </a:ext>
            </a:extLst>
          </p:cNvPr>
          <p:cNvSpPr/>
          <p:nvPr/>
        </p:nvSpPr>
        <p:spPr>
          <a:xfrm>
            <a:off x="4381501" y="2990373"/>
            <a:ext cx="366823" cy="318976"/>
          </a:xfrm>
          <a:custGeom>
            <a:avLst/>
            <a:gdLst/>
            <a:ahLst/>
            <a:cxnLst/>
            <a:rect l="0" t="0" r="0" b="0"/>
            <a:pathLst>
              <a:path w="366823" h="318976">
                <a:moveTo>
                  <a:pt x="127590" y="31897"/>
                </a:moveTo>
                <a:lnTo>
                  <a:pt x="366823" y="31897"/>
                </a:lnTo>
                <a:moveTo>
                  <a:pt x="127590" y="159488"/>
                </a:moveTo>
                <a:lnTo>
                  <a:pt x="366823" y="159488"/>
                </a:lnTo>
                <a:moveTo>
                  <a:pt x="127590" y="287079"/>
                </a:moveTo>
                <a:lnTo>
                  <a:pt x="366823" y="287079"/>
                </a:lnTo>
                <a:moveTo>
                  <a:pt x="15948" y="0"/>
                </a:moveTo>
                <a:lnTo>
                  <a:pt x="47846" y="0"/>
                </a:lnTo>
                <a:cubicBezTo>
                  <a:pt x="47846" y="0"/>
                  <a:pt x="63795" y="0"/>
                  <a:pt x="63795" y="15948"/>
                </a:cubicBezTo>
                <a:lnTo>
                  <a:pt x="63795" y="47846"/>
                </a:lnTo>
                <a:cubicBezTo>
                  <a:pt x="63795" y="47846"/>
                  <a:pt x="63795" y="63795"/>
                  <a:pt x="47846" y="63795"/>
                </a:cubicBezTo>
                <a:lnTo>
                  <a:pt x="15948" y="63795"/>
                </a:lnTo>
                <a:cubicBezTo>
                  <a:pt x="15948" y="63795"/>
                  <a:pt x="0" y="63795"/>
                  <a:pt x="0" y="47846"/>
                </a:cubicBezTo>
                <a:lnTo>
                  <a:pt x="0" y="15948"/>
                </a:lnTo>
                <a:cubicBezTo>
                  <a:pt x="0" y="15948"/>
                  <a:pt x="0" y="0"/>
                  <a:pt x="15948" y="0"/>
                </a:cubicBezTo>
                <a:moveTo>
                  <a:pt x="15948" y="127590"/>
                </a:moveTo>
                <a:lnTo>
                  <a:pt x="47846" y="127590"/>
                </a:lnTo>
                <a:cubicBezTo>
                  <a:pt x="47846" y="127590"/>
                  <a:pt x="63795" y="127590"/>
                  <a:pt x="63795" y="143539"/>
                </a:cubicBezTo>
                <a:lnTo>
                  <a:pt x="63795" y="175437"/>
                </a:lnTo>
                <a:cubicBezTo>
                  <a:pt x="63795" y="175437"/>
                  <a:pt x="63795" y="191386"/>
                  <a:pt x="47846" y="191386"/>
                </a:cubicBezTo>
                <a:lnTo>
                  <a:pt x="15948" y="191386"/>
                </a:lnTo>
                <a:cubicBezTo>
                  <a:pt x="15948" y="191386"/>
                  <a:pt x="0" y="191386"/>
                  <a:pt x="0" y="175437"/>
                </a:cubicBezTo>
                <a:lnTo>
                  <a:pt x="0" y="143539"/>
                </a:lnTo>
                <a:cubicBezTo>
                  <a:pt x="0" y="143539"/>
                  <a:pt x="0" y="127590"/>
                  <a:pt x="15948" y="127590"/>
                </a:cubicBezTo>
                <a:moveTo>
                  <a:pt x="15948" y="255181"/>
                </a:moveTo>
                <a:lnTo>
                  <a:pt x="47846" y="255181"/>
                </a:lnTo>
                <a:cubicBezTo>
                  <a:pt x="47846" y="255181"/>
                  <a:pt x="63795" y="255181"/>
                  <a:pt x="63795" y="271130"/>
                </a:cubicBezTo>
                <a:lnTo>
                  <a:pt x="63795" y="303027"/>
                </a:lnTo>
                <a:cubicBezTo>
                  <a:pt x="63795" y="303027"/>
                  <a:pt x="63795" y="318976"/>
                  <a:pt x="47846" y="318976"/>
                </a:cubicBezTo>
                <a:lnTo>
                  <a:pt x="15948" y="318976"/>
                </a:lnTo>
                <a:cubicBezTo>
                  <a:pt x="15948" y="318976"/>
                  <a:pt x="0" y="318976"/>
                  <a:pt x="0" y="303027"/>
                </a:cubicBezTo>
                <a:lnTo>
                  <a:pt x="0" y="271130"/>
                </a:lnTo>
                <a:cubicBezTo>
                  <a:pt x="0" y="271130"/>
                  <a:pt x="0" y="255181"/>
                  <a:pt x="15948" y="255181"/>
                </a:cubicBez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12A80EE-FB29-BC0B-0DAA-7CBA7D826802}"/>
              </a:ext>
            </a:extLst>
          </p:cNvPr>
          <p:cNvSpPr/>
          <p:nvPr/>
        </p:nvSpPr>
        <p:spPr>
          <a:xfrm>
            <a:off x="5904613" y="2950533"/>
            <a:ext cx="370810" cy="370810"/>
          </a:xfrm>
          <a:custGeom>
            <a:avLst/>
            <a:gdLst/>
            <a:ahLst/>
            <a:cxnLst/>
            <a:rect l="0" t="0" r="0" b="0"/>
            <a:pathLst>
              <a:path w="370810" h="370810">
                <a:moveTo>
                  <a:pt x="370810" y="346887"/>
                </a:moveTo>
                <a:cubicBezTo>
                  <a:pt x="370810" y="359646"/>
                  <a:pt x="359646" y="370810"/>
                  <a:pt x="346887" y="370810"/>
                </a:cubicBezTo>
                <a:lnTo>
                  <a:pt x="35884" y="370810"/>
                </a:lnTo>
                <a:cubicBezTo>
                  <a:pt x="23125" y="370810"/>
                  <a:pt x="11961" y="359646"/>
                  <a:pt x="11961" y="346887"/>
                </a:cubicBezTo>
                <a:lnTo>
                  <a:pt x="11961" y="83731"/>
                </a:lnTo>
                <a:cubicBezTo>
                  <a:pt x="11961" y="70972"/>
                  <a:pt x="23125" y="59808"/>
                  <a:pt x="35884" y="59808"/>
                </a:cubicBezTo>
                <a:lnTo>
                  <a:pt x="346887" y="59808"/>
                </a:lnTo>
                <a:cubicBezTo>
                  <a:pt x="359646" y="59808"/>
                  <a:pt x="370810" y="70972"/>
                  <a:pt x="370810" y="83731"/>
                </a:cubicBezTo>
                <a:close/>
                <a:moveTo>
                  <a:pt x="370810" y="155501"/>
                </a:moveTo>
                <a:lnTo>
                  <a:pt x="11961" y="155501"/>
                </a:lnTo>
                <a:moveTo>
                  <a:pt x="107654" y="94895"/>
                </a:moveTo>
                <a:lnTo>
                  <a:pt x="107654" y="11961"/>
                </a:lnTo>
                <a:moveTo>
                  <a:pt x="275117" y="94895"/>
                </a:moveTo>
                <a:lnTo>
                  <a:pt x="275117" y="11961"/>
                </a:lnTo>
                <a:moveTo>
                  <a:pt x="0" y="0"/>
                </a:moveTo>
                <a:moveTo>
                  <a:pt x="175437" y="223283"/>
                </a:moveTo>
                <a:lnTo>
                  <a:pt x="150717" y="271926"/>
                </a:lnTo>
                <a:lnTo>
                  <a:pt x="202550" y="295053"/>
                </a:lnTo>
                <a:moveTo>
                  <a:pt x="0" y="0"/>
                </a:moveTo>
                <a:moveTo>
                  <a:pt x="294257" y="224079"/>
                </a:moveTo>
                <a:lnTo>
                  <a:pt x="150717" y="271926"/>
                </a:lnTo>
                <a:moveTo>
                  <a:pt x="92726" y="271926"/>
                </a:moveTo>
                <a:cubicBezTo>
                  <a:pt x="84433" y="271926"/>
                  <a:pt x="77798" y="278560"/>
                  <a:pt x="77798" y="286854"/>
                </a:cubicBezTo>
                <a:cubicBezTo>
                  <a:pt x="77798" y="295147"/>
                  <a:pt x="84433" y="301782"/>
                  <a:pt x="92726" y="301782"/>
                </a:cubicBezTo>
                <a:cubicBezTo>
                  <a:pt x="101020" y="301782"/>
                  <a:pt x="107654" y="295147"/>
                  <a:pt x="107654" y="286854"/>
                </a:cubicBezTo>
                <a:cubicBezTo>
                  <a:pt x="107654" y="278560"/>
                  <a:pt x="101020" y="271926"/>
                  <a:pt x="92726" y="271926"/>
                </a:cubicBezTo>
                <a:close/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F9EC0A4-FB60-389C-180A-220F54CDAD7A}"/>
              </a:ext>
            </a:extLst>
          </p:cNvPr>
          <p:cNvSpPr/>
          <p:nvPr/>
        </p:nvSpPr>
        <p:spPr>
          <a:xfrm>
            <a:off x="7442490" y="2956152"/>
            <a:ext cx="367888" cy="369178"/>
          </a:xfrm>
          <a:custGeom>
            <a:avLst/>
            <a:gdLst/>
            <a:ahLst/>
            <a:cxnLst/>
            <a:rect l="0" t="0" r="0" b="0"/>
            <a:pathLst>
              <a:path w="367888" h="369178">
                <a:moveTo>
                  <a:pt x="73849" y="369178"/>
                </a:moveTo>
                <a:lnTo>
                  <a:pt x="73849" y="278940"/>
                </a:lnTo>
                <a:lnTo>
                  <a:pt x="295346" y="278940"/>
                </a:lnTo>
                <a:lnTo>
                  <a:pt x="295346" y="369178"/>
                </a:lnTo>
                <a:moveTo>
                  <a:pt x="67852" y="125368"/>
                </a:moveTo>
                <a:lnTo>
                  <a:pt x="97277" y="128430"/>
                </a:lnTo>
                <a:lnTo>
                  <a:pt x="115810" y="64922"/>
                </a:lnTo>
                <a:moveTo>
                  <a:pt x="7672" y="46215"/>
                </a:moveTo>
                <a:lnTo>
                  <a:pt x="122870" y="2886"/>
                </a:lnTo>
                <a:cubicBezTo>
                  <a:pt x="122870" y="2886"/>
                  <a:pt x="130543" y="0"/>
                  <a:pt x="133429" y="7672"/>
                </a:cubicBezTo>
                <a:lnTo>
                  <a:pt x="185423" y="145904"/>
                </a:lnTo>
                <a:cubicBezTo>
                  <a:pt x="185423" y="145904"/>
                  <a:pt x="188309" y="153577"/>
                  <a:pt x="180636" y="156463"/>
                </a:cubicBezTo>
                <a:lnTo>
                  <a:pt x="65438" y="199792"/>
                </a:lnTo>
                <a:cubicBezTo>
                  <a:pt x="65438" y="199792"/>
                  <a:pt x="57765" y="202679"/>
                  <a:pt x="54879" y="195006"/>
                </a:cubicBezTo>
                <a:lnTo>
                  <a:pt x="2886" y="56774"/>
                </a:lnTo>
                <a:cubicBezTo>
                  <a:pt x="2886" y="56774"/>
                  <a:pt x="0" y="49102"/>
                  <a:pt x="7672" y="46215"/>
                </a:cubicBezTo>
                <a:moveTo>
                  <a:pt x="210897" y="73790"/>
                </a:moveTo>
                <a:lnTo>
                  <a:pt x="235761" y="7666"/>
                </a:lnTo>
                <a:cubicBezTo>
                  <a:pt x="237363" y="3427"/>
                  <a:pt x="242094" y="1286"/>
                  <a:pt x="246335" y="2881"/>
                </a:cubicBezTo>
                <a:lnTo>
                  <a:pt x="361518" y="46214"/>
                </a:lnTo>
                <a:cubicBezTo>
                  <a:pt x="365750" y="47823"/>
                  <a:pt x="367888" y="52547"/>
                  <a:pt x="366302" y="56788"/>
                </a:cubicBezTo>
                <a:lnTo>
                  <a:pt x="314309" y="195001"/>
                </a:lnTo>
                <a:cubicBezTo>
                  <a:pt x="312714" y="199237"/>
                  <a:pt x="307988" y="201379"/>
                  <a:pt x="303751" y="199785"/>
                </a:cubicBezTo>
                <a:lnTo>
                  <a:pt x="233353" y="173310"/>
                </a:lnTo>
                <a:moveTo>
                  <a:pt x="290785" y="136054"/>
                </a:moveTo>
                <a:lnTo>
                  <a:pt x="259302" y="66613"/>
                </a:lnTo>
                <a:moveTo>
                  <a:pt x="240307" y="117075"/>
                </a:moveTo>
                <a:lnTo>
                  <a:pt x="309764" y="85592"/>
                </a:lnTo>
                <a:moveTo>
                  <a:pt x="73849" y="278940"/>
                </a:moveTo>
                <a:lnTo>
                  <a:pt x="127166" y="229705"/>
                </a:lnTo>
                <a:lnTo>
                  <a:pt x="184597" y="229705"/>
                </a:lnTo>
                <a:moveTo>
                  <a:pt x="184597" y="229705"/>
                </a:moveTo>
                <a:lnTo>
                  <a:pt x="242029" y="229705"/>
                </a:lnTo>
                <a:lnTo>
                  <a:pt x="295346" y="278940"/>
                </a:ln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01451EC-1B91-986D-0789-86A60ACAD9ED}"/>
              </a:ext>
            </a:extLst>
          </p:cNvPr>
          <p:cNvSpPr/>
          <p:nvPr/>
        </p:nvSpPr>
        <p:spPr>
          <a:xfrm>
            <a:off x="8974766" y="2966482"/>
            <a:ext cx="366823" cy="350874"/>
          </a:xfrm>
          <a:custGeom>
            <a:avLst/>
            <a:gdLst/>
            <a:ahLst/>
            <a:cxnLst/>
            <a:rect l="0" t="0" r="0" b="0"/>
            <a:pathLst>
              <a:path w="366823" h="350874">
                <a:moveTo>
                  <a:pt x="31897" y="0"/>
                </a:moveTo>
                <a:lnTo>
                  <a:pt x="334925" y="0"/>
                </a:lnTo>
                <a:cubicBezTo>
                  <a:pt x="334925" y="0"/>
                  <a:pt x="366823" y="0"/>
                  <a:pt x="366823" y="31897"/>
                </a:cubicBezTo>
                <a:lnTo>
                  <a:pt x="366823" y="318976"/>
                </a:lnTo>
                <a:cubicBezTo>
                  <a:pt x="366823" y="318976"/>
                  <a:pt x="366823" y="350874"/>
                  <a:pt x="334925" y="350874"/>
                </a:cubicBezTo>
                <a:lnTo>
                  <a:pt x="31897" y="350874"/>
                </a:lnTo>
                <a:cubicBezTo>
                  <a:pt x="31897" y="350874"/>
                  <a:pt x="0" y="350874"/>
                  <a:pt x="0" y="318976"/>
                </a:cubicBezTo>
                <a:lnTo>
                  <a:pt x="0" y="31897"/>
                </a:lnTo>
                <a:cubicBezTo>
                  <a:pt x="0" y="31897"/>
                  <a:pt x="0" y="0"/>
                  <a:pt x="31897" y="0"/>
                </a:cubicBezTo>
                <a:moveTo>
                  <a:pt x="366823" y="79744"/>
                </a:moveTo>
                <a:lnTo>
                  <a:pt x="0" y="79744"/>
                </a:lnTo>
                <a:moveTo>
                  <a:pt x="55820" y="35884"/>
                </a:moveTo>
                <a:cubicBezTo>
                  <a:pt x="53618" y="35884"/>
                  <a:pt x="51833" y="37670"/>
                  <a:pt x="51833" y="39872"/>
                </a:cubicBezTo>
                <a:cubicBezTo>
                  <a:pt x="51833" y="42074"/>
                  <a:pt x="53618" y="43859"/>
                  <a:pt x="55820" y="43859"/>
                </a:cubicBezTo>
                <a:cubicBezTo>
                  <a:pt x="58022" y="43859"/>
                  <a:pt x="59808" y="42074"/>
                  <a:pt x="59808" y="39872"/>
                </a:cubicBezTo>
                <a:cubicBezTo>
                  <a:pt x="59808" y="37670"/>
                  <a:pt x="58022" y="35884"/>
                  <a:pt x="55820" y="35884"/>
                </a:cubicBezTo>
                <a:moveTo>
                  <a:pt x="103667" y="35884"/>
                </a:moveTo>
                <a:cubicBezTo>
                  <a:pt x="101465" y="35884"/>
                  <a:pt x="99680" y="37670"/>
                  <a:pt x="99680" y="39872"/>
                </a:cubicBezTo>
                <a:cubicBezTo>
                  <a:pt x="99680" y="42074"/>
                  <a:pt x="101465" y="43859"/>
                  <a:pt x="103667" y="43859"/>
                </a:cubicBezTo>
                <a:cubicBezTo>
                  <a:pt x="105869" y="43859"/>
                  <a:pt x="107654" y="42074"/>
                  <a:pt x="107654" y="39872"/>
                </a:cubicBezTo>
                <a:cubicBezTo>
                  <a:pt x="107654" y="37670"/>
                  <a:pt x="105869" y="35884"/>
                  <a:pt x="103667" y="35884"/>
                </a:cubicBezTo>
                <a:moveTo>
                  <a:pt x="151513" y="35884"/>
                </a:moveTo>
                <a:cubicBezTo>
                  <a:pt x="149311" y="35884"/>
                  <a:pt x="147526" y="37670"/>
                  <a:pt x="147526" y="39872"/>
                </a:cubicBezTo>
                <a:cubicBezTo>
                  <a:pt x="147526" y="42074"/>
                  <a:pt x="149311" y="43859"/>
                  <a:pt x="151513" y="43859"/>
                </a:cubicBezTo>
                <a:cubicBezTo>
                  <a:pt x="153716" y="43859"/>
                  <a:pt x="155501" y="42074"/>
                  <a:pt x="155501" y="39872"/>
                </a:cubicBezTo>
                <a:cubicBezTo>
                  <a:pt x="155501" y="37670"/>
                  <a:pt x="153716" y="35884"/>
                  <a:pt x="151513" y="35884"/>
                </a:cubicBezTo>
                <a:moveTo>
                  <a:pt x="83492" y="283091"/>
                </a:moveTo>
                <a:cubicBezTo>
                  <a:pt x="83492" y="287495"/>
                  <a:pt x="87062" y="291066"/>
                  <a:pt x="91466" y="291066"/>
                </a:cubicBezTo>
                <a:cubicBezTo>
                  <a:pt x="95870" y="291066"/>
                  <a:pt x="99441" y="287495"/>
                  <a:pt x="99441" y="283091"/>
                </a:cubicBezTo>
                <a:cubicBezTo>
                  <a:pt x="99441" y="278687"/>
                  <a:pt x="95870" y="275117"/>
                  <a:pt x="91466" y="275117"/>
                </a:cubicBezTo>
                <a:cubicBezTo>
                  <a:pt x="87062" y="275117"/>
                  <a:pt x="83492" y="278687"/>
                  <a:pt x="83492" y="283091"/>
                </a:cubicBezTo>
                <a:moveTo>
                  <a:pt x="175437" y="283091"/>
                </a:moveTo>
                <a:cubicBezTo>
                  <a:pt x="175437" y="287495"/>
                  <a:pt x="179007" y="291066"/>
                  <a:pt x="183411" y="291066"/>
                </a:cubicBezTo>
                <a:cubicBezTo>
                  <a:pt x="187815" y="291066"/>
                  <a:pt x="191386" y="287495"/>
                  <a:pt x="191386" y="283091"/>
                </a:cubicBezTo>
                <a:cubicBezTo>
                  <a:pt x="191386" y="278687"/>
                  <a:pt x="187815" y="275117"/>
                  <a:pt x="183411" y="275117"/>
                </a:cubicBezTo>
                <a:cubicBezTo>
                  <a:pt x="179007" y="275117"/>
                  <a:pt x="175437" y="278687"/>
                  <a:pt x="175437" y="283091"/>
                </a:cubicBezTo>
                <a:moveTo>
                  <a:pt x="267382" y="283091"/>
                </a:moveTo>
                <a:cubicBezTo>
                  <a:pt x="267382" y="287495"/>
                  <a:pt x="270952" y="291066"/>
                  <a:pt x="275356" y="291066"/>
                </a:cubicBezTo>
                <a:cubicBezTo>
                  <a:pt x="279760" y="291066"/>
                  <a:pt x="283331" y="287495"/>
                  <a:pt x="283331" y="283091"/>
                </a:cubicBezTo>
                <a:cubicBezTo>
                  <a:pt x="283331" y="278687"/>
                  <a:pt x="279760" y="275117"/>
                  <a:pt x="275356" y="275117"/>
                </a:cubicBezTo>
                <a:cubicBezTo>
                  <a:pt x="270952" y="275117"/>
                  <a:pt x="267382" y="278687"/>
                  <a:pt x="267382" y="283091"/>
                </a:cubicBezTo>
                <a:moveTo>
                  <a:pt x="91466" y="151513"/>
                </a:moveTo>
                <a:lnTo>
                  <a:pt x="59568" y="183411"/>
                </a:lnTo>
                <a:lnTo>
                  <a:pt x="91466" y="215309"/>
                </a:lnTo>
                <a:moveTo>
                  <a:pt x="275356" y="215309"/>
                </a:moveTo>
                <a:lnTo>
                  <a:pt x="307254" y="183411"/>
                </a:lnTo>
                <a:lnTo>
                  <a:pt x="275356" y="151513"/>
                </a:lnTo>
              </a:path>
            </a:pathLst>
          </a:custGeom>
          <a:noFill/>
          <a:ln w="1196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E93A0A-F375-0498-F8E0-FC6E47323DD9}"/>
              </a:ext>
            </a:extLst>
          </p:cNvPr>
          <p:cNvSpPr txBox="1"/>
          <p:nvPr/>
        </p:nvSpPr>
        <p:spPr>
          <a:xfrm>
            <a:off x="3954106" y="1080303"/>
            <a:ext cx="4830649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dirty="0">
                <a:solidFill>
                  <a:srgbClr val="F669BE"/>
                </a:solidFill>
                <a:latin typeface="Roboto"/>
              </a:rPr>
              <a:t>Structure of a Personal Gym Trainer</a:t>
            </a:r>
          </a:p>
        </p:txBody>
      </p:sp>
      <p:sp>
        <p:nvSpPr>
          <p:cNvPr id="36" name="Rounded Rectangle 40">
            <a:extLst>
              <a:ext uri="{FF2B5EF4-FFF2-40B4-BE49-F238E27FC236}">
                <a16:creationId xmlns:a16="http://schemas.microsoft.com/office/drawing/2014/main" id="{CCB25B84-86B3-FC99-D334-DEE101A8ADAE}"/>
              </a:ext>
            </a:extLst>
          </p:cNvPr>
          <p:cNvSpPr/>
          <p:nvPr/>
        </p:nvSpPr>
        <p:spPr>
          <a:xfrm>
            <a:off x="3836725" y="1121534"/>
            <a:ext cx="544776" cy="541658"/>
          </a:xfrm>
          <a:custGeom>
            <a:avLst/>
            <a:gdLst/>
            <a:ahLst/>
            <a:cxnLst/>
            <a:rect l="0" t="0" r="0" b="0"/>
            <a:pathLst>
              <a:path w="288899" h="292476">
                <a:moveTo>
                  <a:pt x="118075" y="19060"/>
                </a:moveTo>
                <a:cubicBezTo>
                  <a:pt x="117892" y="19244"/>
                  <a:pt x="117402" y="19856"/>
                  <a:pt x="117402" y="21449"/>
                </a:cubicBezTo>
                <a:lnTo>
                  <a:pt x="117402" y="70522"/>
                </a:lnTo>
                <a:cubicBezTo>
                  <a:pt x="113226" y="64103"/>
                  <a:pt x="106570" y="59710"/>
                  <a:pt x="99027" y="58394"/>
                </a:cubicBezTo>
                <a:lnTo>
                  <a:pt x="99027" y="21437"/>
                </a:lnTo>
                <a:cubicBezTo>
                  <a:pt x="99027" y="15679"/>
                  <a:pt x="100987" y="10155"/>
                  <a:pt x="105090" y="6051"/>
                </a:cubicBezTo>
                <a:cubicBezTo>
                  <a:pt x="109182" y="1959"/>
                  <a:pt x="114707" y="0"/>
                  <a:pt x="120464" y="0"/>
                </a:cubicBezTo>
                <a:lnTo>
                  <a:pt x="238062" y="0"/>
                </a:lnTo>
                <a:cubicBezTo>
                  <a:pt x="240573" y="0"/>
                  <a:pt x="243121" y="575"/>
                  <a:pt x="245106" y="1224"/>
                </a:cubicBezTo>
                <a:cubicBezTo>
                  <a:pt x="246674" y="1751"/>
                  <a:pt x="249356" y="2805"/>
                  <a:pt x="251500" y="4740"/>
                </a:cubicBezTo>
                <a:lnTo>
                  <a:pt x="280691" y="29068"/>
                </a:lnTo>
                <a:cubicBezTo>
                  <a:pt x="280912" y="29252"/>
                  <a:pt x="281108" y="29436"/>
                  <a:pt x="281304" y="29632"/>
                </a:cubicBezTo>
                <a:cubicBezTo>
                  <a:pt x="284354" y="32682"/>
                  <a:pt x="288899" y="38586"/>
                  <a:pt x="288899" y="45924"/>
                </a:cubicBezTo>
                <a:lnTo>
                  <a:pt x="288899" y="199046"/>
                </a:lnTo>
                <a:cubicBezTo>
                  <a:pt x="288899" y="204804"/>
                  <a:pt x="286939" y="210329"/>
                  <a:pt x="282835" y="214432"/>
                </a:cubicBezTo>
                <a:cubicBezTo>
                  <a:pt x="278744" y="218524"/>
                  <a:pt x="273219" y="220496"/>
                  <a:pt x="267461" y="220496"/>
                </a:cubicBezTo>
                <a:lnTo>
                  <a:pt x="134796" y="220496"/>
                </a:lnTo>
                <a:cubicBezTo>
                  <a:pt x="139770" y="215032"/>
                  <a:pt x="143984" y="208858"/>
                  <a:pt x="147279" y="202121"/>
                </a:cubicBezTo>
                <a:lnTo>
                  <a:pt x="267461" y="202121"/>
                </a:lnTo>
                <a:cubicBezTo>
                  <a:pt x="269054" y="202121"/>
                  <a:pt x="269666" y="201631"/>
                  <a:pt x="269850" y="201435"/>
                </a:cubicBezTo>
                <a:cubicBezTo>
                  <a:pt x="270034" y="201251"/>
                  <a:pt x="270524" y="200639"/>
                  <a:pt x="270524" y="199059"/>
                </a:cubicBezTo>
                <a:lnTo>
                  <a:pt x="270524" y="45973"/>
                </a:lnTo>
                <a:cubicBezTo>
                  <a:pt x="270446" y="45618"/>
                  <a:pt x="270309" y="45279"/>
                  <a:pt x="270120" y="44968"/>
                </a:cubicBezTo>
                <a:cubicBezTo>
                  <a:pt x="269689" y="44213"/>
                  <a:pt x="269167" y="43513"/>
                  <a:pt x="268564" y="42886"/>
                </a:cubicBezTo>
                <a:lnTo>
                  <a:pt x="239654" y="18803"/>
                </a:lnTo>
                <a:cubicBezTo>
                  <a:pt x="239145" y="18590"/>
                  <a:pt x="238609" y="18446"/>
                  <a:pt x="238062" y="18374"/>
                </a:cubicBezTo>
                <a:lnTo>
                  <a:pt x="238025" y="18374"/>
                </a:lnTo>
                <a:lnTo>
                  <a:pt x="120464" y="18374"/>
                </a:lnTo>
                <a:cubicBezTo>
                  <a:pt x="118871" y="18374"/>
                  <a:pt x="118259" y="18864"/>
                  <a:pt x="118075" y="19048"/>
                </a:cubicBezTo>
                <a:close/>
                <a:moveTo>
                  <a:pt x="190104" y="107259"/>
                </a:moveTo>
                <a:cubicBezTo>
                  <a:pt x="188815" y="110327"/>
                  <a:pt x="185966" y="112458"/>
                  <a:pt x="182658" y="112830"/>
                </a:cubicBezTo>
                <a:cubicBezTo>
                  <a:pt x="179351" y="113201"/>
                  <a:pt x="176101" y="111754"/>
                  <a:pt x="174164" y="109047"/>
                </a:cubicBezTo>
                <a:cubicBezTo>
                  <a:pt x="172226" y="106341"/>
                  <a:pt x="171904" y="102798"/>
                  <a:pt x="173322" y="99786"/>
                </a:cubicBezTo>
                <a:lnTo>
                  <a:pt x="197821" y="44662"/>
                </a:lnTo>
                <a:cubicBezTo>
                  <a:pt x="199950" y="40140"/>
                  <a:pt x="205304" y="38149"/>
                  <a:pt x="209871" y="40182"/>
                </a:cubicBezTo>
                <a:cubicBezTo>
                  <a:pt x="214437" y="42216"/>
                  <a:pt x="216540" y="47526"/>
                  <a:pt x="214604" y="52135"/>
                </a:cubicBezTo>
                <a:close/>
                <a:moveTo>
                  <a:pt x="163706" y="54144"/>
                </a:moveTo>
                <a:cubicBezTo>
                  <a:pt x="167288" y="57731"/>
                  <a:pt x="167288" y="63541"/>
                  <a:pt x="163706" y="67128"/>
                </a:cubicBezTo>
                <a:lnTo>
                  <a:pt x="151823" y="79011"/>
                </a:lnTo>
                <a:lnTo>
                  <a:pt x="163706" y="90893"/>
                </a:lnTo>
                <a:cubicBezTo>
                  <a:pt x="167079" y="94513"/>
                  <a:pt x="166979" y="100154"/>
                  <a:pt x="163481" y="103653"/>
                </a:cubicBezTo>
                <a:cubicBezTo>
                  <a:pt x="159982" y="107151"/>
                  <a:pt x="154341" y="107251"/>
                  <a:pt x="150721" y="103878"/>
                </a:cubicBezTo>
                <a:lnTo>
                  <a:pt x="132346" y="85503"/>
                </a:lnTo>
                <a:cubicBezTo>
                  <a:pt x="128764" y="81916"/>
                  <a:pt x="128764" y="76105"/>
                  <a:pt x="132346" y="72518"/>
                </a:cubicBezTo>
                <a:lnTo>
                  <a:pt x="150721" y="54144"/>
                </a:lnTo>
                <a:cubicBezTo>
                  <a:pt x="154308" y="50561"/>
                  <a:pt x="160119" y="50561"/>
                  <a:pt x="163706" y="54144"/>
                </a:cubicBezTo>
                <a:close/>
                <a:moveTo>
                  <a:pt x="224220" y="54144"/>
                </a:moveTo>
                <a:cubicBezTo>
                  <a:pt x="227807" y="50561"/>
                  <a:pt x="233618" y="50561"/>
                  <a:pt x="237205" y="54144"/>
                </a:cubicBezTo>
                <a:lnTo>
                  <a:pt x="255579" y="72518"/>
                </a:lnTo>
                <a:cubicBezTo>
                  <a:pt x="259162" y="76105"/>
                  <a:pt x="259162" y="81916"/>
                  <a:pt x="255579" y="85503"/>
                </a:cubicBezTo>
                <a:lnTo>
                  <a:pt x="237205" y="103878"/>
                </a:lnTo>
                <a:cubicBezTo>
                  <a:pt x="233585" y="107251"/>
                  <a:pt x="227944" y="107151"/>
                  <a:pt x="224445" y="103653"/>
                </a:cubicBezTo>
                <a:cubicBezTo>
                  <a:pt x="220946" y="100154"/>
                  <a:pt x="220847" y="94513"/>
                  <a:pt x="224220" y="90893"/>
                </a:cubicBezTo>
                <a:lnTo>
                  <a:pt x="236102" y="79011"/>
                </a:lnTo>
                <a:lnTo>
                  <a:pt x="224220" y="67128"/>
                </a:lnTo>
                <a:cubicBezTo>
                  <a:pt x="220637" y="63541"/>
                  <a:pt x="220637" y="57731"/>
                  <a:pt x="224220" y="54144"/>
                </a:cubicBezTo>
                <a:close/>
                <a:moveTo>
                  <a:pt x="151542" y="292463"/>
                </a:moveTo>
                <a:lnTo>
                  <a:pt x="2866" y="292463"/>
                </a:lnTo>
                <a:cubicBezTo>
                  <a:pt x="13401" y="262035"/>
                  <a:pt x="43842" y="239789"/>
                  <a:pt x="77798" y="239789"/>
                </a:cubicBezTo>
                <a:cubicBezTo>
                  <a:pt x="111742" y="239789"/>
                  <a:pt x="141007" y="262035"/>
                  <a:pt x="151542" y="292476"/>
                </a:cubicBezTo>
                <a:close/>
                <a:moveTo>
                  <a:pt x="76634" y="227515"/>
                </a:moveTo>
                <a:cubicBezTo>
                  <a:pt x="48607" y="227515"/>
                  <a:pt x="25344" y="207915"/>
                  <a:pt x="18435" y="182117"/>
                </a:cubicBezTo>
                <a:lnTo>
                  <a:pt x="44405" y="182117"/>
                </a:lnTo>
                <a:cubicBezTo>
                  <a:pt x="50273" y="194477"/>
                  <a:pt x="62657" y="203015"/>
                  <a:pt x="76622" y="203015"/>
                </a:cubicBezTo>
                <a:cubicBezTo>
                  <a:pt x="91444" y="203015"/>
                  <a:pt x="103804" y="194587"/>
                  <a:pt x="109304" y="182117"/>
                </a:cubicBezTo>
                <a:lnTo>
                  <a:pt x="135090" y="182117"/>
                </a:lnTo>
                <a:cubicBezTo>
                  <a:pt x="128610" y="208454"/>
                  <a:pt x="105188" y="227515"/>
                  <a:pt x="76634" y="227515"/>
                </a:cubicBezTo>
                <a:close/>
                <a:moveTo>
                  <a:pt x="85111" y="85466"/>
                </a:moveTo>
                <a:lnTo>
                  <a:pt x="85111" y="114523"/>
                </a:lnTo>
                <a:cubicBezTo>
                  <a:pt x="85111" y="119597"/>
                  <a:pt x="89224" y="123710"/>
                  <a:pt x="94298" y="123710"/>
                </a:cubicBezTo>
                <a:cubicBezTo>
                  <a:pt x="99372" y="123710"/>
                  <a:pt x="103486" y="119597"/>
                  <a:pt x="103486" y="114523"/>
                </a:cubicBezTo>
                <a:lnTo>
                  <a:pt x="103486" y="95511"/>
                </a:lnTo>
                <a:cubicBezTo>
                  <a:pt x="121391" y="104892"/>
                  <a:pt x="132930" y="123113"/>
                  <a:pt x="133755" y="143310"/>
                </a:cubicBezTo>
                <a:lnTo>
                  <a:pt x="141019" y="143310"/>
                </a:lnTo>
                <a:cubicBezTo>
                  <a:pt x="147784" y="143310"/>
                  <a:pt x="153269" y="148794"/>
                  <a:pt x="153269" y="155560"/>
                </a:cubicBezTo>
                <a:cubicBezTo>
                  <a:pt x="153269" y="162325"/>
                  <a:pt x="147784" y="167809"/>
                  <a:pt x="141019" y="167809"/>
                </a:cubicBezTo>
                <a:lnTo>
                  <a:pt x="12249" y="167809"/>
                </a:lnTo>
                <a:cubicBezTo>
                  <a:pt x="5484" y="167809"/>
                  <a:pt x="0" y="162325"/>
                  <a:pt x="0" y="155560"/>
                </a:cubicBezTo>
                <a:cubicBezTo>
                  <a:pt x="0" y="148794"/>
                  <a:pt x="5484" y="143310"/>
                  <a:pt x="12249" y="143310"/>
                </a:cubicBezTo>
                <a:lnTo>
                  <a:pt x="19526" y="143310"/>
                </a:lnTo>
                <a:cubicBezTo>
                  <a:pt x="21179" y="118908"/>
                  <a:pt x="37937" y="98108"/>
                  <a:pt x="60648" y="91334"/>
                </a:cubicBezTo>
                <a:lnTo>
                  <a:pt x="60648" y="86483"/>
                </a:lnTo>
                <a:cubicBezTo>
                  <a:pt x="60603" y="79885"/>
                  <a:pt x="65791" y="74437"/>
                  <a:pt x="72383" y="74159"/>
                </a:cubicBezTo>
                <a:cubicBezTo>
                  <a:pt x="78975" y="73882"/>
                  <a:pt x="84602" y="78876"/>
                  <a:pt x="85111" y="8545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BBA872EB-8771-9C25-2870-6B994B5B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4E42A-A79F-469F-A61F-58D86B13F452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1E563A2-38EF-C915-0716-885A9B02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4AE7F67-562B-ADE1-2680-0CCC0E98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60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038851" y="3110300"/>
            <a:ext cx="1476373" cy="457200"/>
            <a:chOff x="3228975" y="3657590"/>
            <a:chExt cx="2828925" cy="1714500"/>
          </a:xfrm>
        </p:grpSpPr>
        <p:sp>
          <p:nvSpPr>
            <p:cNvPr id="5" name="Rounded Rectangle 4"/>
            <p:cNvSpPr/>
            <p:nvPr/>
          </p:nvSpPr>
          <p:spPr>
            <a:xfrm>
              <a:off x="3228975" y="3657590"/>
              <a:ext cx="2828925" cy="1714500"/>
            </a:xfrm>
            <a:custGeom>
              <a:avLst/>
              <a:gdLst/>
              <a:ahLst/>
              <a:cxnLst/>
              <a:rect l="0" t="0" r="0" b="0"/>
              <a:pathLst>
                <a:path w="2828925" h="1714500">
                  <a:moveTo>
                    <a:pt x="2828925" y="0"/>
                  </a:moveTo>
                  <a:lnTo>
                    <a:pt x="2714625" y="457200"/>
                  </a:lnTo>
                  <a:lnTo>
                    <a:pt x="314325" y="457200"/>
                  </a:lnTo>
                  <a:lnTo>
                    <a:pt x="428625" y="0"/>
                  </a:lnTo>
                  <a:close/>
                  <a:moveTo>
                    <a:pt x="2685975" y="571500"/>
                  </a:moveTo>
                  <a:lnTo>
                    <a:pt x="2571675" y="1028700"/>
                  </a:lnTo>
                  <a:lnTo>
                    <a:pt x="171375" y="1028700"/>
                  </a:lnTo>
                  <a:lnTo>
                    <a:pt x="285675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75" y="1143000"/>
                  </a:lnTo>
                  <a:lnTo>
                    <a:pt x="2543175" y="1143000"/>
                  </a:lnTo>
                  <a:close/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28975" y="3657590"/>
              <a:ext cx="2828925" cy="1714500"/>
            </a:xfrm>
            <a:custGeom>
              <a:avLst/>
              <a:gdLst/>
              <a:ahLst/>
              <a:cxnLst/>
              <a:rect l="0" t="0" r="0" b="0"/>
              <a:pathLst>
                <a:path w="2828925" h="1714500">
                  <a:moveTo>
                    <a:pt x="2828925" y="0"/>
                  </a:moveTo>
                  <a:lnTo>
                    <a:pt x="2714625" y="457200"/>
                  </a:lnTo>
                  <a:lnTo>
                    <a:pt x="314325" y="457200"/>
                  </a:lnTo>
                  <a:lnTo>
                    <a:pt x="428625" y="0"/>
                  </a:lnTo>
                  <a:close/>
                  <a:moveTo>
                    <a:pt x="2685975" y="571500"/>
                  </a:moveTo>
                  <a:lnTo>
                    <a:pt x="2571675" y="1028700"/>
                  </a:lnTo>
                  <a:lnTo>
                    <a:pt x="171375" y="1028700"/>
                  </a:lnTo>
                  <a:lnTo>
                    <a:pt x="285675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75" y="1143000"/>
                  </a:lnTo>
                  <a:lnTo>
                    <a:pt x="2543175" y="114300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258528" y="3108826"/>
            <a:ext cx="1305750" cy="563649"/>
            <a:chOff x="3228975" y="1257290"/>
            <a:chExt cx="2828925" cy="1714499"/>
          </a:xfrm>
        </p:grpSpPr>
        <p:sp>
          <p:nvSpPr>
            <p:cNvPr id="8" name="Rounded Rectangle 7"/>
            <p:cNvSpPr/>
            <p:nvPr/>
          </p:nvSpPr>
          <p:spPr>
            <a:xfrm>
              <a:off x="32289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2289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879647" y="3108826"/>
            <a:ext cx="2200275" cy="628650"/>
            <a:chOff x="371475" y="3657590"/>
            <a:chExt cx="2828934" cy="1714500"/>
          </a:xfrm>
        </p:grpSpPr>
        <p:sp>
          <p:nvSpPr>
            <p:cNvPr id="11" name="Rounded Rectangle 10"/>
            <p:cNvSpPr/>
            <p:nvPr/>
          </p:nvSpPr>
          <p:spPr>
            <a:xfrm>
              <a:off x="371475" y="3657590"/>
              <a:ext cx="2828934" cy="1714500"/>
            </a:xfrm>
            <a:custGeom>
              <a:avLst/>
              <a:gdLst/>
              <a:ahLst/>
              <a:cxnLst/>
              <a:rect l="0" t="0" r="0" b="0"/>
              <a:pathLst>
                <a:path w="2828934" h="1714500">
                  <a:moveTo>
                    <a:pt x="2828934" y="0"/>
                  </a:moveTo>
                  <a:lnTo>
                    <a:pt x="2714634" y="457200"/>
                  </a:lnTo>
                  <a:lnTo>
                    <a:pt x="314334" y="457200"/>
                  </a:lnTo>
                  <a:lnTo>
                    <a:pt x="428634" y="0"/>
                  </a:lnTo>
                  <a:close/>
                  <a:moveTo>
                    <a:pt x="2685984" y="571500"/>
                  </a:moveTo>
                  <a:lnTo>
                    <a:pt x="2571684" y="1028700"/>
                  </a:lnTo>
                  <a:lnTo>
                    <a:pt x="171384" y="1028700"/>
                  </a:lnTo>
                  <a:lnTo>
                    <a:pt x="285684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84" y="1143000"/>
                  </a:lnTo>
                  <a:lnTo>
                    <a:pt x="2543184" y="1143000"/>
                  </a:ln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71475" y="3657590"/>
              <a:ext cx="2828934" cy="1714500"/>
            </a:xfrm>
            <a:custGeom>
              <a:avLst/>
              <a:gdLst/>
              <a:ahLst/>
              <a:cxnLst/>
              <a:rect l="0" t="0" r="0" b="0"/>
              <a:pathLst>
                <a:path w="2828934" h="1714500">
                  <a:moveTo>
                    <a:pt x="2828934" y="0"/>
                  </a:moveTo>
                  <a:lnTo>
                    <a:pt x="2714634" y="457200"/>
                  </a:lnTo>
                  <a:lnTo>
                    <a:pt x="314334" y="457200"/>
                  </a:lnTo>
                  <a:lnTo>
                    <a:pt x="428634" y="0"/>
                  </a:lnTo>
                  <a:close/>
                  <a:moveTo>
                    <a:pt x="2685984" y="571500"/>
                  </a:moveTo>
                  <a:lnTo>
                    <a:pt x="2571684" y="1028700"/>
                  </a:lnTo>
                  <a:lnTo>
                    <a:pt x="171384" y="1028700"/>
                  </a:lnTo>
                  <a:lnTo>
                    <a:pt x="285684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84" y="1143000"/>
                  </a:lnTo>
                  <a:lnTo>
                    <a:pt x="2543184" y="114300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95577" y="3144336"/>
            <a:ext cx="2828925" cy="569327"/>
            <a:chOff x="371475" y="1257290"/>
            <a:chExt cx="2828925" cy="1714499"/>
          </a:xfrm>
        </p:grpSpPr>
        <p:sp>
          <p:nvSpPr>
            <p:cNvPr id="14" name="Rounded Rectangle 13"/>
            <p:cNvSpPr/>
            <p:nvPr/>
          </p:nvSpPr>
          <p:spPr>
            <a:xfrm>
              <a:off x="3714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14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581401" y="3200400"/>
            <a:ext cx="4914900" cy="457200"/>
            <a:chOff x="1200150" y="342900"/>
            <a:chExt cx="4914900" cy="457200"/>
          </a:xfrm>
        </p:grpSpPr>
        <p:sp>
          <p:nvSpPr>
            <p:cNvPr id="17" name="Rounded Rectangle 16"/>
            <p:cNvSpPr/>
            <p:nvPr/>
          </p:nvSpPr>
          <p:spPr>
            <a:xfrm>
              <a:off x="1200150" y="342900"/>
              <a:ext cx="4914900" cy="457200"/>
            </a:xfrm>
            <a:custGeom>
              <a:avLst/>
              <a:gdLst/>
              <a:ahLst/>
              <a:cxnLst/>
              <a:rect l="0" t="0" r="0" b="0"/>
              <a:pathLst>
                <a:path w="4914900" h="457200">
                  <a:moveTo>
                    <a:pt x="114300" y="0"/>
                  </a:moveTo>
                  <a:lnTo>
                    <a:pt x="4800600" y="0"/>
                  </a:lnTo>
                  <a:cubicBezTo>
                    <a:pt x="4800600" y="0"/>
                    <a:pt x="4914900" y="0"/>
                    <a:pt x="4914900" y="114300"/>
                  </a:cubicBezTo>
                  <a:lnTo>
                    <a:pt x="4914900" y="342900"/>
                  </a:lnTo>
                  <a:cubicBezTo>
                    <a:pt x="4914900" y="342900"/>
                    <a:pt x="4914900" y="457200"/>
                    <a:pt x="4800600" y="457200"/>
                  </a:cubicBezTo>
                  <a:lnTo>
                    <a:pt x="114300" y="457200"/>
                  </a:lnTo>
                  <a:cubicBezTo>
                    <a:pt x="114300" y="457200"/>
                    <a:pt x="0" y="457200"/>
                    <a:pt x="0" y="34290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200150" y="342900"/>
              <a:ext cx="4914900" cy="457200"/>
            </a:xfrm>
            <a:custGeom>
              <a:avLst/>
              <a:gdLst/>
              <a:ahLst/>
              <a:cxnLst/>
              <a:rect l="0" t="0" r="0" b="0"/>
              <a:pathLst>
                <a:path w="4914900" h="457200">
                  <a:moveTo>
                    <a:pt x="114300" y="0"/>
                  </a:moveTo>
                  <a:lnTo>
                    <a:pt x="4800600" y="0"/>
                  </a:lnTo>
                  <a:cubicBezTo>
                    <a:pt x="4800600" y="0"/>
                    <a:pt x="4914900" y="0"/>
                    <a:pt x="4914900" y="114300"/>
                  </a:cubicBezTo>
                  <a:lnTo>
                    <a:pt x="4914900" y="342900"/>
                  </a:lnTo>
                  <a:cubicBezTo>
                    <a:pt x="4914900" y="342900"/>
                    <a:pt x="4914900" y="457200"/>
                    <a:pt x="4800600" y="457200"/>
                  </a:cubicBezTo>
                  <a:lnTo>
                    <a:pt x="114300" y="457200"/>
                  </a:lnTo>
                  <a:cubicBezTo>
                    <a:pt x="114300" y="457200"/>
                    <a:pt x="0" y="457200"/>
                    <a:pt x="0" y="34290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no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034571" y="3313584"/>
            <a:ext cx="220027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76573A"/>
                </a:solidFill>
                <a:latin typeface="Roboto"/>
              </a:rPr>
              <a:t>Lack of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080" y="3313584"/>
            <a:ext cx="168592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66666"/>
                </a:solidFill>
                <a:latin typeface="Roboto"/>
              </a:rPr>
              <a:t>Scheduling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9" y="3259723"/>
            <a:ext cx="1985962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Failure to Account for Body
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7783" y="3259723"/>
            <a:ext cx="1700212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Scheduling Needs Not
Considered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0885" y="3344362"/>
            <a:ext cx="157162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Generic Online Plans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7" y="3344362"/>
            <a:ext cx="234315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Time Management Challenges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3290501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>
                <a:solidFill>
                  <a:srgbClr val="543A3A"/>
                </a:solidFill>
                <a:latin typeface="Roboto"/>
              </a:rPr>
              <a:t>Ineffective Workout Routines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7333" y="3344362"/>
            <a:ext cx="180022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Confusion for Beginners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702" y="3344362"/>
            <a:ext cx="212883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Unsuitable Workout Intensity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5787" y="3259723"/>
            <a:ext cx="185737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Absence of Personalized
Direction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2191" y="3344362"/>
            <a:ext cx="222885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484848"/>
                </a:solidFill>
                <a:latin typeface="Roboto"/>
              </a:rPr>
              <a:t>Prior Experience Not Assessed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7835" y="3313584"/>
            <a:ext cx="2014537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B652F"/>
                </a:solidFill>
                <a:latin typeface="Roboto"/>
              </a:rPr>
              <a:t>Inadequate 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1955" y="3313584"/>
            <a:ext cx="154305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415C87"/>
                </a:solidFill>
                <a:latin typeface="Roboto"/>
              </a:rPr>
              <a:t>Prior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9992" y="3313584"/>
            <a:ext cx="4957762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F669BE"/>
                </a:solidFill>
                <a:latin typeface="Roboto"/>
              </a:rPr>
              <a:t>Challenges in Maintaining Effective Workout Routines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609850" y="2619375"/>
            <a:ext cx="6972300" cy="1619250"/>
            <a:chOff x="228599" y="2505102"/>
            <a:chExt cx="6972300" cy="1619250"/>
          </a:xfrm>
        </p:grpSpPr>
        <p:sp>
          <p:nvSpPr>
            <p:cNvPr id="2" name="Rounded Rectangle 1"/>
            <p:cNvSpPr/>
            <p:nvPr/>
          </p:nvSpPr>
          <p:spPr>
            <a:xfrm>
              <a:off x="228599" y="2505102"/>
              <a:ext cx="6972300" cy="1619250"/>
            </a:xfrm>
            <a:custGeom>
              <a:avLst/>
              <a:gdLst/>
              <a:ahLst/>
              <a:cxnLst/>
              <a:rect l="0" t="0" r="0" b="0"/>
              <a:pathLst>
                <a:path w="6972300" h="1619250">
                  <a:moveTo>
                    <a:pt x="9" y="1266825"/>
                  </a:moveTo>
                  <a:lnTo>
                    <a:pt x="0" y="352425"/>
                  </a:lnTo>
                  <a:lnTo>
                    <a:pt x="542925" y="352425"/>
                  </a:lnTo>
                  <a:lnTo>
                    <a:pt x="571500" y="466725"/>
                  </a:lnTo>
                  <a:lnTo>
                    <a:pt x="2971800" y="466725"/>
                  </a:lnTo>
                  <a:lnTo>
                    <a:pt x="2943225" y="352425"/>
                  </a:lnTo>
                  <a:lnTo>
                    <a:pt x="3400425" y="352425"/>
                  </a:lnTo>
                  <a:lnTo>
                    <a:pt x="3429000" y="466725"/>
                  </a:lnTo>
                  <a:lnTo>
                    <a:pt x="5829300" y="466725"/>
                  </a:lnTo>
                  <a:lnTo>
                    <a:pt x="5800725" y="352425"/>
                  </a:lnTo>
                  <a:lnTo>
                    <a:pt x="6057900" y="352425"/>
                  </a:lnTo>
                  <a:lnTo>
                    <a:pt x="6057900" y="0"/>
                  </a:lnTo>
                  <a:lnTo>
                    <a:pt x="6972300" y="809625"/>
                  </a:lnTo>
                  <a:lnTo>
                    <a:pt x="6057919" y="1619250"/>
                  </a:lnTo>
                  <a:lnTo>
                    <a:pt x="6057900" y="1266825"/>
                  </a:lnTo>
                  <a:lnTo>
                    <a:pt x="5800725" y="1266825"/>
                  </a:lnTo>
                  <a:lnTo>
                    <a:pt x="5829300" y="1152525"/>
                  </a:lnTo>
                  <a:lnTo>
                    <a:pt x="3429000" y="1152525"/>
                  </a:lnTo>
                  <a:lnTo>
                    <a:pt x="3400425" y="1266825"/>
                  </a:lnTo>
                  <a:lnTo>
                    <a:pt x="2943234" y="1266825"/>
                  </a:lnTo>
                  <a:lnTo>
                    <a:pt x="2971809" y="1152525"/>
                  </a:lnTo>
                  <a:lnTo>
                    <a:pt x="571509" y="1152525"/>
                  </a:lnTo>
                  <a:lnTo>
                    <a:pt x="542934" y="1266825"/>
                  </a:lnTo>
                  <a:close/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28599" y="2505102"/>
              <a:ext cx="6972300" cy="1619250"/>
            </a:xfrm>
            <a:custGeom>
              <a:avLst/>
              <a:gdLst/>
              <a:ahLst/>
              <a:cxnLst/>
              <a:rect l="0" t="0" r="0" b="0"/>
              <a:pathLst>
                <a:path w="6972300" h="1619250">
                  <a:moveTo>
                    <a:pt x="9" y="1266825"/>
                  </a:moveTo>
                  <a:lnTo>
                    <a:pt x="0" y="352425"/>
                  </a:lnTo>
                  <a:lnTo>
                    <a:pt x="542925" y="352425"/>
                  </a:lnTo>
                  <a:lnTo>
                    <a:pt x="571500" y="466725"/>
                  </a:lnTo>
                  <a:lnTo>
                    <a:pt x="2971800" y="466725"/>
                  </a:lnTo>
                  <a:lnTo>
                    <a:pt x="2943225" y="352425"/>
                  </a:lnTo>
                  <a:lnTo>
                    <a:pt x="3400425" y="352425"/>
                  </a:lnTo>
                  <a:lnTo>
                    <a:pt x="3429000" y="466725"/>
                  </a:lnTo>
                  <a:lnTo>
                    <a:pt x="5829300" y="466725"/>
                  </a:lnTo>
                  <a:lnTo>
                    <a:pt x="5800725" y="352425"/>
                  </a:lnTo>
                  <a:lnTo>
                    <a:pt x="6057900" y="352425"/>
                  </a:lnTo>
                  <a:lnTo>
                    <a:pt x="6057900" y="0"/>
                  </a:lnTo>
                  <a:lnTo>
                    <a:pt x="6972300" y="809625"/>
                  </a:lnTo>
                  <a:lnTo>
                    <a:pt x="6057916" y="1619250"/>
                  </a:lnTo>
                  <a:lnTo>
                    <a:pt x="6057900" y="1266825"/>
                  </a:lnTo>
                  <a:lnTo>
                    <a:pt x="5800725" y="1266825"/>
                  </a:lnTo>
                  <a:lnTo>
                    <a:pt x="5829300" y="1152525"/>
                  </a:lnTo>
                  <a:lnTo>
                    <a:pt x="3429000" y="1152525"/>
                  </a:lnTo>
                  <a:lnTo>
                    <a:pt x="3400425" y="1266825"/>
                  </a:lnTo>
                  <a:lnTo>
                    <a:pt x="2943234" y="1266825"/>
                  </a:lnTo>
                  <a:lnTo>
                    <a:pt x="2971809" y="1152525"/>
                  </a:lnTo>
                  <a:lnTo>
                    <a:pt x="571509" y="1152525"/>
                  </a:lnTo>
                  <a:lnTo>
                    <a:pt x="542934" y="1266825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02B7008-C99D-1771-4B98-7C686B11D3C6}"/>
              </a:ext>
            </a:extLst>
          </p:cNvPr>
          <p:cNvSpPr txBox="1"/>
          <p:nvPr/>
        </p:nvSpPr>
        <p:spPr>
          <a:xfrm>
            <a:off x="2919082" y="3275110"/>
            <a:ext cx="6597371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F669BE"/>
                </a:solidFill>
                <a:latin typeface="Roboto"/>
              </a:rPr>
              <a:t>Challenges in Maintaining Effective Workout Routines</a:t>
            </a:r>
          </a:p>
        </p:txBody>
      </p:sp>
      <p:sp>
        <p:nvSpPr>
          <p:cNvPr id="35" name="Rounded Rectangle 58">
            <a:extLst>
              <a:ext uri="{FF2B5EF4-FFF2-40B4-BE49-F238E27FC236}">
                <a16:creationId xmlns:a16="http://schemas.microsoft.com/office/drawing/2014/main" id="{A9969B85-35ED-4377-44CF-485FCFB12B93}"/>
              </a:ext>
            </a:extLst>
          </p:cNvPr>
          <p:cNvSpPr/>
          <p:nvPr/>
        </p:nvSpPr>
        <p:spPr>
          <a:xfrm>
            <a:off x="2707197" y="3156057"/>
            <a:ext cx="513112" cy="501543"/>
          </a:xfrm>
          <a:custGeom>
            <a:avLst/>
            <a:gdLst/>
            <a:ahLst/>
            <a:cxnLst/>
            <a:rect l="0" t="0" r="0" b="0"/>
            <a:pathLst>
              <a:path w="395575" h="398483">
                <a:moveTo>
                  <a:pt x="208682" y="186893"/>
                </a:moveTo>
                <a:cubicBezTo>
                  <a:pt x="183560" y="161756"/>
                  <a:pt x="144177" y="157876"/>
                  <a:pt x="114633" y="177627"/>
                </a:cubicBezTo>
                <a:cubicBezTo>
                  <a:pt x="85089" y="197377"/>
                  <a:pt x="73620" y="235252"/>
                  <a:pt x="87244" y="268075"/>
                </a:cubicBezTo>
                <a:cubicBezTo>
                  <a:pt x="100869" y="300897"/>
                  <a:pt x="135789" y="319517"/>
                  <a:pt x="170635" y="312539"/>
                </a:cubicBezTo>
                <a:cubicBezTo>
                  <a:pt x="205481" y="305562"/>
                  <a:pt x="230539" y="274932"/>
                  <a:pt x="230475" y="239394"/>
                </a:cubicBezTo>
                <a:cubicBezTo>
                  <a:pt x="230500" y="230899"/>
                  <a:pt x="229047" y="222463"/>
                  <a:pt x="226182" y="214464"/>
                </a:cubicBezTo>
                <a:moveTo>
                  <a:pt x="277363" y="168567"/>
                </a:moveTo>
                <a:cubicBezTo>
                  <a:pt x="315310" y="232328"/>
                  <a:pt x="297206" y="314599"/>
                  <a:pt x="235999" y="356541"/>
                </a:cubicBezTo>
                <a:cubicBezTo>
                  <a:pt x="174792" y="398483"/>
                  <a:pt x="91532" y="385671"/>
                  <a:pt x="45766" y="327268"/>
                </a:cubicBezTo>
                <a:cubicBezTo>
                  <a:pt x="0" y="268865"/>
                  <a:pt x="7467" y="184957"/>
                  <a:pt x="62827" y="135554"/>
                </a:cubicBezTo>
                <a:cubicBezTo>
                  <a:pt x="118188" y="86151"/>
                  <a:pt x="202401" y="88243"/>
                  <a:pt x="255240" y="140335"/>
                </a:cubicBezTo>
                <a:moveTo>
                  <a:pt x="56955" y="338620"/>
                </a:moveTo>
                <a:lnTo>
                  <a:pt x="15845" y="379730"/>
                </a:lnTo>
                <a:moveTo>
                  <a:pt x="296515" y="379730"/>
                </a:moveTo>
                <a:lnTo>
                  <a:pt x="255405" y="338620"/>
                </a:lnTo>
                <a:moveTo>
                  <a:pt x="278849" y="116725"/>
                </a:moveTo>
                <a:lnTo>
                  <a:pt x="272906" y="52501"/>
                </a:lnTo>
                <a:lnTo>
                  <a:pt x="325408" y="0"/>
                </a:lnTo>
                <a:lnTo>
                  <a:pt x="343073" y="52501"/>
                </a:lnTo>
                <a:lnTo>
                  <a:pt x="395575" y="70167"/>
                </a:lnTo>
                <a:lnTo>
                  <a:pt x="343073" y="122669"/>
                </a:lnTo>
                <a:close/>
                <a:moveTo>
                  <a:pt x="156180" y="239395"/>
                </a:moveTo>
                <a:lnTo>
                  <a:pt x="321280" y="74295"/>
                </a:ln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B3B69C2B-3F58-6A7B-A1CD-6F5F69EF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BF91-5FC6-42EE-B6FA-E06A6867B0ED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9AD051B9-BD88-BB64-2F8F-3C469827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AF79FB-67F2-63C6-DC44-0B5E9F56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13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08BC6-F6C7-48F6-E2EA-1889C345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5BFAEA-086C-CAA7-56C3-974A411F4A17}"/>
              </a:ext>
            </a:extLst>
          </p:cNvPr>
          <p:cNvGrpSpPr/>
          <p:nvPr/>
        </p:nvGrpSpPr>
        <p:grpSpPr>
          <a:xfrm>
            <a:off x="2609850" y="3076607"/>
            <a:ext cx="6972300" cy="1619250"/>
            <a:chOff x="228599" y="2505102"/>
            <a:chExt cx="6972300" cy="161925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37321447-9E38-0B6B-F9AE-9BD706B2C6E0}"/>
                </a:ext>
              </a:extLst>
            </p:cNvPr>
            <p:cNvSpPr/>
            <p:nvPr/>
          </p:nvSpPr>
          <p:spPr>
            <a:xfrm>
              <a:off x="228599" y="2505102"/>
              <a:ext cx="6972300" cy="1619250"/>
            </a:xfrm>
            <a:custGeom>
              <a:avLst/>
              <a:gdLst/>
              <a:ahLst/>
              <a:cxnLst/>
              <a:rect l="0" t="0" r="0" b="0"/>
              <a:pathLst>
                <a:path w="6972300" h="1619250">
                  <a:moveTo>
                    <a:pt x="9" y="1266825"/>
                  </a:moveTo>
                  <a:lnTo>
                    <a:pt x="0" y="352425"/>
                  </a:lnTo>
                  <a:lnTo>
                    <a:pt x="542925" y="352425"/>
                  </a:lnTo>
                  <a:lnTo>
                    <a:pt x="571500" y="466725"/>
                  </a:lnTo>
                  <a:lnTo>
                    <a:pt x="2971800" y="466725"/>
                  </a:lnTo>
                  <a:lnTo>
                    <a:pt x="2943225" y="352425"/>
                  </a:lnTo>
                  <a:lnTo>
                    <a:pt x="3400425" y="352425"/>
                  </a:lnTo>
                  <a:lnTo>
                    <a:pt x="3429000" y="466725"/>
                  </a:lnTo>
                  <a:lnTo>
                    <a:pt x="5829300" y="466725"/>
                  </a:lnTo>
                  <a:lnTo>
                    <a:pt x="5800725" y="352425"/>
                  </a:lnTo>
                  <a:lnTo>
                    <a:pt x="6057900" y="352425"/>
                  </a:lnTo>
                  <a:lnTo>
                    <a:pt x="6057900" y="0"/>
                  </a:lnTo>
                  <a:lnTo>
                    <a:pt x="6972300" y="809625"/>
                  </a:lnTo>
                  <a:lnTo>
                    <a:pt x="6057919" y="1619250"/>
                  </a:lnTo>
                  <a:lnTo>
                    <a:pt x="6057900" y="1266825"/>
                  </a:lnTo>
                  <a:lnTo>
                    <a:pt x="5800725" y="1266825"/>
                  </a:lnTo>
                  <a:lnTo>
                    <a:pt x="5829300" y="1152525"/>
                  </a:lnTo>
                  <a:lnTo>
                    <a:pt x="3429000" y="1152525"/>
                  </a:lnTo>
                  <a:lnTo>
                    <a:pt x="3400425" y="1266825"/>
                  </a:lnTo>
                  <a:lnTo>
                    <a:pt x="2943234" y="1266825"/>
                  </a:lnTo>
                  <a:lnTo>
                    <a:pt x="2971809" y="1152525"/>
                  </a:lnTo>
                  <a:lnTo>
                    <a:pt x="571509" y="1152525"/>
                  </a:lnTo>
                  <a:lnTo>
                    <a:pt x="542934" y="1266825"/>
                  </a:lnTo>
                  <a:close/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42D6596-C967-6E9A-3CAA-70EB3788E485}"/>
                </a:ext>
              </a:extLst>
            </p:cNvPr>
            <p:cNvSpPr/>
            <p:nvPr/>
          </p:nvSpPr>
          <p:spPr>
            <a:xfrm>
              <a:off x="228599" y="2505102"/>
              <a:ext cx="6972300" cy="1619250"/>
            </a:xfrm>
            <a:custGeom>
              <a:avLst/>
              <a:gdLst/>
              <a:ahLst/>
              <a:cxnLst/>
              <a:rect l="0" t="0" r="0" b="0"/>
              <a:pathLst>
                <a:path w="6972300" h="1619250">
                  <a:moveTo>
                    <a:pt x="9" y="1266825"/>
                  </a:moveTo>
                  <a:lnTo>
                    <a:pt x="0" y="352425"/>
                  </a:lnTo>
                  <a:lnTo>
                    <a:pt x="542925" y="352425"/>
                  </a:lnTo>
                  <a:lnTo>
                    <a:pt x="571500" y="466725"/>
                  </a:lnTo>
                  <a:lnTo>
                    <a:pt x="2971800" y="466725"/>
                  </a:lnTo>
                  <a:lnTo>
                    <a:pt x="2943225" y="352425"/>
                  </a:lnTo>
                  <a:lnTo>
                    <a:pt x="3400425" y="352425"/>
                  </a:lnTo>
                  <a:lnTo>
                    <a:pt x="3429000" y="466725"/>
                  </a:lnTo>
                  <a:lnTo>
                    <a:pt x="5829300" y="466725"/>
                  </a:lnTo>
                  <a:lnTo>
                    <a:pt x="5800725" y="352425"/>
                  </a:lnTo>
                  <a:lnTo>
                    <a:pt x="6057900" y="352425"/>
                  </a:lnTo>
                  <a:lnTo>
                    <a:pt x="6057900" y="0"/>
                  </a:lnTo>
                  <a:lnTo>
                    <a:pt x="6972300" y="809625"/>
                  </a:lnTo>
                  <a:lnTo>
                    <a:pt x="6057916" y="1619250"/>
                  </a:lnTo>
                  <a:lnTo>
                    <a:pt x="6057900" y="1266825"/>
                  </a:lnTo>
                  <a:lnTo>
                    <a:pt x="5800725" y="1266825"/>
                  </a:lnTo>
                  <a:lnTo>
                    <a:pt x="5829300" y="1152525"/>
                  </a:lnTo>
                  <a:lnTo>
                    <a:pt x="3429000" y="1152525"/>
                  </a:lnTo>
                  <a:lnTo>
                    <a:pt x="3400425" y="1266825"/>
                  </a:lnTo>
                  <a:lnTo>
                    <a:pt x="2943234" y="1266825"/>
                  </a:lnTo>
                  <a:lnTo>
                    <a:pt x="2971809" y="1152525"/>
                  </a:lnTo>
                  <a:lnTo>
                    <a:pt x="571509" y="1152525"/>
                  </a:lnTo>
                  <a:lnTo>
                    <a:pt x="542934" y="1266825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B66BDF2-4BE1-0A3D-C8EC-FD31123624C0}"/>
              </a:ext>
            </a:extLst>
          </p:cNvPr>
          <p:cNvGrpSpPr/>
          <p:nvPr/>
        </p:nvGrpSpPr>
        <p:grpSpPr>
          <a:xfrm>
            <a:off x="5610227" y="4229095"/>
            <a:ext cx="2828925" cy="1714500"/>
            <a:chOff x="3228975" y="3657590"/>
            <a:chExt cx="2828925" cy="17145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BC01C1B-76E5-ADF2-C6F8-7046A3FB5EA3}"/>
                </a:ext>
              </a:extLst>
            </p:cNvPr>
            <p:cNvSpPr/>
            <p:nvPr/>
          </p:nvSpPr>
          <p:spPr>
            <a:xfrm>
              <a:off x="3228975" y="3657590"/>
              <a:ext cx="2828925" cy="1714500"/>
            </a:xfrm>
            <a:custGeom>
              <a:avLst/>
              <a:gdLst/>
              <a:ahLst/>
              <a:cxnLst/>
              <a:rect l="0" t="0" r="0" b="0"/>
              <a:pathLst>
                <a:path w="2828925" h="1714500">
                  <a:moveTo>
                    <a:pt x="2828925" y="0"/>
                  </a:moveTo>
                  <a:lnTo>
                    <a:pt x="2714625" y="457200"/>
                  </a:lnTo>
                  <a:lnTo>
                    <a:pt x="314325" y="457200"/>
                  </a:lnTo>
                  <a:lnTo>
                    <a:pt x="428625" y="0"/>
                  </a:lnTo>
                  <a:close/>
                  <a:moveTo>
                    <a:pt x="2685975" y="571500"/>
                  </a:moveTo>
                  <a:lnTo>
                    <a:pt x="2571675" y="1028700"/>
                  </a:lnTo>
                  <a:lnTo>
                    <a:pt x="171375" y="1028700"/>
                  </a:lnTo>
                  <a:lnTo>
                    <a:pt x="285675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75" y="1143000"/>
                  </a:lnTo>
                  <a:lnTo>
                    <a:pt x="2543175" y="1143000"/>
                  </a:lnTo>
                  <a:close/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3E6450F-A226-F536-3F7D-36B68255014F}"/>
                </a:ext>
              </a:extLst>
            </p:cNvPr>
            <p:cNvSpPr/>
            <p:nvPr/>
          </p:nvSpPr>
          <p:spPr>
            <a:xfrm>
              <a:off x="3228975" y="3657590"/>
              <a:ext cx="2828925" cy="1714500"/>
            </a:xfrm>
            <a:custGeom>
              <a:avLst/>
              <a:gdLst/>
              <a:ahLst/>
              <a:cxnLst/>
              <a:rect l="0" t="0" r="0" b="0"/>
              <a:pathLst>
                <a:path w="2828925" h="1714500">
                  <a:moveTo>
                    <a:pt x="2828925" y="0"/>
                  </a:moveTo>
                  <a:lnTo>
                    <a:pt x="2714625" y="457200"/>
                  </a:lnTo>
                  <a:lnTo>
                    <a:pt x="314325" y="457200"/>
                  </a:lnTo>
                  <a:lnTo>
                    <a:pt x="428625" y="0"/>
                  </a:lnTo>
                  <a:close/>
                  <a:moveTo>
                    <a:pt x="2685975" y="571500"/>
                  </a:moveTo>
                  <a:lnTo>
                    <a:pt x="2571675" y="1028700"/>
                  </a:lnTo>
                  <a:lnTo>
                    <a:pt x="171375" y="1028700"/>
                  </a:lnTo>
                  <a:lnTo>
                    <a:pt x="285675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75" y="1143000"/>
                  </a:lnTo>
                  <a:lnTo>
                    <a:pt x="2543175" y="114300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E8DA0B-E07A-6725-8CBA-FFA74AFF771F}"/>
              </a:ext>
            </a:extLst>
          </p:cNvPr>
          <p:cNvGrpSpPr/>
          <p:nvPr/>
        </p:nvGrpSpPr>
        <p:grpSpPr>
          <a:xfrm>
            <a:off x="5610227" y="1828796"/>
            <a:ext cx="2828925" cy="1714499"/>
            <a:chOff x="3228975" y="1257290"/>
            <a:chExt cx="2828925" cy="171449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2B4E490-DE18-AA0B-71AA-280577188672}"/>
                </a:ext>
              </a:extLst>
            </p:cNvPr>
            <p:cNvSpPr/>
            <p:nvPr/>
          </p:nvSpPr>
          <p:spPr>
            <a:xfrm>
              <a:off x="32289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2AE3203-5CFA-6C5E-2E5C-F5B5459AD22B}"/>
                </a:ext>
              </a:extLst>
            </p:cNvPr>
            <p:cNvSpPr/>
            <p:nvPr/>
          </p:nvSpPr>
          <p:spPr>
            <a:xfrm>
              <a:off x="32289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F07A79-6EAF-981A-2A19-5297D4CEE30A}"/>
              </a:ext>
            </a:extLst>
          </p:cNvPr>
          <p:cNvGrpSpPr/>
          <p:nvPr/>
        </p:nvGrpSpPr>
        <p:grpSpPr>
          <a:xfrm>
            <a:off x="2752726" y="4229095"/>
            <a:ext cx="2828934" cy="1714500"/>
            <a:chOff x="371475" y="3657590"/>
            <a:chExt cx="2828934" cy="171450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1F162F7-C26F-D555-3E48-325BE17B131C}"/>
                </a:ext>
              </a:extLst>
            </p:cNvPr>
            <p:cNvSpPr/>
            <p:nvPr/>
          </p:nvSpPr>
          <p:spPr>
            <a:xfrm>
              <a:off x="371475" y="3657590"/>
              <a:ext cx="2828934" cy="1714500"/>
            </a:xfrm>
            <a:custGeom>
              <a:avLst/>
              <a:gdLst/>
              <a:ahLst/>
              <a:cxnLst/>
              <a:rect l="0" t="0" r="0" b="0"/>
              <a:pathLst>
                <a:path w="2828934" h="1714500">
                  <a:moveTo>
                    <a:pt x="2828934" y="0"/>
                  </a:moveTo>
                  <a:lnTo>
                    <a:pt x="2714634" y="457200"/>
                  </a:lnTo>
                  <a:lnTo>
                    <a:pt x="314334" y="457200"/>
                  </a:lnTo>
                  <a:lnTo>
                    <a:pt x="428634" y="0"/>
                  </a:lnTo>
                  <a:close/>
                  <a:moveTo>
                    <a:pt x="2685984" y="571500"/>
                  </a:moveTo>
                  <a:lnTo>
                    <a:pt x="2571684" y="1028700"/>
                  </a:lnTo>
                  <a:lnTo>
                    <a:pt x="171384" y="1028700"/>
                  </a:lnTo>
                  <a:lnTo>
                    <a:pt x="285684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84" y="1143000"/>
                  </a:lnTo>
                  <a:lnTo>
                    <a:pt x="2543184" y="1143000"/>
                  </a:ln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B6DC8E0-8A58-FA6A-4643-81F0B84036CB}"/>
                </a:ext>
              </a:extLst>
            </p:cNvPr>
            <p:cNvSpPr/>
            <p:nvPr/>
          </p:nvSpPr>
          <p:spPr>
            <a:xfrm>
              <a:off x="371475" y="3657590"/>
              <a:ext cx="2828934" cy="1714500"/>
            </a:xfrm>
            <a:custGeom>
              <a:avLst/>
              <a:gdLst/>
              <a:ahLst/>
              <a:cxnLst/>
              <a:rect l="0" t="0" r="0" b="0"/>
              <a:pathLst>
                <a:path w="2828934" h="1714500">
                  <a:moveTo>
                    <a:pt x="2828934" y="0"/>
                  </a:moveTo>
                  <a:lnTo>
                    <a:pt x="2714634" y="457200"/>
                  </a:lnTo>
                  <a:lnTo>
                    <a:pt x="314334" y="457200"/>
                  </a:lnTo>
                  <a:lnTo>
                    <a:pt x="428634" y="0"/>
                  </a:lnTo>
                  <a:close/>
                  <a:moveTo>
                    <a:pt x="2685984" y="571500"/>
                  </a:moveTo>
                  <a:lnTo>
                    <a:pt x="2571684" y="1028700"/>
                  </a:lnTo>
                  <a:lnTo>
                    <a:pt x="171384" y="1028700"/>
                  </a:lnTo>
                  <a:lnTo>
                    <a:pt x="285684" y="571500"/>
                  </a:lnTo>
                  <a:close/>
                  <a:moveTo>
                    <a:pt x="2400300" y="1714500"/>
                  </a:moveTo>
                  <a:lnTo>
                    <a:pt x="0" y="1714500"/>
                  </a:lnTo>
                  <a:lnTo>
                    <a:pt x="142884" y="1143000"/>
                  </a:lnTo>
                  <a:lnTo>
                    <a:pt x="2543184" y="114300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1BD304-776B-FD62-42BF-8A03B269344C}"/>
              </a:ext>
            </a:extLst>
          </p:cNvPr>
          <p:cNvGrpSpPr/>
          <p:nvPr/>
        </p:nvGrpSpPr>
        <p:grpSpPr>
          <a:xfrm>
            <a:off x="2752727" y="1828796"/>
            <a:ext cx="2828925" cy="1714499"/>
            <a:chOff x="371475" y="1257290"/>
            <a:chExt cx="2828925" cy="1714499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16B4051-0774-B29B-AA0C-DE21A80E4E21}"/>
                </a:ext>
              </a:extLst>
            </p:cNvPr>
            <p:cNvSpPr/>
            <p:nvPr/>
          </p:nvSpPr>
          <p:spPr>
            <a:xfrm>
              <a:off x="3714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D7A6242-394A-0B8C-4D40-74EDBE8601E0}"/>
                </a:ext>
              </a:extLst>
            </p:cNvPr>
            <p:cNvSpPr/>
            <p:nvPr/>
          </p:nvSpPr>
          <p:spPr>
            <a:xfrm>
              <a:off x="371475" y="1257290"/>
              <a:ext cx="2828925" cy="1714499"/>
            </a:xfrm>
            <a:custGeom>
              <a:avLst/>
              <a:gdLst/>
              <a:ahLst/>
              <a:cxnLst/>
              <a:rect l="0" t="0" r="0" b="0"/>
              <a:pathLst>
                <a:path w="2828925" h="1714499">
                  <a:moveTo>
                    <a:pt x="428625" y="1714499"/>
                  </a:moveTo>
                  <a:lnTo>
                    <a:pt x="314325" y="1257299"/>
                  </a:lnTo>
                  <a:lnTo>
                    <a:pt x="2714625" y="1257299"/>
                  </a:lnTo>
                  <a:lnTo>
                    <a:pt x="2828925" y="1714499"/>
                  </a:lnTo>
                  <a:close/>
                  <a:moveTo>
                    <a:pt x="285675" y="1143000"/>
                  </a:moveTo>
                  <a:lnTo>
                    <a:pt x="171375" y="685800"/>
                  </a:lnTo>
                  <a:lnTo>
                    <a:pt x="2571675" y="685800"/>
                  </a:lnTo>
                  <a:lnTo>
                    <a:pt x="2685975" y="1143000"/>
                  </a:lnTo>
                  <a:close/>
                  <a:moveTo>
                    <a:pt x="2543175" y="571500"/>
                  </a:moveTo>
                  <a:lnTo>
                    <a:pt x="142875" y="571500"/>
                  </a:lnTo>
                  <a:lnTo>
                    <a:pt x="0" y="0"/>
                  </a:lnTo>
                  <a:lnTo>
                    <a:pt x="240030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BCBA9A-FDF3-DD78-4210-4BE127B92EDE}"/>
              </a:ext>
            </a:extLst>
          </p:cNvPr>
          <p:cNvGrpSpPr/>
          <p:nvPr/>
        </p:nvGrpSpPr>
        <p:grpSpPr>
          <a:xfrm>
            <a:off x="3047484" y="615561"/>
            <a:ext cx="5680586" cy="741304"/>
            <a:chOff x="1200150" y="342900"/>
            <a:chExt cx="4914900" cy="457200"/>
          </a:xfrm>
          <a:solidFill>
            <a:schemeClr val="accent2"/>
          </a:solidFill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2038E52-6B32-F7C4-D4C9-C9401C411E8C}"/>
                </a:ext>
              </a:extLst>
            </p:cNvPr>
            <p:cNvSpPr/>
            <p:nvPr/>
          </p:nvSpPr>
          <p:spPr>
            <a:xfrm>
              <a:off x="1200150" y="342900"/>
              <a:ext cx="4914900" cy="457200"/>
            </a:xfrm>
            <a:custGeom>
              <a:avLst/>
              <a:gdLst/>
              <a:ahLst/>
              <a:cxnLst/>
              <a:rect l="0" t="0" r="0" b="0"/>
              <a:pathLst>
                <a:path w="4914900" h="457200">
                  <a:moveTo>
                    <a:pt x="114300" y="0"/>
                  </a:moveTo>
                  <a:lnTo>
                    <a:pt x="4800600" y="0"/>
                  </a:lnTo>
                  <a:cubicBezTo>
                    <a:pt x="4800600" y="0"/>
                    <a:pt x="4914900" y="0"/>
                    <a:pt x="4914900" y="114300"/>
                  </a:cubicBezTo>
                  <a:lnTo>
                    <a:pt x="4914900" y="342900"/>
                  </a:lnTo>
                  <a:cubicBezTo>
                    <a:pt x="4914900" y="342900"/>
                    <a:pt x="4914900" y="457200"/>
                    <a:pt x="4800600" y="457200"/>
                  </a:cubicBezTo>
                  <a:lnTo>
                    <a:pt x="114300" y="457200"/>
                  </a:lnTo>
                  <a:cubicBezTo>
                    <a:pt x="114300" y="457200"/>
                    <a:pt x="0" y="457200"/>
                    <a:pt x="0" y="34290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CBA4E67-5B95-0DB6-9E17-F0FBA56A6028}"/>
                </a:ext>
              </a:extLst>
            </p:cNvPr>
            <p:cNvSpPr/>
            <p:nvPr/>
          </p:nvSpPr>
          <p:spPr>
            <a:xfrm>
              <a:off x="1200150" y="342900"/>
              <a:ext cx="4914900" cy="457200"/>
            </a:xfrm>
            <a:custGeom>
              <a:avLst/>
              <a:gdLst/>
              <a:ahLst/>
              <a:cxnLst/>
              <a:rect l="0" t="0" r="0" b="0"/>
              <a:pathLst>
                <a:path w="4914900" h="457200">
                  <a:moveTo>
                    <a:pt x="114300" y="0"/>
                  </a:moveTo>
                  <a:lnTo>
                    <a:pt x="4800600" y="0"/>
                  </a:lnTo>
                  <a:cubicBezTo>
                    <a:pt x="4800600" y="0"/>
                    <a:pt x="4914900" y="0"/>
                    <a:pt x="4914900" y="114300"/>
                  </a:cubicBezTo>
                  <a:lnTo>
                    <a:pt x="4914900" y="342900"/>
                  </a:lnTo>
                  <a:cubicBezTo>
                    <a:pt x="4914900" y="342900"/>
                    <a:pt x="4914900" y="457200"/>
                    <a:pt x="4800600" y="457200"/>
                  </a:cubicBezTo>
                  <a:lnTo>
                    <a:pt x="114300" y="457200"/>
                  </a:lnTo>
                  <a:cubicBezTo>
                    <a:pt x="114300" y="457200"/>
                    <a:pt x="0" y="457200"/>
                    <a:pt x="0" y="342900"/>
                  </a:cubicBezTo>
                  <a:lnTo>
                    <a:pt x="0" y="114300"/>
                  </a:lnTo>
                  <a:cubicBezTo>
                    <a:pt x="0" y="114300"/>
                    <a:pt x="0" y="0"/>
                    <a:pt x="114300" y="0"/>
                  </a:cubicBezTo>
                </a:path>
              </a:pathLst>
            </a:custGeom>
            <a:grp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890D373-5CCD-4B4F-F600-5400C1D3C8F3}"/>
              </a:ext>
            </a:extLst>
          </p:cNvPr>
          <p:cNvSpPr txBox="1"/>
          <p:nvPr/>
        </p:nvSpPr>
        <p:spPr>
          <a:xfrm>
            <a:off x="2920747" y="2003192"/>
            <a:ext cx="220027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76573A"/>
                </a:solidFill>
                <a:latin typeface="Roboto"/>
              </a:rPr>
              <a:t>Lack of Personalization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4A45D7-0D98-3351-E350-E3439F4D6BB5}"/>
              </a:ext>
            </a:extLst>
          </p:cNvPr>
          <p:cNvSpPr txBox="1"/>
          <p:nvPr/>
        </p:nvSpPr>
        <p:spPr>
          <a:xfrm>
            <a:off x="5924592" y="2003192"/>
            <a:ext cx="1685925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666666"/>
                </a:solidFill>
                <a:latin typeface="Roboto"/>
              </a:rPr>
              <a:t>Scheduling Issues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9707C1-9027-CEA8-65C9-FF372F07D549}"/>
              </a:ext>
            </a:extLst>
          </p:cNvPr>
          <p:cNvSpPr txBox="1"/>
          <p:nvPr/>
        </p:nvSpPr>
        <p:spPr>
          <a:xfrm>
            <a:off x="3027903" y="2577625"/>
            <a:ext cx="1985962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Failure to Account for Body
Composition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32E47D-638C-2B76-84EE-D741BDCCC746}"/>
              </a:ext>
            </a:extLst>
          </p:cNvPr>
          <p:cNvSpPr txBox="1"/>
          <p:nvPr/>
        </p:nvSpPr>
        <p:spPr>
          <a:xfrm>
            <a:off x="6038851" y="2597732"/>
            <a:ext cx="1700212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Scheduling Needs Not
Considered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D90690-8C1A-561D-D819-057EA27EB81C}"/>
              </a:ext>
            </a:extLst>
          </p:cNvPr>
          <p:cNvSpPr txBox="1"/>
          <p:nvPr/>
        </p:nvSpPr>
        <p:spPr>
          <a:xfrm>
            <a:off x="3381376" y="3201659"/>
            <a:ext cx="157162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Generic Online Plans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DA8CFE-E7BD-03D1-5C69-6760072E93DC}"/>
              </a:ext>
            </a:extLst>
          </p:cNvPr>
          <p:cNvSpPr txBox="1"/>
          <p:nvPr/>
        </p:nvSpPr>
        <p:spPr>
          <a:xfrm>
            <a:off x="5853114" y="3236051"/>
            <a:ext cx="234315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Time Management Challenges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A0B8BA-CA96-365F-F570-0AEA84AEF4E2}"/>
              </a:ext>
            </a:extLst>
          </p:cNvPr>
          <p:cNvSpPr txBox="1"/>
          <p:nvPr/>
        </p:nvSpPr>
        <p:spPr>
          <a:xfrm>
            <a:off x="4133460" y="375992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dirty="0">
                <a:solidFill>
                  <a:srgbClr val="543A3A"/>
                </a:solidFill>
                <a:latin typeface="Roboto"/>
              </a:rPr>
              <a:t>Ineffective Workout Routines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DBB4E7-4251-3C8B-F7F1-24C86924CF01}"/>
              </a:ext>
            </a:extLst>
          </p:cNvPr>
          <p:cNvSpPr txBox="1"/>
          <p:nvPr/>
        </p:nvSpPr>
        <p:spPr>
          <a:xfrm>
            <a:off x="3378983" y="4395259"/>
            <a:ext cx="180022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Confusion for Beginners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97EA27-C548-352F-803D-37A07EE68B9A}"/>
              </a:ext>
            </a:extLst>
          </p:cNvPr>
          <p:cNvSpPr txBox="1"/>
          <p:nvPr/>
        </p:nvSpPr>
        <p:spPr>
          <a:xfrm>
            <a:off x="6067427" y="4387848"/>
            <a:ext cx="212883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Unsuitable Workout Intensity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300D25-09B8-3900-BBD3-6DADBDC4D4BC}"/>
              </a:ext>
            </a:extLst>
          </p:cNvPr>
          <p:cNvSpPr txBox="1"/>
          <p:nvPr/>
        </p:nvSpPr>
        <p:spPr>
          <a:xfrm>
            <a:off x="3316415" y="4857756"/>
            <a:ext cx="185737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Absence of Personalized
Direction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7B1698-85C9-F843-93E6-E56E0D86BB0A}"/>
              </a:ext>
            </a:extLst>
          </p:cNvPr>
          <p:cNvSpPr txBox="1"/>
          <p:nvPr/>
        </p:nvSpPr>
        <p:spPr>
          <a:xfrm>
            <a:off x="5910264" y="4940683"/>
            <a:ext cx="222885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dirty="0">
                <a:solidFill>
                  <a:srgbClr val="484848"/>
                </a:solidFill>
                <a:latin typeface="Roboto"/>
              </a:rPr>
              <a:t>Prior Experience Not Assessed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B7D79-FCC5-C33B-7A1E-B4432D107434}"/>
              </a:ext>
            </a:extLst>
          </p:cNvPr>
          <p:cNvSpPr txBox="1"/>
          <p:nvPr/>
        </p:nvSpPr>
        <p:spPr>
          <a:xfrm>
            <a:off x="3047484" y="5555369"/>
            <a:ext cx="2014537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6B652F"/>
                </a:solidFill>
                <a:latin typeface="Roboto"/>
              </a:rPr>
              <a:t>Inadequate Guidance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321EDC-19B2-4156-EC66-480F33F28B7B}"/>
              </a:ext>
            </a:extLst>
          </p:cNvPr>
          <p:cNvSpPr txBox="1"/>
          <p:nvPr/>
        </p:nvSpPr>
        <p:spPr>
          <a:xfrm>
            <a:off x="6253164" y="5539676"/>
            <a:ext cx="154305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rgbClr val="415C87"/>
                </a:solidFill>
                <a:latin typeface="Roboto"/>
              </a:rPr>
              <a:t>Prior Experience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1564B0-AFF7-330A-E21C-A9DB966AA044}"/>
              </a:ext>
            </a:extLst>
          </p:cNvPr>
          <p:cNvSpPr txBox="1"/>
          <p:nvPr/>
        </p:nvSpPr>
        <p:spPr>
          <a:xfrm>
            <a:off x="2953459" y="741312"/>
            <a:ext cx="5942265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F669BE"/>
                </a:solidFill>
                <a:latin typeface="Roboto"/>
              </a:rPr>
              <a:t>Challenges in Maintaining Effective Workout Routines</a:t>
            </a:r>
          </a:p>
        </p:txBody>
      </p:sp>
      <p:sp>
        <p:nvSpPr>
          <p:cNvPr id="34" name="Rounded Rectangle 58">
            <a:extLst>
              <a:ext uri="{FF2B5EF4-FFF2-40B4-BE49-F238E27FC236}">
                <a16:creationId xmlns:a16="http://schemas.microsoft.com/office/drawing/2014/main" id="{E5D41C7B-81F4-6E8C-3851-B1A3165E84D5}"/>
              </a:ext>
            </a:extLst>
          </p:cNvPr>
          <p:cNvSpPr/>
          <p:nvPr/>
        </p:nvSpPr>
        <p:spPr>
          <a:xfrm>
            <a:off x="3972020" y="3601553"/>
            <a:ext cx="614150" cy="562437"/>
          </a:xfrm>
          <a:custGeom>
            <a:avLst/>
            <a:gdLst/>
            <a:ahLst/>
            <a:cxnLst/>
            <a:rect l="0" t="0" r="0" b="0"/>
            <a:pathLst>
              <a:path w="395575" h="398483">
                <a:moveTo>
                  <a:pt x="208682" y="186893"/>
                </a:moveTo>
                <a:cubicBezTo>
                  <a:pt x="183560" y="161756"/>
                  <a:pt x="144177" y="157876"/>
                  <a:pt x="114633" y="177627"/>
                </a:cubicBezTo>
                <a:cubicBezTo>
                  <a:pt x="85089" y="197377"/>
                  <a:pt x="73620" y="235252"/>
                  <a:pt x="87244" y="268075"/>
                </a:cubicBezTo>
                <a:cubicBezTo>
                  <a:pt x="100869" y="300897"/>
                  <a:pt x="135789" y="319517"/>
                  <a:pt x="170635" y="312539"/>
                </a:cubicBezTo>
                <a:cubicBezTo>
                  <a:pt x="205481" y="305562"/>
                  <a:pt x="230539" y="274932"/>
                  <a:pt x="230475" y="239394"/>
                </a:cubicBezTo>
                <a:cubicBezTo>
                  <a:pt x="230500" y="230899"/>
                  <a:pt x="229047" y="222463"/>
                  <a:pt x="226182" y="214464"/>
                </a:cubicBezTo>
                <a:moveTo>
                  <a:pt x="277363" y="168567"/>
                </a:moveTo>
                <a:cubicBezTo>
                  <a:pt x="315310" y="232328"/>
                  <a:pt x="297206" y="314599"/>
                  <a:pt x="235999" y="356541"/>
                </a:cubicBezTo>
                <a:cubicBezTo>
                  <a:pt x="174792" y="398483"/>
                  <a:pt x="91532" y="385671"/>
                  <a:pt x="45766" y="327268"/>
                </a:cubicBezTo>
                <a:cubicBezTo>
                  <a:pt x="0" y="268865"/>
                  <a:pt x="7467" y="184957"/>
                  <a:pt x="62827" y="135554"/>
                </a:cubicBezTo>
                <a:cubicBezTo>
                  <a:pt x="118188" y="86151"/>
                  <a:pt x="202401" y="88243"/>
                  <a:pt x="255240" y="140335"/>
                </a:cubicBezTo>
                <a:moveTo>
                  <a:pt x="56955" y="338620"/>
                </a:moveTo>
                <a:lnTo>
                  <a:pt x="15845" y="379730"/>
                </a:lnTo>
                <a:moveTo>
                  <a:pt x="296515" y="379730"/>
                </a:moveTo>
                <a:lnTo>
                  <a:pt x="255405" y="338620"/>
                </a:lnTo>
                <a:moveTo>
                  <a:pt x="278849" y="116725"/>
                </a:moveTo>
                <a:lnTo>
                  <a:pt x="272906" y="52501"/>
                </a:lnTo>
                <a:lnTo>
                  <a:pt x="325408" y="0"/>
                </a:lnTo>
                <a:lnTo>
                  <a:pt x="343073" y="52501"/>
                </a:lnTo>
                <a:lnTo>
                  <a:pt x="395575" y="70167"/>
                </a:lnTo>
                <a:lnTo>
                  <a:pt x="343073" y="122669"/>
                </a:lnTo>
                <a:close/>
                <a:moveTo>
                  <a:pt x="156180" y="239395"/>
                </a:moveTo>
                <a:lnTo>
                  <a:pt x="321280" y="74295"/>
                </a:ln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7FE1C9D-9256-8353-8338-98B64EB5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1A9D-227A-41E5-BB98-50AF77011591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7EDDBC6C-5D02-943A-844C-221892F0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1E3BF4B1-68FE-EDD3-F6C6-E00BB49E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90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7264281" y="5268212"/>
            <a:ext cx="396240" cy="396240"/>
            <a:chOff x="4675632" y="4596380"/>
            <a:chExt cx="396240" cy="396240"/>
          </a:xfrm>
        </p:grpSpPr>
        <p:sp>
          <p:nvSpPr>
            <p:cNvPr id="20" name="Rounded Rectangle 19"/>
            <p:cNvSpPr/>
            <p:nvPr/>
          </p:nvSpPr>
          <p:spPr>
            <a:xfrm>
              <a:off x="4675632" y="4596380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675632" y="4596380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411353" y="4634228"/>
            <a:ext cx="396240" cy="396240"/>
            <a:chOff x="1822704" y="3962396"/>
            <a:chExt cx="396240" cy="396240"/>
          </a:xfrm>
        </p:grpSpPr>
        <p:sp>
          <p:nvSpPr>
            <p:cNvPr id="23" name="Rounded Rectangle 22"/>
            <p:cNvSpPr/>
            <p:nvPr/>
          </p:nvSpPr>
          <p:spPr>
            <a:xfrm>
              <a:off x="1822704" y="3962396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822704" y="3962396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264281" y="3960620"/>
            <a:ext cx="396240" cy="396240"/>
            <a:chOff x="4675632" y="3288788"/>
            <a:chExt cx="396240" cy="396240"/>
          </a:xfrm>
        </p:grpSpPr>
        <p:sp>
          <p:nvSpPr>
            <p:cNvPr id="26" name="Rounded Rectangle 25"/>
            <p:cNvSpPr/>
            <p:nvPr/>
          </p:nvSpPr>
          <p:spPr>
            <a:xfrm>
              <a:off x="4675632" y="3288788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675632" y="3288788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11353" y="3326636"/>
            <a:ext cx="396240" cy="396240"/>
            <a:chOff x="1822704" y="2654804"/>
            <a:chExt cx="396240" cy="396240"/>
          </a:xfrm>
        </p:grpSpPr>
        <p:sp>
          <p:nvSpPr>
            <p:cNvPr id="29" name="Rounded Rectangle 28"/>
            <p:cNvSpPr/>
            <p:nvPr/>
          </p:nvSpPr>
          <p:spPr>
            <a:xfrm>
              <a:off x="1822704" y="2654804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822704" y="2654804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264281" y="2613404"/>
            <a:ext cx="396240" cy="396240"/>
            <a:chOff x="4675632" y="1941572"/>
            <a:chExt cx="396240" cy="396240"/>
          </a:xfrm>
        </p:grpSpPr>
        <p:sp>
          <p:nvSpPr>
            <p:cNvPr id="32" name="Rounded Rectangle 31"/>
            <p:cNvSpPr/>
            <p:nvPr/>
          </p:nvSpPr>
          <p:spPr>
            <a:xfrm>
              <a:off x="4675632" y="1941572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75632" y="1941572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411353" y="2019045"/>
            <a:ext cx="396240" cy="396239"/>
            <a:chOff x="1822704" y="1347212"/>
            <a:chExt cx="396240" cy="396239"/>
          </a:xfrm>
        </p:grpSpPr>
        <p:sp>
          <p:nvSpPr>
            <p:cNvPr id="35" name="Rounded Rectangle 34"/>
            <p:cNvSpPr/>
            <p:nvPr/>
          </p:nvSpPr>
          <p:spPr>
            <a:xfrm>
              <a:off x="1822704" y="1347212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396240" h="396239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39"/>
                    <a:pt x="198120" y="396239"/>
                  </a:cubicBezTo>
                  <a:cubicBezTo>
                    <a:pt x="88701" y="396239"/>
                    <a:pt x="0" y="307538"/>
                    <a:pt x="0" y="19811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822704" y="1347212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396240" h="396239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39"/>
                    <a:pt x="198120" y="396239"/>
                  </a:cubicBezTo>
                  <a:cubicBezTo>
                    <a:pt x="88701" y="396239"/>
                    <a:pt x="0" y="307538"/>
                    <a:pt x="0" y="198119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444045" y="421126"/>
            <a:ext cx="5483538" cy="850441"/>
            <a:chOff x="2615184" y="237744"/>
            <a:chExt cx="1664208" cy="316992"/>
          </a:xfrm>
          <a:solidFill>
            <a:schemeClr val="accent2"/>
          </a:solidFill>
        </p:grpSpPr>
        <p:sp>
          <p:nvSpPr>
            <p:cNvPr id="38" name="Rounded Rectangle 37"/>
            <p:cNvSpPr/>
            <p:nvPr/>
          </p:nvSpPr>
          <p:spPr>
            <a:xfrm>
              <a:off x="2615184" y="237744"/>
              <a:ext cx="1664208" cy="316992"/>
            </a:xfrm>
            <a:custGeom>
              <a:avLst/>
              <a:gdLst/>
              <a:ahLst/>
              <a:cxnLst/>
              <a:rect l="0" t="0" r="0" b="0"/>
              <a:pathLst>
                <a:path w="1664208" h="316992">
                  <a:moveTo>
                    <a:pt x="79248" y="0"/>
                  </a:moveTo>
                  <a:lnTo>
                    <a:pt x="1584960" y="0"/>
                  </a:lnTo>
                  <a:cubicBezTo>
                    <a:pt x="1584960" y="0"/>
                    <a:pt x="1664208" y="0"/>
                    <a:pt x="1664208" y="79248"/>
                  </a:cubicBezTo>
                  <a:lnTo>
                    <a:pt x="1664208" y="237744"/>
                  </a:lnTo>
                  <a:cubicBezTo>
                    <a:pt x="1664208" y="237744"/>
                    <a:pt x="1664208" y="316992"/>
                    <a:pt x="1584960" y="316992"/>
                  </a:cubicBezTo>
                  <a:lnTo>
                    <a:pt x="79248" y="316992"/>
                  </a:lnTo>
                  <a:cubicBezTo>
                    <a:pt x="79248" y="316992"/>
                    <a:pt x="0" y="316992"/>
                    <a:pt x="0" y="237744"/>
                  </a:cubicBezTo>
                  <a:lnTo>
                    <a:pt x="0" y="79248"/>
                  </a:lnTo>
                  <a:cubicBezTo>
                    <a:pt x="0" y="79248"/>
                    <a:pt x="0" y="0"/>
                    <a:pt x="79248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615184" y="237744"/>
              <a:ext cx="1664208" cy="316992"/>
            </a:xfrm>
            <a:custGeom>
              <a:avLst/>
              <a:gdLst/>
              <a:ahLst/>
              <a:cxnLst/>
              <a:rect l="0" t="0" r="0" b="0"/>
              <a:pathLst>
                <a:path w="1664208" h="316992">
                  <a:moveTo>
                    <a:pt x="79248" y="0"/>
                  </a:moveTo>
                  <a:lnTo>
                    <a:pt x="1584960" y="0"/>
                  </a:lnTo>
                  <a:cubicBezTo>
                    <a:pt x="1584960" y="0"/>
                    <a:pt x="1664208" y="0"/>
                    <a:pt x="1664208" y="79248"/>
                  </a:cubicBezTo>
                  <a:lnTo>
                    <a:pt x="1664208" y="237744"/>
                  </a:lnTo>
                  <a:cubicBezTo>
                    <a:pt x="1664208" y="237744"/>
                    <a:pt x="1664208" y="316992"/>
                    <a:pt x="1584960" y="316992"/>
                  </a:cubicBezTo>
                  <a:lnTo>
                    <a:pt x="79248" y="316992"/>
                  </a:lnTo>
                  <a:cubicBezTo>
                    <a:pt x="79248" y="316992"/>
                    <a:pt x="0" y="316992"/>
                    <a:pt x="0" y="237744"/>
                  </a:cubicBezTo>
                  <a:lnTo>
                    <a:pt x="0" y="79248"/>
                  </a:lnTo>
                  <a:cubicBezTo>
                    <a:pt x="0" y="79248"/>
                    <a:pt x="0" y="0"/>
                    <a:pt x="79248" y="0"/>
                  </a:cubicBezTo>
                </a:path>
              </a:pathLst>
            </a:custGeom>
            <a:grpFill/>
            <a:ln w="9906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083815" y="2739131"/>
            <a:ext cx="96088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DE8431"/>
                </a:solidFill>
                <a:latin typeface="Roboto"/>
              </a:rPr>
              <a:t>Plan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5815" y="2725659"/>
            <a:ext cx="1149096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484848"/>
                </a:solidFill>
                <a:latin typeface="Roboto"/>
              </a:rPr>
              <a:t>Implement the
personalized workout
plan.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4177" y="3436251"/>
            <a:ext cx="119862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>
                <a:solidFill>
                  <a:srgbClr val="E0CB15"/>
                </a:solidFill>
                <a:latin typeface="Roboto"/>
              </a:rPr>
              <a:t>Target Goal/Level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5540" y="2711342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76573A"/>
                </a:solidFill>
                <a:latin typeface="Roboto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2612" y="3424574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6B652F"/>
                </a:solidFill>
                <a:latin typeface="Roboto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0647" y="2070815"/>
            <a:ext cx="915535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>
                <a:solidFill>
                  <a:srgbClr val="484848"/>
                </a:solidFill>
                <a:latin typeface="Roboto"/>
              </a:rPr>
              <a:t>Choose workout days and
update progress.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89045" y="3435933"/>
            <a:ext cx="105994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>
                <a:solidFill>
                  <a:srgbClr val="484848"/>
                </a:solidFill>
                <a:latin typeface="Roboto"/>
              </a:rPr>
              <a:t>Set fitness goals and
experience level.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5540" y="4058558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59663D"/>
                </a:solidFill>
                <a:latin typeface="Roboto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65655" y="4117435"/>
            <a:ext cx="1119378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92BD39"/>
                </a:solidFill>
                <a:latin typeface="Roboto"/>
              </a:rPr>
              <a:t>Diet Sugg</a:t>
            </a:r>
            <a:r>
              <a:rPr lang="en-US" sz="900" b="1" dirty="0">
                <a:solidFill>
                  <a:srgbClr val="92BD39"/>
                </a:solidFill>
                <a:latin typeface="Roboto"/>
              </a:rPr>
              <a:t>es</a:t>
            </a:r>
            <a:r>
              <a:rPr sz="900" b="1" dirty="0">
                <a:solidFill>
                  <a:srgbClr val="92BD39"/>
                </a:solidFill>
                <a:latin typeface="Roboto"/>
              </a:rPr>
              <a:t>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2612" y="2116982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884542"/>
                </a:solidFill>
                <a:latin typeface="Roboto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7290" y="4078063"/>
            <a:ext cx="123825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484848"/>
                </a:solidFill>
                <a:latin typeface="Roboto"/>
              </a:rPr>
              <a:t>Provide tailo</a:t>
            </a:r>
            <a:r>
              <a:rPr lang="en-US" sz="700" b="0" dirty="0">
                <a:solidFill>
                  <a:srgbClr val="484848"/>
                </a:solidFill>
                <a:latin typeface="Roboto"/>
              </a:rPr>
              <a:t>r</a:t>
            </a:r>
            <a:r>
              <a:rPr sz="700" b="0" dirty="0">
                <a:solidFill>
                  <a:srgbClr val="484848"/>
                </a:solidFill>
                <a:latin typeface="Roboto"/>
              </a:rPr>
              <a:t>ed dietary
recommendations.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7593" y="4744858"/>
            <a:ext cx="125806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>
                <a:solidFill>
                  <a:srgbClr val="3CC583"/>
                </a:solidFill>
                <a:latin typeface="Roboto"/>
              </a:rPr>
              <a:t>Show BMI/Calories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48852" y="2014603"/>
            <a:ext cx="99104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>
                <a:solidFill>
                  <a:srgbClr val="E55753"/>
                </a:solidFill>
                <a:latin typeface="Roboto"/>
              </a:rPr>
              <a:t>Day
Selection/Update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2612" y="4732166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3F6A56"/>
                </a:solidFill>
                <a:latin typeface="Roboto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9815" y="4783423"/>
            <a:ext cx="113919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dirty="0">
                <a:solidFill>
                  <a:srgbClr val="484848"/>
                </a:solidFill>
                <a:latin typeface="Roboto"/>
              </a:rPr>
              <a:t>Display user's BMI and
calorie needs.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5540" y="5366150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415C87"/>
                </a:solidFill>
                <a:latin typeface="Roboto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67290" y="5396408"/>
            <a:ext cx="106984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4E88E7"/>
                </a:solidFill>
                <a:latin typeface="Roboto"/>
              </a:rPr>
              <a:t>Collect Personal
Info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0" y="5385863"/>
            <a:ext cx="1277874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dirty="0">
                <a:solidFill>
                  <a:srgbClr val="484848"/>
                </a:solidFill>
                <a:latin typeface="Roboto"/>
              </a:rPr>
              <a:t>Gather user's health and
fitness data.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96243" y="2780156"/>
            <a:ext cx="395575" cy="398483"/>
          </a:xfrm>
          <a:custGeom>
            <a:avLst/>
            <a:gdLst/>
            <a:ahLst/>
            <a:cxnLst/>
            <a:rect l="0" t="0" r="0" b="0"/>
            <a:pathLst>
              <a:path w="395575" h="398483">
                <a:moveTo>
                  <a:pt x="208682" y="186893"/>
                </a:moveTo>
                <a:cubicBezTo>
                  <a:pt x="183560" y="161756"/>
                  <a:pt x="144177" y="157876"/>
                  <a:pt x="114633" y="177627"/>
                </a:cubicBezTo>
                <a:cubicBezTo>
                  <a:pt x="85089" y="197377"/>
                  <a:pt x="73620" y="235252"/>
                  <a:pt x="87244" y="268075"/>
                </a:cubicBezTo>
                <a:cubicBezTo>
                  <a:pt x="100869" y="300897"/>
                  <a:pt x="135789" y="319517"/>
                  <a:pt x="170635" y="312539"/>
                </a:cubicBezTo>
                <a:cubicBezTo>
                  <a:pt x="205481" y="305562"/>
                  <a:pt x="230539" y="274932"/>
                  <a:pt x="230475" y="239394"/>
                </a:cubicBezTo>
                <a:cubicBezTo>
                  <a:pt x="230500" y="230899"/>
                  <a:pt x="229047" y="222463"/>
                  <a:pt x="226182" y="214464"/>
                </a:cubicBezTo>
                <a:moveTo>
                  <a:pt x="277363" y="168567"/>
                </a:moveTo>
                <a:cubicBezTo>
                  <a:pt x="315310" y="232328"/>
                  <a:pt x="297206" y="314599"/>
                  <a:pt x="235999" y="356541"/>
                </a:cubicBezTo>
                <a:cubicBezTo>
                  <a:pt x="174792" y="398483"/>
                  <a:pt x="91532" y="385671"/>
                  <a:pt x="45766" y="327268"/>
                </a:cubicBezTo>
                <a:cubicBezTo>
                  <a:pt x="0" y="268865"/>
                  <a:pt x="7467" y="184957"/>
                  <a:pt x="62827" y="135554"/>
                </a:cubicBezTo>
                <a:cubicBezTo>
                  <a:pt x="118188" y="86151"/>
                  <a:pt x="202401" y="88243"/>
                  <a:pt x="255240" y="140335"/>
                </a:cubicBezTo>
                <a:moveTo>
                  <a:pt x="56955" y="338620"/>
                </a:moveTo>
                <a:lnTo>
                  <a:pt x="15845" y="379730"/>
                </a:lnTo>
                <a:moveTo>
                  <a:pt x="296515" y="379730"/>
                </a:moveTo>
                <a:lnTo>
                  <a:pt x="255405" y="338620"/>
                </a:lnTo>
                <a:moveTo>
                  <a:pt x="278849" y="116725"/>
                </a:moveTo>
                <a:lnTo>
                  <a:pt x="272906" y="52501"/>
                </a:lnTo>
                <a:lnTo>
                  <a:pt x="325408" y="0"/>
                </a:lnTo>
                <a:lnTo>
                  <a:pt x="343073" y="52501"/>
                </a:lnTo>
                <a:lnTo>
                  <a:pt x="395575" y="70167"/>
                </a:lnTo>
                <a:lnTo>
                  <a:pt x="343073" y="122669"/>
                </a:lnTo>
                <a:close/>
                <a:moveTo>
                  <a:pt x="156180" y="239395"/>
                </a:moveTo>
                <a:lnTo>
                  <a:pt x="321280" y="74295"/>
                </a:ln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0" name="Rounded Rectangle 59"/>
          <p:cNvSpPr/>
          <p:nvPr/>
        </p:nvSpPr>
        <p:spPr>
          <a:xfrm>
            <a:off x="6400808" y="3414139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0" y="189865"/>
                </a:moveTo>
                <a:cubicBezTo>
                  <a:pt x="0" y="85005"/>
                  <a:pt x="85005" y="0"/>
                  <a:pt x="189865" y="0"/>
                </a:cubicBezTo>
                <a:cubicBezTo>
                  <a:pt x="294724" y="0"/>
                  <a:pt x="379730" y="85005"/>
                  <a:pt x="379730" y="189865"/>
                </a:cubicBezTo>
                <a:cubicBezTo>
                  <a:pt x="379730" y="294724"/>
                  <a:pt x="294724" y="379730"/>
                  <a:pt x="189865" y="379730"/>
                </a:cubicBezTo>
                <a:cubicBezTo>
                  <a:pt x="85005" y="379730"/>
                  <a:pt x="0" y="294724"/>
                  <a:pt x="0" y="189865"/>
                </a:cubicBezTo>
                <a:moveTo>
                  <a:pt x="117221" y="166916"/>
                </a:moveTo>
                <a:lnTo>
                  <a:pt x="82550" y="201587"/>
                </a:lnTo>
                <a:cubicBezTo>
                  <a:pt x="75457" y="208550"/>
                  <a:pt x="71879" y="218338"/>
                  <a:pt x="72808" y="228233"/>
                </a:cubicBezTo>
                <a:cubicBezTo>
                  <a:pt x="73737" y="238129"/>
                  <a:pt x="79073" y="247080"/>
                  <a:pt x="87337" y="252603"/>
                </a:cubicBezTo>
                <a:lnTo>
                  <a:pt x="206375" y="333667"/>
                </a:lnTo>
                <a:cubicBezTo>
                  <a:pt x="219563" y="342641"/>
                  <a:pt x="237281" y="340904"/>
                  <a:pt x="248475" y="329539"/>
                </a:cubicBezTo>
                <a:lnTo>
                  <a:pt x="248475" y="329539"/>
                </a:lnTo>
                <a:cubicBezTo>
                  <a:pt x="260273" y="318010"/>
                  <a:pt x="261753" y="299544"/>
                  <a:pt x="251942" y="286283"/>
                </a:cubicBezTo>
                <a:lnTo>
                  <a:pt x="167081" y="170713"/>
                </a:lnTo>
                <a:cubicBezTo>
                  <a:pt x="161378" y="162986"/>
                  <a:pt x="152595" y="158125"/>
                  <a:pt x="143020" y="157396"/>
                </a:cubicBezTo>
                <a:cubicBezTo>
                  <a:pt x="133445" y="156667"/>
                  <a:pt x="124027" y="160142"/>
                  <a:pt x="117220" y="166916"/>
                </a:cubicBezTo>
                <a:close/>
                <a:moveTo>
                  <a:pt x="101206" y="262013"/>
                </a:moveTo>
                <a:lnTo>
                  <a:pt x="133235" y="229984"/>
                </a:lnTo>
                <a:moveTo>
                  <a:pt x="173024" y="246989"/>
                </a:moveTo>
                <a:lnTo>
                  <a:pt x="202082" y="217766"/>
                </a:lnTo>
                <a:moveTo>
                  <a:pt x="182270" y="316992"/>
                </a:moveTo>
                <a:lnTo>
                  <a:pt x="206870" y="292392"/>
                </a:lnTo>
                <a:moveTo>
                  <a:pt x="31534" y="194322"/>
                </a:moveTo>
                <a:lnTo>
                  <a:pt x="99225" y="184746"/>
                </a:lnTo>
                <a:moveTo>
                  <a:pt x="53987" y="139344"/>
                </a:moveTo>
                <a:lnTo>
                  <a:pt x="99225" y="184746"/>
                </a:lnTo>
                <a:moveTo>
                  <a:pt x="108966" y="117055"/>
                </a:moveTo>
                <a:lnTo>
                  <a:pt x="99225" y="184746"/>
                </a:lnTo>
                <a:moveTo>
                  <a:pt x="222885" y="127127"/>
                </a:moveTo>
                <a:lnTo>
                  <a:pt x="231635" y="110617"/>
                </a:lnTo>
                <a:cubicBezTo>
                  <a:pt x="233196" y="111674"/>
                  <a:pt x="234927" y="112455"/>
                  <a:pt x="236753" y="112928"/>
                </a:cubicBezTo>
                <a:cubicBezTo>
                  <a:pt x="243721" y="115232"/>
                  <a:pt x="251393" y="113460"/>
                  <a:pt x="256644" y="108333"/>
                </a:cubicBezTo>
                <a:cubicBezTo>
                  <a:pt x="261896" y="103206"/>
                  <a:pt x="263852" y="95580"/>
                  <a:pt x="261717" y="88558"/>
                </a:cubicBezTo>
                <a:cubicBezTo>
                  <a:pt x="259582" y="81536"/>
                  <a:pt x="253711" y="76290"/>
                  <a:pt x="246494" y="74955"/>
                </a:cubicBezTo>
                <a:cubicBezTo>
                  <a:pt x="246599" y="59918"/>
                  <a:pt x="236531" y="46709"/>
                  <a:pt x="222004" y="42825"/>
                </a:cubicBezTo>
                <a:cubicBezTo>
                  <a:pt x="207477" y="38940"/>
                  <a:pt x="192160" y="45362"/>
                  <a:pt x="184746" y="58445"/>
                </a:cubicBezTo>
                <a:cubicBezTo>
                  <a:pt x="174443" y="55299"/>
                  <a:pt x="163540" y="61102"/>
                  <a:pt x="160394" y="71405"/>
                </a:cubicBezTo>
                <a:cubicBezTo>
                  <a:pt x="157248" y="81709"/>
                  <a:pt x="163051" y="92612"/>
                  <a:pt x="173355" y="95758"/>
                </a:cubicBezTo>
                <a:cubicBezTo>
                  <a:pt x="175212" y="96078"/>
                  <a:pt x="177111" y="96078"/>
                  <a:pt x="178968" y="95758"/>
                </a:cubicBezTo>
                <a:lnTo>
                  <a:pt x="177977" y="114084"/>
                </a:lnTo>
                <a:close/>
                <a:moveTo>
                  <a:pt x="317322" y="208026"/>
                </a:moveTo>
                <a:lnTo>
                  <a:pt x="316331" y="189865"/>
                </a:lnTo>
                <a:cubicBezTo>
                  <a:pt x="318195" y="190094"/>
                  <a:pt x="320080" y="190094"/>
                  <a:pt x="321945" y="189865"/>
                </a:cubicBezTo>
                <a:cubicBezTo>
                  <a:pt x="328833" y="187998"/>
                  <a:pt x="334168" y="182542"/>
                  <a:pt x="335879" y="175613"/>
                </a:cubicBezTo>
                <a:cubicBezTo>
                  <a:pt x="337591" y="168684"/>
                  <a:pt x="335410" y="161372"/>
                  <a:pt x="330183" y="156512"/>
                </a:cubicBezTo>
                <a:cubicBezTo>
                  <a:pt x="324955" y="151653"/>
                  <a:pt x="317504" y="150010"/>
                  <a:pt x="310718" y="152222"/>
                </a:cubicBezTo>
                <a:cubicBezTo>
                  <a:pt x="303304" y="139139"/>
                  <a:pt x="287987" y="132717"/>
                  <a:pt x="273460" y="136601"/>
                </a:cubicBezTo>
                <a:cubicBezTo>
                  <a:pt x="258933" y="140486"/>
                  <a:pt x="248865" y="153695"/>
                  <a:pt x="248970" y="168732"/>
                </a:cubicBezTo>
                <a:cubicBezTo>
                  <a:pt x="241754" y="170067"/>
                  <a:pt x="235882" y="175313"/>
                  <a:pt x="233747" y="182335"/>
                </a:cubicBezTo>
                <a:cubicBezTo>
                  <a:pt x="231612" y="189356"/>
                  <a:pt x="233568" y="196983"/>
                  <a:pt x="238820" y="202110"/>
                </a:cubicBezTo>
                <a:cubicBezTo>
                  <a:pt x="244072" y="207236"/>
                  <a:pt x="251743" y="209009"/>
                  <a:pt x="258711" y="206705"/>
                </a:cubicBezTo>
                <a:cubicBezTo>
                  <a:pt x="260580" y="206208"/>
                  <a:pt x="262361" y="205428"/>
                  <a:pt x="263994" y="204393"/>
                </a:cubicBezTo>
                <a:lnTo>
                  <a:pt x="272580" y="220903"/>
                </a:lnTo>
                <a:close/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1" name="Rounded Rectangle 60"/>
          <p:cNvSpPr/>
          <p:nvPr/>
        </p:nvSpPr>
        <p:spPr>
          <a:xfrm>
            <a:off x="6392554" y="2058669"/>
            <a:ext cx="382371" cy="383857"/>
          </a:xfrm>
          <a:custGeom>
            <a:avLst/>
            <a:gdLst/>
            <a:ahLst/>
            <a:cxnLst/>
            <a:rect l="0" t="0" r="0" b="0"/>
            <a:pathLst>
              <a:path w="382371" h="383857">
                <a:moveTo>
                  <a:pt x="0" y="0"/>
                </a:moveTo>
                <a:moveTo>
                  <a:pt x="199110" y="167576"/>
                </a:moveTo>
                <a:cubicBezTo>
                  <a:pt x="242829" y="245305"/>
                  <a:pt x="284599" y="277665"/>
                  <a:pt x="357606" y="340931"/>
                </a:cubicBezTo>
                <a:cubicBezTo>
                  <a:pt x="369163" y="349186"/>
                  <a:pt x="369163" y="365696"/>
                  <a:pt x="360908" y="375602"/>
                </a:cubicBezTo>
                <a:cubicBezTo>
                  <a:pt x="355955" y="380555"/>
                  <a:pt x="349351" y="383857"/>
                  <a:pt x="342747" y="383857"/>
                </a:cubicBezTo>
                <a:cubicBezTo>
                  <a:pt x="336143" y="383857"/>
                  <a:pt x="331190" y="380555"/>
                  <a:pt x="326237" y="377253"/>
                </a:cubicBezTo>
                <a:lnTo>
                  <a:pt x="210667" y="276542"/>
                </a:lnTo>
                <a:cubicBezTo>
                  <a:pt x="209016" y="278193"/>
                  <a:pt x="205714" y="279844"/>
                  <a:pt x="202412" y="279844"/>
                </a:cubicBezTo>
                <a:lnTo>
                  <a:pt x="169392" y="286448"/>
                </a:lnTo>
                <a:cubicBezTo>
                  <a:pt x="167741" y="286448"/>
                  <a:pt x="166090" y="288099"/>
                  <a:pt x="164439" y="291401"/>
                </a:cubicBezTo>
                <a:cubicBezTo>
                  <a:pt x="162788" y="294703"/>
                  <a:pt x="164439" y="298005"/>
                  <a:pt x="166090" y="299656"/>
                </a:cubicBezTo>
                <a:lnTo>
                  <a:pt x="204063" y="340931"/>
                </a:lnTo>
                <a:cubicBezTo>
                  <a:pt x="212318" y="350837"/>
                  <a:pt x="212318" y="365696"/>
                  <a:pt x="202412" y="375602"/>
                </a:cubicBezTo>
                <a:cubicBezTo>
                  <a:pt x="197459" y="380555"/>
                  <a:pt x="192506" y="382206"/>
                  <a:pt x="185902" y="382206"/>
                </a:cubicBezTo>
                <a:cubicBezTo>
                  <a:pt x="179298" y="382206"/>
                  <a:pt x="172694" y="378904"/>
                  <a:pt x="167741" y="373951"/>
                </a:cubicBezTo>
                <a:lnTo>
                  <a:pt x="129768" y="332676"/>
                </a:lnTo>
                <a:cubicBezTo>
                  <a:pt x="116560" y="316166"/>
                  <a:pt x="111607" y="296354"/>
                  <a:pt x="118211" y="276542"/>
                </a:cubicBezTo>
                <a:cubicBezTo>
                  <a:pt x="124815" y="258381"/>
                  <a:pt x="139674" y="243522"/>
                  <a:pt x="159486" y="238569"/>
                </a:cubicBezTo>
                <a:lnTo>
                  <a:pt x="182600" y="233616"/>
                </a:lnTo>
                <a:lnTo>
                  <a:pt x="157835" y="189039"/>
                </a:lnTo>
                <a:lnTo>
                  <a:pt x="149580" y="193992"/>
                </a:lnTo>
                <a:cubicBezTo>
                  <a:pt x="136372" y="200596"/>
                  <a:pt x="123164" y="203898"/>
                  <a:pt x="108305" y="203898"/>
                </a:cubicBezTo>
                <a:cubicBezTo>
                  <a:pt x="81889" y="203898"/>
                  <a:pt x="55473" y="192341"/>
                  <a:pt x="37312" y="170878"/>
                </a:cubicBezTo>
                <a:lnTo>
                  <a:pt x="19151" y="147764"/>
                </a:lnTo>
                <a:cubicBezTo>
                  <a:pt x="10896" y="137858"/>
                  <a:pt x="12547" y="121348"/>
                  <a:pt x="22453" y="113093"/>
                </a:cubicBezTo>
                <a:cubicBezTo>
                  <a:pt x="32359" y="104838"/>
                  <a:pt x="48869" y="106489"/>
                  <a:pt x="57124" y="116395"/>
                </a:cubicBezTo>
                <a:lnTo>
                  <a:pt x="75285" y="139509"/>
                </a:lnTo>
                <a:cubicBezTo>
                  <a:pt x="88493" y="154368"/>
                  <a:pt x="109956" y="157670"/>
                  <a:pt x="126466" y="149415"/>
                </a:cubicBezTo>
                <a:lnTo>
                  <a:pt x="156184" y="132905"/>
                </a:lnTo>
                <a:lnTo>
                  <a:pt x="195808" y="113093"/>
                </a:lnTo>
                <a:moveTo>
                  <a:pt x="242036" y="111442"/>
                </a:moveTo>
                <a:cubicBezTo>
                  <a:pt x="242036" y="74969"/>
                  <a:pt x="271603" y="45402"/>
                  <a:pt x="308076" y="45402"/>
                </a:cubicBezTo>
                <a:cubicBezTo>
                  <a:pt x="344549" y="45402"/>
                  <a:pt x="374116" y="74969"/>
                  <a:pt x="374116" y="111442"/>
                </a:cubicBezTo>
                <a:cubicBezTo>
                  <a:pt x="374116" y="147915"/>
                  <a:pt x="344549" y="177482"/>
                  <a:pt x="308076" y="177482"/>
                </a:cubicBezTo>
                <a:cubicBezTo>
                  <a:pt x="271603" y="177482"/>
                  <a:pt x="242036" y="147915"/>
                  <a:pt x="242036" y="111442"/>
                </a:cubicBezTo>
                <a:close/>
                <a:moveTo>
                  <a:pt x="308076" y="111442"/>
                </a:moveTo>
                <a:lnTo>
                  <a:pt x="291566" y="94932"/>
                </a:lnTo>
                <a:moveTo>
                  <a:pt x="308076" y="45402"/>
                </a:moveTo>
                <a:lnTo>
                  <a:pt x="308076" y="12382"/>
                </a:lnTo>
                <a:moveTo>
                  <a:pt x="283311" y="12382"/>
                </a:moveTo>
                <a:lnTo>
                  <a:pt x="332841" y="12382"/>
                </a:lnTo>
                <a:moveTo>
                  <a:pt x="254353" y="73519"/>
                </a:moveTo>
                <a:lnTo>
                  <a:pt x="233781" y="53657"/>
                </a:lnTo>
                <a:moveTo>
                  <a:pt x="361932" y="73519"/>
                </a:moveTo>
                <a:lnTo>
                  <a:pt x="382371" y="53657"/>
                </a:lnTo>
                <a:moveTo>
                  <a:pt x="126466" y="112730"/>
                </a:moveTo>
                <a:cubicBezTo>
                  <a:pt x="99111" y="112730"/>
                  <a:pt x="76936" y="90554"/>
                  <a:pt x="76936" y="63200"/>
                </a:cubicBezTo>
                <a:cubicBezTo>
                  <a:pt x="76936" y="35845"/>
                  <a:pt x="99111" y="13670"/>
                  <a:pt x="126466" y="13670"/>
                </a:cubicBezTo>
                <a:cubicBezTo>
                  <a:pt x="153821" y="13670"/>
                  <a:pt x="175996" y="35845"/>
                  <a:pt x="175996" y="63200"/>
                </a:cubicBezTo>
                <a:cubicBezTo>
                  <a:pt x="175996" y="90554"/>
                  <a:pt x="153821" y="112730"/>
                  <a:pt x="126466" y="112730"/>
                </a:cubicBezTo>
                <a:close/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2" name="Rounded Rectangle 61"/>
          <p:cNvSpPr/>
          <p:nvPr/>
        </p:nvSpPr>
        <p:spPr>
          <a:xfrm>
            <a:off x="5228598" y="4087747"/>
            <a:ext cx="346710" cy="379730"/>
          </a:xfrm>
          <a:custGeom>
            <a:avLst/>
            <a:gdLst/>
            <a:ahLst/>
            <a:cxnLst/>
            <a:rect l="0" t="0" r="0" b="0"/>
            <a:pathLst>
              <a:path w="346710" h="379730">
                <a:moveTo>
                  <a:pt x="332082" y="374083"/>
                </a:moveTo>
                <a:cubicBezTo>
                  <a:pt x="330959" y="377453"/>
                  <a:pt x="327807" y="379727"/>
                  <a:pt x="324256" y="379730"/>
                </a:cubicBezTo>
                <a:lnTo>
                  <a:pt x="22453" y="379730"/>
                </a:lnTo>
                <a:cubicBezTo>
                  <a:pt x="18901" y="379727"/>
                  <a:pt x="15750" y="377453"/>
                  <a:pt x="14627" y="374083"/>
                </a:cubicBezTo>
                <a:lnTo>
                  <a:pt x="3615" y="341063"/>
                </a:lnTo>
                <a:cubicBezTo>
                  <a:pt x="2776" y="338544"/>
                  <a:pt x="3200" y="335775"/>
                  <a:pt x="4754" y="333623"/>
                </a:cubicBezTo>
                <a:cubicBezTo>
                  <a:pt x="6308" y="331470"/>
                  <a:pt x="8802" y="330196"/>
                  <a:pt x="11457" y="330200"/>
                </a:cubicBezTo>
                <a:lnTo>
                  <a:pt x="335251" y="330200"/>
                </a:lnTo>
                <a:cubicBezTo>
                  <a:pt x="337906" y="330196"/>
                  <a:pt x="340401" y="331470"/>
                  <a:pt x="341955" y="333623"/>
                </a:cubicBezTo>
                <a:cubicBezTo>
                  <a:pt x="343509" y="335775"/>
                  <a:pt x="343933" y="338544"/>
                  <a:pt x="343094" y="341063"/>
                </a:cubicBezTo>
                <a:close/>
                <a:moveTo>
                  <a:pt x="0" y="280670"/>
                </a:moveTo>
                <a:lnTo>
                  <a:pt x="165100" y="280670"/>
                </a:lnTo>
                <a:moveTo>
                  <a:pt x="82550" y="330200"/>
                </a:moveTo>
                <a:lnTo>
                  <a:pt x="82550" y="280670"/>
                </a:lnTo>
                <a:moveTo>
                  <a:pt x="264160" y="0"/>
                </a:moveTo>
                <a:cubicBezTo>
                  <a:pt x="309751" y="0"/>
                  <a:pt x="346710" y="36958"/>
                  <a:pt x="346710" y="82550"/>
                </a:cubicBezTo>
                <a:cubicBezTo>
                  <a:pt x="346710" y="128141"/>
                  <a:pt x="309751" y="165100"/>
                  <a:pt x="264160" y="165100"/>
                </a:cubicBezTo>
                <a:cubicBezTo>
                  <a:pt x="218568" y="165100"/>
                  <a:pt x="181610" y="128141"/>
                  <a:pt x="181610" y="82550"/>
                </a:cubicBezTo>
                <a:cubicBezTo>
                  <a:pt x="181610" y="36958"/>
                  <a:pt x="218568" y="0"/>
                  <a:pt x="264160" y="0"/>
                </a:cubicBezTo>
                <a:close/>
                <a:moveTo>
                  <a:pt x="345042" y="99060"/>
                </a:moveTo>
                <a:lnTo>
                  <a:pt x="183261" y="99060"/>
                </a:lnTo>
                <a:moveTo>
                  <a:pt x="272415" y="99060"/>
                </a:moveTo>
                <a:lnTo>
                  <a:pt x="231140" y="57785"/>
                </a:lnTo>
                <a:moveTo>
                  <a:pt x="231140" y="158215"/>
                </a:moveTo>
                <a:lnTo>
                  <a:pt x="231140" y="330200"/>
                </a:lnTo>
                <a:moveTo>
                  <a:pt x="297180" y="158215"/>
                </a:moveTo>
                <a:lnTo>
                  <a:pt x="297180" y="330200"/>
                </a:lnTo>
                <a:moveTo>
                  <a:pt x="24765" y="239395"/>
                </a:moveTo>
                <a:cubicBezTo>
                  <a:pt x="15337" y="224293"/>
                  <a:pt x="9953" y="207021"/>
                  <a:pt x="9130" y="189237"/>
                </a:cubicBezTo>
                <a:cubicBezTo>
                  <a:pt x="9130" y="159437"/>
                  <a:pt x="28562" y="134490"/>
                  <a:pt x="51890" y="134490"/>
                </a:cubicBezTo>
                <a:cubicBezTo>
                  <a:pt x="75219" y="134490"/>
                  <a:pt x="75186" y="144545"/>
                  <a:pt x="82995" y="144545"/>
                </a:cubicBezTo>
                <a:cubicBezTo>
                  <a:pt x="90805" y="144545"/>
                  <a:pt x="90755" y="134490"/>
                  <a:pt x="114084" y="134490"/>
                </a:cubicBezTo>
                <a:cubicBezTo>
                  <a:pt x="137412" y="134490"/>
                  <a:pt x="156845" y="159519"/>
                  <a:pt x="156845" y="189237"/>
                </a:cubicBezTo>
                <a:cubicBezTo>
                  <a:pt x="156038" y="206854"/>
                  <a:pt x="150754" y="223975"/>
                  <a:pt x="141490" y="238982"/>
                </a:cubicBezTo>
                <a:moveTo>
                  <a:pt x="82550" y="144528"/>
                </a:moveTo>
                <a:lnTo>
                  <a:pt x="82550" y="134490"/>
                </a:lnTo>
                <a:cubicBezTo>
                  <a:pt x="80797" y="122140"/>
                  <a:pt x="84166" y="109609"/>
                  <a:pt x="91875" y="99802"/>
                </a:cubicBezTo>
                <a:cubicBezTo>
                  <a:pt x="99584" y="89996"/>
                  <a:pt x="110964" y="83763"/>
                  <a:pt x="123379" y="82550"/>
                </a:cubicBez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3" name="Rounded Rectangle 62"/>
          <p:cNvSpPr/>
          <p:nvPr/>
        </p:nvSpPr>
        <p:spPr>
          <a:xfrm>
            <a:off x="5212088" y="1472583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181610" y="280670"/>
                </a:moveTo>
                <a:cubicBezTo>
                  <a:pt x="181610" y="225960"/>
                  <a:pt x="225960" y="181610"/>
                  <a:pt x="280670" y="181610"/>
                </a:cubicBezTo>
                <a:cubicBezTo>
                  <a:pt x="335379" y="181610"/>
                  <a:pt x="379730" y="225960"/>
                  <a:pt x="379730" y="280670"/>
                </a:cubicBezTo>
                <a:cubicBezTo>
                  <a:pt x="379730" y="335379"/>
                  <a:pt x="335379" y="379730"/>
                  <a:pt x="280670" y="379730"/>
                </a:cubicBezTo>
                <a:cubicBezTo>
                  <a:pt x="225960" y="379730"/>
                  <a:pt x="181610" y="335379"/>
                  <a:pt x="181610" y="280670"/>
                </a:cubicBezTo>
                <a:close/>
                <a:moveTo>
                  <a:pt x="233418" y="292375"/>
                </a:moveTo>
                <a:lnTo>
                  <a:pt x="258183" y="317140"/>
                </a:lnTo>
                <a:cubicBezTo>
                  <a:pt x="260723" y="319678"/>
                  <a:pt x="264239" y="320989"/>
                  <a:pt x="267820" y="320736"/>
                </a:cubicBezTo>
                <a:cubicBezTo>
                  <a:pt x="271402" y="320483"/>
                  <a:pt x="274698" y="318689"/>
                  <a:pt x="276856" y="315819"/>
                </a:cubicBezTo>
                <a:lnTo>
                  <a:pt x="324817" y="251860"/>
                </a:lnTo>
                <a:moveTo>
                  <a:pt x="148590" y="297163"/>
                </a:moveTo>
                <a:lnTo>
                  <a:pt x="16510" y="297163"/>
                </a:lnTo>
                <a:cubicBezTo>
                  <a:pt x="7391" y="297163"/>
                  <a:pt x="0" y="289771"/>
                  <a:pt x="0" y="280653"/>
                </a:cubicBezTo>
                <a:lnTo>
                  <a:pt x="0" y="49513"/>
                </a:lnTo>
                <a:cubicBezTo>
                  <a:pt x="0" y="40395"/>
                  <a:pt x="7391" y="33003"/>
                  <a:pt x="16510" y="33003"/>
                </a:cubicBezTo>
                <a:lnTo>
                  <a:pt x="313690" y="33003"/>
                </a:lnTo>
                <a:cubicBezTo>
                  <a:pt x="322808" y="33003"/>
                  <a:pt x="330200" y="40395"/>
                  <a:pt x="330200" y="49513"/>
                </a:cubicBezTo>
                <a:lnTo>
                  <a:pt x="330200" y="156828"/>
                </a:lnTo>
                <a:moveTo>
                  <a:pt x="82550" y="82550"/>
                </a:moveTo>
                <a:lnTo>
                  <a:pt x="82550" y="0"/>
                </a:lnTo>
                <a:moveTo>
                  <a:pt x="247650" y="82550"/>
                </a:moveTo>
                <a:lnTo>
                  <a:pt x="247650" y="0"/>
                </a:lnTo>
                <a:moveTo>
                  <a:pt x="0" y="115570"/>
                </a:moveTo>
                <a:lnTo>
                  <a:pt x="330200" y="115570"/>
                </a:ln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4" name="Rounded Rectangle 63"/>
          <p:cNvSpPr/>
          <p:nvPr/>
        </p:nvSpPr>
        <p:spPr>
          <a:xfrm>
            <a:off x="6400808" y="4721731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222885" y="330200"/>
                </a:moveTo>
                <a:lnTo>
                  <a:pt x="16510" y="330200"/>
                </a:lnTo>
                <a:cubicBezTo>
                  <a:pt x="7391" y="330200"/>
                  <a:pt x="0" y="322808"/>
                  <a:pt x="0" y="313690"/>
                </a:cubicBezTo>
                <a:lnTo>
                  <a:pt x="0" y="16510"/>
                </a:lnTo>
                <a:cubicBezTo>
                  <a:pt x="0" y="7391"/>
                  <a:pt x="7391" y="0"/>
                  <a:pt x="16510" y="0"/>
                </a:cubicBezTo>
                <a:lnTo>
                  <a:pt x="247650" y="0"/>
                </a:lnTo>
                <a:cubicBezTo>
                  <a:pt x="256768" y="0"/>
                  <a:pt x="264160" y="7391"/>
                  <a:pt x="264160" y="16510"/>
                </a:cubicBezTo>
                <a:lnTo>
                  <a:pt x="264160" y="115570"/>
                </a:lnTo>
                <a:moveTo>
                  <a:pt x="198120" y="49530"/>
                </a:moveTo>
                <a:lnTo>
                  <a:pt x="99060" y="49530"/>
                </a:lnTo>
                <a:moveTo>
                  <a:pt x="198120" y="99060"/>
                </a:moveTo>
                <a:lnTo>
                  <a:pt x="99060" y="99060"/>
                </a:lnTo>
                <a:moveTo>
                  <a:pt x="140335" y="148590"/>
                </a:moveTo>
                <a:lnTo>
                  <a:pt x="99060" y="148590"/>
                </a:lnTo>
                <a:moveTo>
                  <a:pt x="49530" y="45402"/>
                </a:moveTo>
                <a:cubicBezTo>
                  <a:pt x="47250" y="45402"/>
                  <a:pt x="45402" y="47250"/>
                  <a:pt x="45402" y="49530"/>
                </a:cubicBezTo>
                <a:cubicBezTo>
                  <a:pt x="45402" y="51809"/>
                  <a:pt x="47250" y="53657"/>
                  <a:pt x="49530" y="53657"/>
                </a:cubicBezTo>
                <a:cubicBezTo>
                  <a:pt x="51809" y="53657"/>
                  <a:pt x="53657" y="51809"/>
                  <a:pt x="53657" y="49530"/>
                </a:cubicBezTo>
                <a:cubicBezTo>
                  <a:pt x="53657" y="47250"/>
                  <a:pt x="51809" y="45402"/>
                  <a:pt x="49530" y="45402"/>
                </a:cubicBezTo>
                <a:moveTo>
                  <a:pt x="49530" y="94932"/>
                </a:moveTo>
                <a:cubicBezTo>
                  <a:pt x="47250" y="94932"/>
                  <a:pt x="45402" y="96780"/>
                  <a:pt x="45402" y="99060"/>
                </a:cubicBezTo>
                <a:cubicBezTo>
                  <a:pt x="45402" y="101339"/>
                  <a:pt x="47250" y="103187"/>
                  <a:pt x="49530" y="103187"/>
                </a:cubicBezTo>
                <a:cubicBezTo>
                  <a:pt x="51809" y="103187"/>
                  <a:pt x="53657" y="101339"/>
                  <a:pt x="53657" y="99060"/>
                </a:cubicBezTo>
                <a:cubicBezTo>
                  <a:pt x="53657" y="96780"/>
                  <a:pt x="51809" y="94932"/>
                  <a:pt x="49530" y="94932"/>
                </a:cubicBezTo>
                <a:moveTo>
                  <a:pt x="49530" y="144462"/>
                </a:moveTo>
                <a:cubicBezTo>
                  <a:pt x="47250" y="144462"/>
                  <a:pt x="45402" y="146310"/>
                  <a:pt x="45402" y="148590"/>
                </a:cubicBezTo>
                <a:cubicBezTo>
                  <a:pt x="45402" y="150869"/>
                  <a:pt x="47250" y="152717"/>
                  <a:pt x="49530" y="152717"/>
                </a:cubicBezTo>
                <a:cubicBezTo>
                  <a:pt x="51809" y="152717"/>
                  <a:pt x="53657" y="150869"/>
                  <a:pt x="53657" y="148590"/>
                </a:cubicBezTo>
                <a:cubicBezTo>
                  <a:pt x="53657" y="146310"/>
                  <a:pt x="51809" y="144462"/>
                  <a:pt x="49530" y="144462"/>
                </a:cubicBezTo>
                <a:moveTo>
                  <a:pt x="279349" y="159651"/>
                </a:moveTo>
                <a:cubicBezTo>
                  <a:pt x="279349" y="159651"/>
                  <a:pt x="269443" y="143141"/>
                  <a:pt x="236258" y="152057"/>
                </a:cubicBezTo>
                <a:cubicBezTo>
                  <a:pt x="188544" y="163944"/>
                  <a:pt x="176822" y="216941"/>
                  <a:pt x="175831" y="223050"/>
                </a:cubicBezTo>
                <a:moveTo>
                  <a:pt x="150075" y="238899"/>
                </a:moveTo>
                <a:lnTo>
                  <a:pt x="120688" y="285953"/>
                </a:lnTo>
                <a:lnTo>
                  <a:pt x="175831" y="281165"/>
                </a:lnTo>
                <a:moveTo>
                  <a:pt x="243027" y="239395"/>
                </a:moveTo>
                <a:lnTo>
                  <a:pt x="330695" y="185737"/>
                </a:lnTo>
                <a:cubicBezTo>
                  <a:pt x="339807" y="177839"/>
                  <a:pt x="341907" y="164526"/>
                  <a:pt x="335667" y="154207"/>
                </a:cubicBezTo>
                <a:cubicBezTo>
                  <a:pt x="329427" y="143888"/>
                  <a:pt x="316661" y="139564"/>
                  <a:pt x="305435" y="143967"/>
                </a:cubicBezTo>
                <a:lnTo>
                  <a:pt x="150075" y="239395"/>
                </a:lnTo>
                <a:lnTo>
                  <a:pt x="175831" y="281660"/>
                </a:lnTo>
                <a:lnTo>
                  <a:pt x="206375" y="262674"/>
                </a:lnTo>
                <a:moveTo>
                  <a:pt x="305435" y="379730"/>
                </a:moveTo>
                <a:lnTo>
                  <a:pt x="300647" y="329044"/>
                </a:lnTo>
                <a:lnTo>
                  <a:pt x="299161" y="329044"/>
                </a:lnTo>
                <a:cubicBezTo>
                  <a:pt x="277159" y="324336"/>
                  <a:pt x="260269" y="306660"/>
                  <a:pt x="256565" y="284467"/>
                </a:cubicBezTo>
                <a:lnTo>
                  <a:pt x="216941" y="271424"/>
                </a:lnTo>
                <a:cubicBezTo>
                  <a:pt x="210087" y="269873"/>
                  <a:pt x="204668" y="264634"/>
                  <a:pt x="202887" y="257837"/>
                </a:cubicBezTo>
                <a:cubicBezTo>
                  <a:pt x="201106" y="251040"/>
                  <a:pt x="203260" y="243816"/>
                  <a:pt x="208473" y="239104"/>
                </a:cubicBezTo>
                <a:cubicBezTo>
                  <a:pt x="213685" y="234392"/>
                  <a:pt x="221089" y="232976"/>
                  <a:pt x="227672" y="235432"/>
                </a:cubicBezTo>
                <a:lnTo>
                  <a:pt x="290575" y="254088"/>
                </a:lnTo>
                <a:moveTo>
                  <a:pt x="314680" y="196138"/>
                </a:moveTo>
                <a:cubicBezTo>
                  <a:pt x="361073" y="234607"/>
                  <a:pt x="379730" y="379730"/>
                  <a:pt x="379730" y="379730"/>
                </a:cubicBez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5" name="TextBox 64"/>
          <p:cNvSpPr txBox="1"/>
          <p:nvPr/>
        </p:nvSpPr>
        <p:spPr>
          <a:xfrm>
            <a:off x="4035339" y="593713"/>
            <a:ext cx="4966266" cy="5081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dirty="0">
                <a:solidFill>
                  <a:srgbClr val="F669BE"/>
                </a:solidFill>
                <a:latin typeface="Roboto"/>
              </a:rPr>
              <a:t>Personal Fitness Journey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66088" y="1913480"/>
            <a:ext cx="1069848" cy="553876"/>
            <a:chOff x="2377439" y="1241648"/>
            <a:chExt cx="1069848" cy="553876"/>
          </a:xfrm>
        </p:grpSpPr>
        <p:sp>
          <p:nvSpPr>
            <p:cNvPr id="2" name="Rounded Rectangle 1"/>
            <p:cNvSpPr/>
            <p:nvPr/>
          </p:nvSpPr>
          <p:spPr>
            <a:xfrm>
              <a:off x="2377439" y="1241648"/>
              <a:ext cx="1069848" cy="553876"/>
            </a:xfrm>
            <a:custGeom>
              <a:avLst/>
              <a:gdLst/>
              <a:ahLst/>
              <a:cxnLst/>
              <a:rect l="0" t="0" r="0" b="0"/>
              <a:pathLst>
                <a:path w="1069848" h="553876">
                  <a:moveTo>
                    <a:pt x="35454" y="242004"/>
                  </a:moveTo>
                  <a:cubicBezTo>
                    <a:pt x="11817" y="232959"/>
                    <a:pt x="0" y="221103"/>
                    <a:pt x="0" y="209247"/>
                  </a:cubicBezTo>
                  <a:cubicBezTo>
                    <a:pt x="0" y="197390"/>
                    <a:pt x="11817" y="185534"/>
                    <a:pt x="35454" y="176489"/>
                  </a:cubicBezTo>
                  <a:lnTo>
                    <a:pt x="449330" y="18091"/>
                  </a:lnTo>
                  <a:cubicBezTo>
                    <a:pt x="496602" y="0"/>
                    <a:pt x="573245" y="0"/>
                    <a:pt x="620517" y="18091"/>
                  </a:cubicBezTo>
                  <a:lnTo>
                    <a:pt x="1034393" y="176489"/>
                  </a:lnTo>
                  <a:cubicBezTo>
                    <a:pt x="1058001" y="185523"/>
                    <a:pt x="1069818" y="197361"/>
                    <a:pt x="1069848" y="209202"/>
                  </a:cubicBezTo>
                  <a:cubicBezTo>
                    <a:pt x="1069848" y="209232"/>
                    <a:pt x="1069848" y="209261"/>
                    <a:pt x="1069848" y="209291"/>
                  </a:cubicBezTo>
                  <a:cubicBezTo>
                    <a:pt x="1069818" y="221132"/>
                    <a:pt x="1058001" y="232970"/>
                    <a:pt x="1034393" y="242004"/>
                  </a:cubicBezTo>
                  <a:lnTo>
                    <a:pt x="985471" y="260728"/>
                  </a:lnTo>
                  <a:lnTo>
                    <a:pt x="703326" y="368709"/>
                  </a:lnTo>
                  <a:lnTo>
                    <a:pt x="620517" y="400402"/>
                  </a:lnTo>
                  <a:cubicBezTo>
                    <a:pt x="573245" y="418494"/>
                    <a:pt x="496602" y="418494"/>
                    <a:pt x="449330" y="400402"/>
                  </a:cubicBezTo>
                  <a:close/>
                  <a:moveTo>
                    <a:pt x="620517" y="400402"/>
                  </a:moveTo>
                  <a:lnTo>
                    <a:pt x="703326" y="368709"/>
                  </a:lnTo>
                  <a:lnTo>
                    <a:pt x="703326" y="504091"/>
                  </a:lnTo>
                  <a:lnTo>
                    <a:pt x="620517" y="535784"/>
                  </a:lnTo>
                  <a:cubicBezTo>
                    <a:pt x="573245" y="553876"/>
                    <a:pt x="496602" y="553876"/>
                    <a:pt x="449330" y="535784"/>
                  </a:cubicBezTo>
                  <a:lnTo>
                    <a:pt x="35454" y="377386"/>
                  </a:lnTo>
                  <a:cubicBezTo>
                    <a:pt x="11817" y="368341"/>
                    <a:pt x="0" y="356485"/>
                    <a:pt x="0" y="344629"/>
                  </a:cubicBezTo>
                  <a:lnTo>
                    <a:pt x="0" y="209247"/>
                  </a:lnTo>
                  <a:cubicBezTo>
                    <a:pt x="0" y="221103"/>
                    <a:pt x="11817" y="232959"/>
                    <a:pt x="35454" y="242004"/>
                  </a:cubicBezTo>
                  <a:lnTo>
                    <a:pt x="449330" y="400402"/>
                  </a:lnTo>
                  <a:cubicBezTo>
                    <a:pt x="496602" y="418494"/>
                    <a:pt x="573245" y="418494"/>
                    <a:pt x="620517" y="400402"/>
                  </a:cubicBezTo>
                  <a:close/>
                  <a:moveTo>
                    <a:pt x="1069848" y="302934"/>
                  </a:moveTo>
                  <a:lnTo>
                    <a:pt x="985471" y="260728"/>
                  </a:lnTo>
                  <a:lnTo>
                    <a:pt x="1034393" y="242004"/>
                  </a:lnTo>
                  <a:cubicBezTo>
                    <a:pt x="1058001" y="232970"/>
                    <a:pt x="1069818" y="221132"/>
                    <a:pt x="1069848" y="209291"/>
                  </a:cubicBezTo>
                  <a:close/>
                  <a:moveTo>
                    <a:pt x="1069848" y="209291"/>
                  </a:moveTo>
                  <a:lnTo>
                    <a:pt x="1069848" y="209202"/>
                  </a:ln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377439" y="1241648"/>
              <a:ext cx="1069848" cy="553876"/>
            </a:xfrm>
            <a:custGeom>
              <a:avLst/>
              <a:gdLst/>
              <a:ahLst/>
              <a:cxnLst/>
              <a:rect l="0" t="0" r="0" b="0"/>
              <a:pathLst>
                <a:path w="1069848" h="553876">
                  <a:moveTo>
                    <a:pt x="35454" y="242004"/>
                  </a:moveTo>
                  <a:cubicBezTo>
                    <a:pt x="11817" y="232959"/>
                    <a:pt x="0" y="221103"/>
                    <a:pt x="0" y="209247"/>
                  </a:cubicBezTo>
                  <a:cubicBezTo>
                    <a:pt x="0" y="197390"/>
                    <a:pt x="11817" y="185534"/>
                    <a:pt x="35454" y="176489"/>
                  </a:cubicBezTo>
                  <a:lnTo>
                    <a:pt x="449330" y="18091"/>
                  </a:lnTo>
                  <a:cubicBezTo>
                    <a:pt x="496602" y="0"/>
                    <a:pt x="573245" y="0"/>
                    <a:pt x="620517" y="18091"/>
                  </a:cubicBezTo>
                  <a:lnTo>
                    <a:pt x="1034393" y="176489"/>
                  </a:lnTo>
                  <a:cubicBezTo>
                    <a:pt x="1058001" y="185523"/>
                    <a:pt x="1069818" y="197361"/>
                    <a:pt x="1069848" y="209202"/>
                  </a:cubicBezTo>
                  <a:cubicBezTo>
                    <a:pt x="1069848" y="209232"/>
                    <a:pt x="1069848" y="209261"/>
                    <a:pt x="1069848" y="209291"/>
                  </a:cubicBezTo>
                  <a:cubicBezTo>
                    <a:pt x="1069818" y="221132"/>
                    <a:pt x="1058001" y="232970"/>
                    <a:pt x="1034393" y="242004"/>
                  </a:cubicBezTo>
                  <a:lnTo>
                    <a:pt x="985471" y="260728"/>
                  </a:lnTo>
                  <a:lnTo>
                    <a:pt x="703326" y="368709"/>
                  </a:lnTo>
                  <a:lnTo>
                    <a:pt x="620517" y="400402"/>
                  </a:lnTo>
                  <a:cubicBezTo>
                    <a:pt x="573245" y="418494"/>
                    <a:pt x="496602" y="418494"/>
                    <a:pt x="449330" y="400402"/>
                  </a:cubicBezTo>
                  <a:close/>
                  <a:moveTo>
                    <a:pt x="620517" y="400402"/>
                  </a:moveTo>
                  <a:lnTo>
                    <a:pt x="703326" y="368709"/>
                  </a:lnTo>
                  <a:lnTo>
                    <a:pt x="703326" y="504091"/>
                  </a:lnTo>
                  <a:lnTo>
                    <a:pt x="620517" y="535784"/>
                  </a:lnTo>
                  <a:cubicBezTo>
                    <a:pt x="573245" y="553876"/>
                    <a:pt x="496602" y="553876"/>
                    <a:pt x="449330" y="535784"/>
                  </a:cubicBezTo>
                  <a:lnTo>
                    <a:pt x="35454" y="377386"/>
                  </a:lnTo>
                  <a:cubicBezTo>
                    <a:pt x="11817" y="368341"/>
                    <a:pt x="0" y="356485"/>
                    <a:pt x="0" y="344629"/>
                  </a:cubicBezTo>
                  <a:lnTo>
                    <a:pt x="0" y="209247"/>
                  </a:lnTo>
                  <a:cubicBezTo>
                    <a:pt x="0" y="221103"/>
                    <a:pt x="11817" y="232959"/>
                    <a:pt x="35454" y="242004"/>
                  </a:cubicBezTo>
                  <a:lnTo>
                    <a:pt x="449330" y="400402"/>
                  </a:lnTo>
                  <a:cubicBezTo>
                    <a:pt x="496602" y="418494"/>
                    <a:pt x="573245" y="418494"/>
                    <a:pt x="620517" y="400402"/>
                  </a:cubicBezTo>
                  <a:close/>
                  <a:moveTo>
                    <a:pt x="1069848" y="302934"/>
                  </a:moveTo>
                  <a:lnTo>
                    <a:pt x="985471" y="260728"/>
                  </a:lnTo>
                  <a:lnTo>
                    <a:pt x="1034393" y="242004"/>
                  </a:lnTo>
                  <a:cubicBezTo>
                    <a:pt x="1058001" y="232970"/>
                    <a:pt x="1069818" y="221132"/>
                    <a:pt x="1069848" y="209291"/>
                  </a:cubicBezTo>
                  <a:close/>
                  <a:moveTo>
                    <a:pt x="1069848" y="209291"/>
                  </a:moveTo>
                  <a:lnTo>
                    <a:pt x="1069848" y="209202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669028" y="2174252"/>
            <a:ext cx="1436756" cy="948881"/>
            <a:chOff x="3080379" y="1502419"/>
            <a:chExt cx="1436756" cy="948881"/>
          </a:xfrm>
        </p:grpSpPr>
        <p:sp>
          <p:nvSpPr>
            <p:cNvPr id="5" name="Rounded Rectangle 4"/>
            <p:cNvSpPr/>
            <p:nvPr/>
          </p:nvSpPr>
          <p:spPr>
            <a:xfrm>
              <a:off x="3080379" y="1502419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080379" y="1502419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69003" y="2831337"/>
            <a:ext cx="1436756" cy="948881"/>
            <a:chOff x="2380354" y="2159504"/>
            <a:chExt cx="1436756" cy="948881"/>
          </a:xfrm>
        </p:grpSpPr>
        <p:sp>
          <p:nvSpPr>
            <p:cNvPr id="8" name="Rounded Rectangle 7"/>
            <p:cNvSpPr/>
            <p:nvPr/>
          </p:nvSpPr>
          <p:spPr>
            <a:xfrm>
              <a:off x="2380354" y="2159504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97"/>
                  </a:moveTo>
                  <a:lnTo>
                    <a:pt x="0" y="604209"/>
                  </a:lnTo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80354" y="2159504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97"/>
                  </a:moveTo>
                  <a:lnTo>
                    <a:pt x="0" y="604209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669028" y="3488448"/>
            <a:ext cx="1436756" cy="948881"/>
            <a:chOff x="3080379" y="2816615"/>
            <a:chExt cx="1436756" cy="948881"/>
          </a:xfrm>
        </p:grpSpPr>
        <p:sp>
          <p:nvSpPr>
            <p:cNvPr id="11" name="Rounded Rectangle 10"/>
            <p:cNvSpPr/>
            <p:nvPr/>
          </p:nvSpPr>
          <p:spPr>
            <a:xfrm>
              <a:off x="3080379" y="2816615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80379" y="2816615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969004" y="4145533"/>
            <a:ext cx="1436756" cy="948881"/>
            <a:chOff x="2380355" y="3473700"/>
            <a:chExt cx="1436756" cy="948881"/>
          </a:xfrm>
        </p:grpSpPr>
        <p:sp>
          <p:nvSpPr>
            <p:cNvPr id="14" name="Rounded Rectangle 13"/>
            <p:cNvSpPr/>
            <p:nvPr/>
          </p:nvSpPr>
          <p:spPr>
            <a:xfrm>
              <a:off x="2380355" y="3473700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09"/>
                  </a:moveTo>
                  <a:lnTo>
                    <a:pt x="0" y="604297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380355" y="3473700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09"/>
                  </a:moveTo>
                  <a:lnTo>
                    <a:pt x="0" y="604297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667570" y="4802644"/>
            <a:ext cx="1436756" cy="948881"/>
            <a:chOff x="3078921" y="4130811"/>
            <a:chExt cx="1436756" cy="948881"/>
          </a:xfrm>
        </p:grpSpPr>
        <p:sp>
          <p:nvSpPr>
            <p:cNvPr id="17" name="Rounded Rectangle 16"/>
            <p:cNvSpPr/>
            <p:nvPr/>
          </p:nvSpPr>
          <p:spPr>
            <a:xfrm>
              <a:off x="3078921" y="4130811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402363" y="772393"/>
                  </a:lnTo>
                  <a:cubicBezTo>
                    <a:pt x="378726" y="763347"/>
                    <a:pt x="366908" y="751490"/>
                    <a:pt x="366908" y="739634"/>
                  </a:cubicBez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1436756" y="604209"/>
                  </a:moveTo>
                  <a:lnTo>
                    <a:pt x="1436756" y="604297"/>
                  </a:ln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402363" y="637011"/>
                  </a:ln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97"/>
                  </a:moveTo>
                  <a:cubicBezTo>
                    <a:pt x="1436756" y="604267"/>
                    <a:pt x="1436756" y="604238"/>
                    <a:pt x="1436756" y="604209"/>
                  </a:cubicBez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78921" y="4130811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402363" y="772393"/>
                  </a:lnTo>
                  <a:cubicBezTo>
                    <a:pt x="378726" y="763347"/>
                    <a:pt x="366908" y="751490"/>
                    <a:pt x="366908" y="739634"/>
                  </a:cubicBez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1436756" y="604209"/>
                  </a:moveTo>
                  <a:lnTo>
                    <a:pt x="1436756" y="604297"/>
                  </a:ln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402363" y="637011"/>
                  </a:ln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97"/>
                  </a:moveTo>
                  <a:cubicBezTo>
                    <a:pt x="1436756" y="604267"/>
                    <a:pt x="1436756" y="604238"/>
                    <a:pt x="1436756" y="604209"/>
                  </a:cubicBez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67" name="Rounded Rectangle 63">
            <a:extLst>
              <a:ext uri="{FF2B5EF4-FFF2-40B4-BE49-F238E27FC236}">
                <a16:creationId xmlns:a16="http://schemas.microsoft.com/office/drawing/2014/main" id="{7311C30F-6F1D-5B1E-CB99-0357DC63B32A}"/>
              </a:ext>
            </a:extLst>
          </p:cNvPr>
          <p:cNvSpPr/>
          <p:nvPr/>
        </p:nvSpPr>
        <p:spPr>
          <a:xfrm>
            <a:off x="3611872" y="580595"/>
            <a:ext cx="497488" cy="508113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222885" y="330200"/>
                </a:moveTo>
                <a:lnTo>
                  <a:pt x="16510" y="330200"/>
                </a:lnTo>
                <a:cubicBezTo>
                  <a:pt x="7391" y="330200"/>
                  <a:pt x="0" y="322808"/>
                  <a:pt x="0" y="313690"/>
                </a:cubicBezTo>
                <a:lnTo>
                  <a:pt x="0" y="16510"/>
                </a:lnTo>
                <a:cubicBezTo>
                  <a:pt x="0" y="7391"/>
                  <a:pt x="7391" y="0"/>
                  <a:pt x="16510" y="0"/>
                </a:cubicBezTo>
                <a:lnTo>
                  <a:pt x="247650" y="0"/>
                </a:lnTo>
                <a:cubicBezTo>
                  <a:pt x="256768" y="0"/>
                  <a:pt x="264160" y="7391"/>
                  <a:pt x="264160" y="16510"/>
                </a:cubicBezTo>
                <a:lnTo>
                  <a:pt x="264160" y="115570"/>
                </a:lnTo>
                <a:moveTo>
                  <a:pt x="198120" y="49530"/>
                </a:moveTo>
                <a:lnTo>
                  <a:pt x="99060" y="49530"/>
                </a:lnTo>
                <a:moveTo>
                  <a:pt x="198120" y="99060"/>
                </a:moveTo>
                <a:lnTo>
                  <a:pt x="99060" y="99060"/>
                </a:lnTo>
                <a:moveTo>
                  <a:pt x="140335" y="148590"/>
                </a:moveTo>
                <a:lnTo>
                  <a:pt x="99060" y="148590"/>
                </a:lnTo>
                <a:moveTo>
                  <a:pt x="49530" y="45402"/>
                </a:moveTo>
                <a:cubicBezTo>
                  <a:pt x="47250" y="45402"/>
                  <a:pt x="45402" y="47250"/>
                  <a:pt x="45402" y="49530"/>
                </a:cubicBezTo>
                <a:cubicBezTo>
                  <a:pt x="45402" y="51809"/>
                  <a:pt x="47250" y="53657"/>
                  <a:pt x="49530" y="53657"/>
                </a:cubicBezTo>
                <a:cubicBezTo>
                  <a:pt x="51809" y="53657"/>
                  <a:pt x="53657" y="51809"/>
                  <a:pt x="53657" y="49530"/>
                </a:cubicBezTo>
                <a:cubicBezTo>
                  <a:pt x="53657" y="47250"/>
                  <a:pt x="51809" y="45402"/>
                  <a:pt x="49530" y="45402"/>
                </a:cubicBezTo>
                <a:moveTo>
                  <a:pt x="49530" y="94932"/>
                </a:moveTo>
                <a:cubicBezTo>
                  <a:pt x="47250" y="94932"/>
                  <a:pt x="45402" y="96780"/>
                  <a:pt x="45402" y="99060"/>
                </a:cubicBezTo>
                <a:cubicBezTo>
                  <a:pt x="45402" y="101339"/>
                  <a:pt x="47250" y="103187"/>
                  <a:pt x="49530" y="103187"/>
                </a:cubicBezTo>
                <a:cubicBezTo>
                  <a:pt x="51809" y="103187"/>
                  <a:pt x="53657" y="101339"/>
                  <a:pt x="53657" y="99060"/>
                </a:cubicBezTo>
                <a:cubicBezTo>
                  <a:pt x="53657" y="96780"/>
                  <a:pt x="51809" y="94932"/>
                  <a:pt x="49530" y="94932"/>
                </a:cubicBezTo>
                <a:moveTo>
                  <a:pt x="49530" y="144462"/>
                </a:moveTo>
                <a:cubicBezTo>
                  <a:pt x="47250" y="144462"/>
                  <a:pt x="45402" y="146310"/>
                  <a:pt x="45402" y="148590"/>
                </a:cubicBezTo>
                <a:cubicBezTo>
                  <a:pt x="45402" y="150869"/>
                  <a:pt x="47250" y="152717"/>
                  <a:pt x="49530" y="152717"/>
                </a:cubicBezTo>
                <a:cubicBezTo>
                  <a:pt x="51809" y="152717"/>
                  <a:pt x="53657" y="150869"/>
                  <a:pt x="53657" y="148590"/>
                </a:cubicBezTo>
                <a:cubicBezTo>
                  <a:pt x="53657" y="146310"/>
                  <a:pt x="51809" y="144462"/>
                  <a:pt x="49530" y="144462"/>
                </a:cubicBezTo>
                <a:moveTo>
                  <a:pt x="279349" y="159651"/>
                </a:moveTo>
                <a:cubicBezTo>
                  <a:pt x="279349" y="159651"/>
                  <a:pt x="269443" y="143141"/>
                  <a:pt x="236258" y="152057"/>
                </a:cubicBezTo>
                <a:cubicBezTo>
                  <a:pt x="188544" y="163944"/>
                  <a:pt x="176822" y="216941"/>
                  <a:pt x="175831" y="223050"/>
                </a:cubicBezTo>
                <a:moveTo>
                  <a:pt x="150075" y="238899"/>
                </a:moveTo>
                <a:lnTo>
                  <a:pt x="120688" y="285953"/>
                </a:lnTo>
                <a:lnTo>
                  <a:pt x="175831" y="281165"/>
                </a:lnTo>
                <a:moveTo>
                  <a:pt x="243027" y="239395"/>
                </a:moveTo>
                <a:lnTo>
                  <a:pt x="330695" y="185737"/>
                </a:lnTo>
                <a:cubicBezTo>
                  <a:pt x="339807" y="177839"/>
                  <a:pt x="341907" y="164526"/>
                  <a:pt x="335667" y="154207"/>
                </a:cubicBezTo>
                <a:cubicBezTo>
                  <a:pt x="329427" y="143888"/>
                  <a:pt x="316661" y="139564"/>
                  <a:pt x="305435" y="143967"/>
                </a:cubicBezTo>
                <a:lnTo>
                  <a:pt x="150075" y="239395"/>
                </a:lnTo>
                <a:lnTo>
                  <a:pt x="175831" y="281660"/>
                </a:lnTo>
                <a:lnTo>
                  <a:pt x="206375" y="262674"/>
                </a:lnTo>
                <a:moveTo>
                  <a:pt x="305435" y="379730"/>
                </a:moveTo>
                <a:lnTo>
                  <a:pt x="300647" y="329044"/>
                </a:lnTo>
                <a:lnTo>
                  <a:pt x="299161" y="329044"/>
                </a:lnTo>
                <a:cubicBezTo>
                  <a:pt x="277159" y="324336"/>
                  <a:pt x="260269" y="306660"/>
                  <a:pt x="256565" y="284467"/>
                </a:cubicBezTo>
                <a:lnTo>
                  <a:pt x="216941" y="271424"/>
                </a:lnTo>
                <a:cubicBezTo>
                  <a:pt x="210087" y="269873"/>
                  <a:pt x="204668" y="264634"/>
                  <a:pt x="202887" y="257837"/>
                </a:cubicBezTo>
                <a:cubicBezTo>
                  <a:pt x="201106" y="251040"/>
                  <a:pt x="203260" y="243816"/>
                  <a:pt x="208473" y="239104"/>
                </a:cubicBezTo>
                <a:cubicBezTo>
                  <a:pt x="213685" y="234392"/>
                  <a:pt x="221089" y="232976"/>
                  <a:pt x="227672" y="235432"/>
                </a:cubicBezTo>
                <a:lnTo>
                  <a:pt x="290575" y="254088"/>
                </a:lnTo>
                <a:moveTo>
                  <a:pt x="314680" y="196138"/>
                </a:moveTo>
                <a:cubicBezTo>
                  <a:pt x="361073" y="234607"/>
                  <a:pt x="379730" y="379730"/>
                  <a:pt x="379730" y="379730"/>
                </a:cubicBez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68" name="Date Placeholder 67">
            <a:extLst>
              <a:ext uri="{FF2B5EF4-FFF2-40B4-BE49-F238E27FC236}">
                <a16:creationId xmlns:a16="http://schemas.microsoft.com/office/drawing/2014/main" id="{F212DDB9-1651-B455-332D-5D854C24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9778-C0B2-4D9C-97DE-9C5F5213439D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9" name="Footer Placeholder 68">
            <a:extLst>
              <a:ext uri="{FF2B5EF4-FFF2-40B4-BE49-F238E27FC236}">
                <a16:creationId xmlns:a16="http://schemas.microsoft.com/office/drawing/2014/main" id="{11254955-6C70-4B85-12B0-45589F48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0CAD5AD2-92C7-419B-E679-186A7437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5CE82-8939-BDA8-7507-C28A7C1C2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7D91203-B0D8-6841-D739-3B387F6B3EE3}"/>
              </a:ext>
            </a:extLst>
          </p:cNvPr>
          <p:cNvGrpSpPr/>
          <p:nvPr/>
        </p:nvGrpSpPr>
        <p:grpSpPr>
          <a:xfrm>
            <a:off x="4966088" y="1913480"/>
            <a:ext cx="1069848" cy="553876"/>
            <a:chOff x="2377439" y="1241648"/>
            <a:chExt cx="1069848" cy="55387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92632476-B48D-AE77-AB83-01339E8636BB}"/>
                </a:ext>
              </a:extLst>
            </p:cNvPr>
            <p:cNvSpPr/>
            <p:nvPr/>
          </p:nvSpPr>
          <p:spPr>
            <a:xfrm>
              <a:off x="2377439" y="1241648"/>
              <a:ext cx="1069848" cy="553876"/>
            </a:xfrm>
            <a:custGeom>
              <a:avLst/>
              <a:gdLst/>
              <a:ahLst/>
              <a:cxnLst/>
              <a:rect l="0" t="0" r="0" b="0"/>
              <a:pathLst>
                <a:path w="1069848" h="553876">
                  <a:moveTo>
                    <a:pt x="35454" y="242004"/>
                  </a:moveTo>
                  <a:cubicBezTo>
                    <a:pt x="11817" y="232959"/>
                    <a:pt x="0" y="221103"/>
                    <a:pt x="0" y="209247"/>
                  </a:cubicBezTo>
                  <a:cubicBezTo>
                    <a:pt x="0" y="197390"/>
                    <a:pt x="11817" y="185534"/>
                    <a:pt x="35454" y="176489"/>
                  </a:cubicBezTo>
                  <a:lnTo>
                    <a:pt x="449330" y="18091"/>
                  </a:lnTo>
                  <a:cubicBezTo>
                    <a:pt x="496602" y="0"/>
                    <a:pt x="573245" y="0"/>
                    <a:pt x="620517" y="18091"/>
                  </a:cubicBezTo>
                  <a:lnTo>
                    <a:pt x="1034393" y="176489"/>
                  </a:lnTo>
                  <a:cubicBezTo>
                    <a:pt x="1058001" y="185523"/>
                    <a:pt x="1069818" y="197361"/>
                    <a:pt x="1069848" y="209202"/>
                  </a:cubicBezTo>
                  <a:cubicBezTo>
                    <a:pt x="1069848" y="209232"/>
                    <a:pt x="1069848" y="209261"/>
                    <a:pt x="1069848" y="209291"/>
                  </a:cubicBezTo>
                  <a:cubicBezTo>
                    <a:pt x="1069818" y="221132"/>
                    <a:pt x="1058001" y="232970"/>
                    <a:pt x="1034393" y="242004"/>
                  </a:cubicBezTo>
                  <a:lnTo>
                    <a:pt x="985471" y="260728"/>
                  </a:lnTo>
                  <a:lnTo>
                    <a:pt x="703326" y="368709"/>
                  </a:lnTo>
                  <a:lnTo>
                    <a:pt x="620517" y="400402"/>
                  </a:lnTo>
                  <a:cubicBezTo>
                    <a:pt x="573245" y="418494"/>
                    <a:pt x="496602" y="418494"/>
                    <a:pt x="449330" y="400402"/>
                  </a:cubicBezTo>
                  <a:close/>
                  <a:moveTo>
                    <a:pt x="620517" y="400402"/>
                  </a:moveTo>
                  <a:lnTo>
                    <a:pt x="703326" y="368709"/>
                  </a:lnTo>
                  <a:lnTo>
                    <a:pt x="703326" y="504091"/>
                  </a:lnTo>
                  <a:lnTo>
                    <a:pt x="620517" y="535784"/>
                  </a:lnTo>
                  <a:cubicBezTo>
                    <a:pt x="573245" y="553876"/>
                    <a:pt x="496602" y="553876"/>
                    <a:pt x="449330" y="535784"/>
                  </a:cubicBezTo>
                  <a:lnTo>
                    <a:pt x="35454" y="377386"/>
                  </a:lnTo>
                  <a:cubicBezTo>
                    <a:pt x="11817" y="368341"/>
                    <a:pt x="0" y="356485"/>
                    <a:pt x="0" y="344629"/>
                  </a:cubicBezTo>
                  <a:lnTo>
                    <a:pt x="0" y="209247"/>
                  </a:lnTo>
                  <a:cubicBezTo>
                    <a:pt x="0" y="221103"/>
                    <a:pt x="11817" y="232959"/>
                    <a:pt x="35454" y="242004"/>
                  </a:cubicBezTo>
                  <a:lnTo>
                    <a:pt x="449330" y="400402"/>
                  </a:lnTo>
                  <a:cubicBezTo>
                    <a:pt x="496602" y="418494"/>
                    <a:pt x="573245" y="418494"/>
                    <a:pt x="620517" y="400402"/>
                  </a:cubicBezTo>
                  <a:close/>
                  <a:moveTo>
                    <a:pt x="1069848" y="302934"/>
                  </a:moveTo>
                  <a:lnTo>
                    <a:pt x="985471" y="260728"/>
                  </a:lnTo>
                  <a:lnTo>
                    <a:pt x="1034393" y="242004"/>
                  </a:lnTo>
                  <a:cubicBezTo>
                    <a:pt x="1058001" y="232970"/>
                    <a:pt x="1069818" y="221132"/>
                    <a:pt x="1069848" y="209291"/>
                  </a:cubicBezTo>
                  <a:close/>
                  <a:moveTo>
                    <a:pt x="1069848" y="209291"/>
                  </a:moveTo>
                  <a:lnTo>
                    <a:pt x="1069848" y="209202"/>
                  </a:ln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69195BF-56C3-5824-E25A-C89BF70B927C}"/>
                </a:ext>
              </a:extLst>
            </p:cNvPr>
            <p:cNvSpPr/>
            <p:nvPr/>
          </p:nvSpPr>
          <p:spPr>
            <a:xfrm>
              <a:off x="2377439" y="1241648"/>
              <a:ext cx="1069848" cy="553876"/>
            </a:xfrm>
            <a:custGeom>
              <a:avLst/>
              <a:gdLst/>
              <a:ahLst/>
              <a:cxnLst/>
              <a:rect l="0" t="0" r="0" b="0"/>
              <a:pathLst>
                <a:path w="1069848" h="553876">
                  <a:moveTo>
                    <a:pt x="35454" y="242004"/>
                  </a:moveTo>
                  <a:cubicBezTo>
                    <a:pt x="11817" y="232959"/>
                    <a:pt x="0" y="221103"/>
                    <a:pt x="0" y="209247"/>
                  </a:cubicBezTo>
                  <a:cubicBezTo>
                    <a:pt x="0" y="197390"/>
                    <a:pt x="11817" y="185534"/>
                    <a:pt x="35454" y="176489"/>
                  </a:cubicBezTo>
                  <a:lnTo>
                    <a:pt x="449330" y="18091"/>
                  </a:lnTo>
                  <a:cubicBezTo>
                    <a:pt x="496602" y="0"/>
                    <a:pt x="573245" y="0"/>
                    <a:pt x="620517" y="18091"/>
                  </a:cubicBezTo>
                  <a:lnTo>
                    <a:pt x="1034393" y="176489"/>
                  </a:lnTo>
                  <a:cubicBezTo>
                    <a:pt x="1058001" y="185523"/>
                    <a:pt x="1069818" y="197361"/>
                    <a:pt x="1069848" y="209202"/>
                  </a:cubicBezTo>
                  <a:cubicBezTo>
                    <a:pt x="1069848" y="209232"/>
                    <a:pt x="1069848" y="209261"/>
                    <a:pt x="1069848" y="209291"/>
                  </a:cubicBezTo>
                  <a:cubicBezTo>
                    <a:pt x="1069818" y="221132"/>
                    <a:pt x="1058001" y="232970"/>
                    <a:pt x="1034393" y="242004"/>
                  </a:cubicBezTo>
                  <a:lnTo>
                    <a:pt x="985471" y="260728"/>
                  </a:lnTo>
                  <a:lnTo>
                    <a:pt x="703326" y="368709"/>
                  </a:lnTo>
                  <a:lnTo>
                    <a:pt x="620517" y="400402"/>
                  </a:lnTo>
                  <a:cubicBezTo>
                    <a:pt x="573245" y="418494"/>
                    <a:pt x="496602" y="418494"/>
                    <a:pt x="449330" y="400402"/>
                  </a:cubicBezTo>
                  <a:close/>
                  <a:moveTo>
                    <a:pt x="620517" y="400402"/>
                  </a:moveTo>
                  <a:lnTo>
                    <a:pt x="703326" y="368709"/>
                  </a:lnTo>
                  <a:lnTo>
                    <a:pt x="703326" y="504091"/>
                  </a:lnTo>
                  <a:lnTo>
                    <a:pt x="620517" y="535784"/>
                  </a:lnTo>
                  <a:cubicBezTo>
                    <a:pt x="573245" y="553876"/>
                    <a:pt x="496602" y="553876"/>
                    <a:pt x="449330" y="535784"/>
                  </a:cubicBezTo>
                  <a:lnTo>
                    <a:pt x="35454" y="377386"/>
                  </a:lnTo>
                  <a:cubicBezTo>
                    <a:pt x="11817" y="368341"/>
                    <a:pt x="0" y="356485"/>
                    <a:pt x="0" y="344629"/>
                  </a:cubicBezTo>
                  <a:lnTo>
                    <a:pt x="0" y="209247"/>
                  </a:lnTo>
                  <a:cubicBezTo>
                    <a:pt x="0" y="221103"/>
                    <a:pt x="11817" y="232959"/>
                    <a:pt x="35454" y="242004"/>
                  </a:cubicBezTo>
                  <a:lnTo>
                    <a:pt x="449330" y="400402"/>
                  </a:lnTo>
                  <a:cubicBezTo>
                    <a:pt x="496602" y="418494"/>
                    <a:pt x="573245" y="418494"/>
                    <a:pt x="620517" y="400402"/>
                  </a:cubicBezTo>
                  <a:close/>
                  <a:moveTo>
                    <a:pt x="1069848" y="302934"/>
                  </a:moveTo>
                  <a:lnTo>
                    <a:pt x="985471" y="260728"/>
                  </a:lnTo>
                  <a:lnTo>
                    <a:pt x="1034393" y="242004"/>
                  </a:lnTo>
                  <a:cubicBezTo>
                    <a:pt x="1058001" y="232970"/>
                    <a:pt x="1069818" y="221132"/>
                    <a:pt x="1069848" y="209291"/>
                  </a:cubicBezTo>
                  <a:close/>
                  <a:moveTo>
                    <a:pt x="1069848" y="209291"/>
                  </a:moveTo>
                  <a:lnTo>
                    <a:pt x="1069848" y="209202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E8B5C6-21A8-F7BC-AB0E-ABAA6DB9A76C}"/>
              </a:ext>
            </a:extLst>
          </p:cNvPr>
          <p:cNvGrpSpPr/>
          <p:nvPr/>
        </p:nvGrpSpPr>
        <p:grpSpPr>
          <a:xfrm>
            <a:off x="5669028" y="2174252"/>
            <a:ext cx="1436756" cy="948881"/>
            <a:chOff x="3080379" y="1502419"/>
            <a:chExt cx="1436756" cy="94888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AE148D1-9048-845B-3B14-AB45290AAD2E}"/>
                </a:ext>
              </a:extLst>
            </p:cNvPr>
            <p:cNvSpPr/>
            <p:nvPr/>
          </p:nvSpPr>
          <p:spPr>
            <a:xfrm>
              <a:off x="3080379" y="1502419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7A21F8C-0D08-96B0-F26E-A9EE77B9678F}"/>
                </a:ext>
              </a:extLst>
            </p:cNvPr>
            <p:cNvSpPr/>
            <p:nvPr/>
          </p:nvSpPr>
          <p:spPr>
            <a:xfrm>
              <a:off x="3080379" y="1502419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636A7A-2F84-C951-864A-A7B5E1F94E8D}"/>
              </a:ext>
            </a:extLst>
          </p:cNvPr>
          <p:cNvGrpSpPr/>
          <p:nvPr/>
        </p:nvGrpSpPr>
        <p:grpSpPr>
          <a:xfrm>
            <a:off x="4969003" y="2831337"/>
            <a:ext cx="1436756" cy="948881"/>
            <a:chOff x="2380354" y="2159504"/>
            <a:chExt cx="1436756" cy="94888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F1C3CFD-D68F-90AB-1D66-E2E874A80AFA}"/>
                </a:ext>
              </a:extLst>
            </p:cNvPr>
            <p:cNvSpPr/>
            <p:nvPr/>
          </p:nvSpPr>
          <p:spPr>
            <a:xfrm>
              <a:off x="2380354" y="2159504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97"/>
                  </a:moveTo>
                  <a:lnTo>
                    <a:pt x="0" y="604209"/>
                  </a:lnTo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360260B-8C41-3E05-E4F7-067C313FD777}"/>
                </a:ext>
              </a:extLst>
            </p:cNvPr>
            <p:cNvSpPr/>
            <p:nvPr/>
          </p:nvSpPr>
          <p:spPr>
            <a:xfrm>
              <a:off x="2380354" y="2159504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97"/>
                  </a:moveTo>
                  <a:lnTo>
                    <a:pt x="0" y="604209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01750D-C9AD-B3C3-ED72-E55E2BB84269}"/>
              </a:ext>
            </a:extLst>
          </p:cNvPr>
          <p:cNvGrpSpPr/>
          <p:nvPr/>
        </p:nvGrpSpPr>
        <p:grpSpPr>
          <a:xfrm>
            <a:off x="5669028" y="3488448"/>
            <a:ext cx="1436756" cy="948881"/>
            <a:chOff x="3080379" y="2816615"/>
            <a:chExt cx="1436756" cy="948881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FF89A31-98A8-E1E7-6854-864A89C4E667}"/>
                </a:ext>
              </a:extLst>
            </p:cNvPr>
            <p:cNvSpPr/>
            <p:nvPr/>
          </p:nvSpPr>
          <p:spPr>
            <a:xfrm>
              <a:off x="3080379" y="2816615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3B36024-1BE1-59FC-39D5-C497C41FF232}"/>
                </a:ext>
              </a:extLst>
            </p:cNvPr>
            <p:cNvSpPr/>
            <p:nvPr/>
          </p:nvSpPr>
          <p:spPr>
            <a:xfrm>
              <a:off x="3080379" y="2816615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402363" y="637011"/>
                  </a:move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ubicBezTo>
                    <a:pt x="1436756" y="604238"/>
                    <a:pt x="1436756" y="604267"/>
                    <a:pt x="1436756" y="604297"/>
                  </a:cubicBez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736732" y="764979"/>
                  </a:lnTo>
                  <a:lnTo>
                    <a:pt x="454415" y="656932"/>
                  </a:ln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736732" y="900361"/>
                  </a:lnTo>
                  <a:lnTo>
                    <a:pt x="736732" y="764979"/>
                  </a:ln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402363" y="637011"/>
                  </a:moveTo>
                  <a:lnTo>
                    <a:pt x="454415" y="656932"/>
                  </a:lnTo>
                  <a:lnTo>
                    <a:pt x="366937" y="700780"/>
                  </a:ln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09"/>
                  </a:moveTo>
                  <a:lnTo>
                    <a:pt x="1436756" y="604297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4EDB6D-C34D-6749-CD01-F168949BD00F}"/>
              </a:ext>
            </a:extLst>
          </p:cNvPr>
          <p:cNvGrpSpPr/>
          <p:nvPr/>
        </p:nvGrpSpPr>
        <p:grpSpPr>
          <a:xfrm>
            <a:off x="4969004" y="4145533"/>
            <a:ext cx="1436756" cy="948881"/>
            <a:chOff x="2380355" y="3473700"/>
            <a:chExt cx="1436756" cy="94888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CE4A46D-649C-5D88-D762-202AEFAA1446}"/>
                </a:ext>
              </a:extLst>
            </p:cNvPr>
            <p:cNvSpPr/>
            <p:nvPr/>
          </p:nvSpPr>
          <p:spPr>
            <a:xfrm>
              <a:off x="2380355" y="3473700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09"/>
                  </a:moveTo>
                  <a:lnTo>
                    <a:pt x="0" y="604297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D2C1A48-5404-09B2-4C04-93D1049695C9}"/>
                </a:ext>
              </a:extLst>
            </p:cNvPr>
            <p:cNvSpPr/>
            <p:nvPr/>
          </p:nvSpPr>
          <p:spPr>
            <a:xfrm>
              <a:off x="2380355" y="3473700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058663" y="445693"/>
                  </a:moveTo>
                  <a:lnTo>
                    <a:pt x="1058663" y="495376"/>
                  </a:lnTo>
                  <a:lnTo>
                    <a:pt x="775801" y="387986"/>
                  </a:lnTo>
                  <a:lnTo>
                    <a:pt x="775882" y="338302"/>
                  </a:lnTo>
                  <a:close/>
                  <a:moveTo>
                    <a:pt x="870142" y="291128"/>
                  </a:moveTo>
                  <a:lnTo>
                    <a:pt x="1152923" y="398520"/>
                  </a:lnTo>
                  <a:lnTo>
                    <a:pt x="1058663" y="445693"/>
                  </a:lnTo>
                  <a:lnTo>
                    <a:pt x="775882" y="338302"/>
                  </a:lnTo>
                  <a:close/>
                  <a:moveTo>
                    <a:pt x="1152923" y="348837"/>
                  </a:moveTo>
                  <a:lnTo>
                    <a:pt x="1152923" y="398520"/>
                  </a:lnTo>
                  <a:lnTo>
                    <a:pt x="870142" y="291128"/>
                  </a:lnTo>
                  <a:lnTo>
                    <a:pt x="870143" y="241446"/>
                  </a:lnTo>
                  <a:close/>
                  <a:moveTo>
                    <a:pt x="964322" y="194272"/>
                  </a:moveTo>
                  <a:lnTo>
                    <a:pt x="1247183" y="301666"/>
                  </a:lnTo>
                  <a:lnTo>
                    <a:pt x="1152923" y="348837"/>
                  </a:lnTo>
                  <a:lnTo>
                    <a:pt x="870143" y="241446"/>
                  </a:lnTo>
                  <a:close/>
                  <a:moveTo>
                    <a:pt x="1247264" y="251980"/>
                  </a:moveTo>
                  <a:lnTo>
                    <a:pt x="1247183" y="301666"/>
                  </a:lnTo>
                  <a:lnTo>
                    <a:pt x="964322" y="194272"/>
                  </a:lnTo>
                  <a:lnTo>
                    <a:pt x="964322" y="144591"/>
                  </a:lnTo>
                  <a:close/>
                  <a:moveTo>
                    <a:pt x="1341524" y="204811"/>
                  </a:moveTo>
                  <a:lnTo>
                    <a:pt x="1272227" y="239418"/>
                  </a:lnTo>
                  <a:lnTo>
                    <a:pt x="1247264" y="251980"/>
                  </a:lnTo>
                  <a:lnTo>
                    <a:pt x="964322" y="144591"/>
                  </a:lnTo>
                  <a:lnTo>
                    <a:pt x="1058663" y="97421"/>
                  </a:lnTo>
                  <a:close/>
                  <a:moveTo>
                    <a:pt x="1341524" y="155127"/>
                  </a:moveTo>
                  <a:lnTo>
                    <a:pt x="1341524" y="204811"/>
                  </a:lnTo>
                  <a:lnTo>
                    <a:pt x="1058663" y="97421"/>
                  </a:lnTo>
                  <a:lnTo>
                    <a:pt x="1058662" y="47737"/>
                  </a:lnTo>
                  <a:close/>
                  <a:moveTo>
                    <a:pt x="1436756" y="107552"/>
                  </a:moveTo>
                  <a:lnTo>
                    <a:pt x="1341524" y="155127"/>
                  </a:lnTo>
                  <a:lnTo>
                    <a:pt x="1058662" y="47737"/>
                  </a:lnTo>
                  <a:lnTo>
                    <a:pt x="1154138" y="0"/>
                  </a:lnTo>
                  <a:close/>
                  <a:moveTo>
                    <a:pt x="982341" y="656932"/>
                  </a:moveTo>
                  <a:lnTo>
                    <a:pt x="700024" y="764979"/>
                  </a:lnTo>
                  <a:lnTo>
                    <a:pt x="620517" y="795408"/>
                  </a:lnTo>
                  <a:cubicBezTo>
                    <a:pt x="573245" y="813499"/>
                    <a:pt x="496602" y="813499"/>
                    <a:pt x="449330" y="795408"/>
                  </a:cubicBezTo>
                  <a:lnTo>
                    <a:pt x="35454" y="637011"/>
                  </a:lnTo>
                  <a:cubicBezTo>
                    <a:pt x="11847" y="627976"/>
                    <a:pt x="29" y="616138"/>
                    <a:pt x="0" y="604297"/>
                  </a:cubicBezTo>
                  <a:cubicBezTo>
                    <a:pt x="0" y="604267"/>
                    <a:pt x="0" y="604238"/>
                    <a:pt x="0" y="604209"/>
                  </a:cubicBezTo>
                  <a:cubicBezTo>
                    <a:pt x="29" y="592367"/>
                    <a:pt x="11847" y="580529"/>
                    <a:pt x="35454" y="571494"/>
                  </a:cubicBezTo>
                  <a:lnTo>
                    <a:pt x="449330" y="413098"/>
                  </a:lnTo>
                  <a:cubicBezTo>
                    <a:pt x="496602" y="395006"/>
                    <a:pt x="573245" y="395006"/>
                    <a:pt x="620517" y="413098"/>
                  </a:cubicBezTo>
                  <a:lnTo>
                    <a:pt x="680115" y="435906"/>
                  </a:lnTo>
                  <a:lnTo>
                    <a:pt x="962112" y="543832"/>
                  </a:lnTo>
                  <a:lnTo>
                    <a:pt x="1034393" y="571494"/>
                  </a:lnTo>
                  <a:cubicBezTo>
                    <a:pt x="1058030" y="580541"/>
                    <a:pt x="1069848" y="592397"/>
                    <a:pt x="1069848" y="604252"/>
                  </a:cubicBezTo>
                  <a:cubicBezTo>
                    <a:pt x="1069848" y="604874"/>
                    <a:pt x="1069815" y="605496"/>
                    <a:pt x="1069750" y="606117"/>
                  </a:cubicBezTo>
                  <a:cubicBezTo>
                    <a:pt x="1068576" y="617344"/>
                    <a:pt x="1056791" y="628439"/>
                    <a:pt x="1034393" y="637011"/>
                  </a:cubicBezTo>
                  <a:close/>
                  <a:moveTo>
                    <a:pt x="1341524" y="204811"/>
                  </a:moveTo>
                  <a:lnTo>
                    <a:pt x="1341524" y="155127"/>
                  </a:lnTo>
                  <a:lnTo>
                    <a:pt x="1436756" y="107552"/>
                  </a:lnTo>
                  <a:lnTo>
                    <a:pt x="1436756" y="243087"/>
                  </a:lnTo>
                  <a:lnTo>
                    <a:pt x="1069760" y="619212"/>
                  </a:lnTo>
                  <a:lnTo>
                    <a:pt x="1069750" y="606117"/>
                  </a:lnTo>
                  <a:cubicBezTo>
                    <a:pt x="1069815" y="605496"/>
                    <a:pt x="1069848" y="604874"/>
                    <a:pt x="1069848" y="604252"/>
                  </a:cubicBezTo>
                  <a:cubicBezTo>
                    <a:pt x="1069848" y="592397"/>
                    <a:pt x="1058030" y="580541"/>
                    <a:pt x="1034393" y="571494"/>
                  </a:cubicBezTo>
                  <a:lnTo>
                    <a:pt x="962112" y="543832"/>
                  </a:lnTo>
                  <a:lnTo>
                    <a:pt x="1058663" y="495376"/>
                  </a:lnTo>
                  <a:lnTo>
                    <a:pt x="1058663" y="445693"/>
                  </a:lnTo>
                  <a:lnTo>
                    <a:pt x="1152923" y="398520"/>
                  </a:lnTo>
                  <a:lnTo>
                    <a:pt x="1152923" y="348837"/>
                  </a:lnTo>
                  <a:lnTo>
                    <a:pt x="1247183" y="301666"/>
                  </a:lnTo>
                  <a:lnTo>
                    <a:pt x="1247264" y="251980"/>
                  </a:lnTo>
                  <a:lnTo>
                    <a:pt x="1272227" y="239418"/>
                  </a:lnTo>
                  <a:close/>
                  <a:moveTo>
                    <a:pt x="775801" y="387986"/>
                  </a:moveTo>
                  <a:lnTo>
                    <a:pt x="1058663" y="495376"/>
                  </a:lnTo>
                  <a:lnTo>
                    <a:pt x="962112" y="543832"/>
                  </a:lnTo>
                  <a:lnTo>
                    <a:pt x="680115" y="435906"/>
                  </a:lnTo>
                  <a:close/>
                  <a:moveTo>
                    <a:pt x="35454" y="637011"/>
                  </a:moveTo>
                  <a:lnTo>
                    <a:pt x="449330" y="795408"/>
                  </a:lnTo>
                  <a:cubicBezTo>
                    <a:pt x="496602" y="813499"/>
                    <a:pt x="573245" y="813499"/>
                    <a:pt x="620517" y="795408"/>
                  </a:cubicBezTo>
                  <a:lnTo>
                    <a:pt x="700024" y="764979"/>
                  </a:lnTo>
                  <a:lnTo>
                    <a:pt x="700024" y="900361"/>
                  </a:lnTo>
                  <a:lnTo>
                    <a:pt x="620517" y="930790"/>
                  </a:lnTo>
                  <a:cubicBezTo>
                    <a:pt x="573245" y="948881"/>
                    <a:pt x="496602" y="948881"/>
                    <a:pt x="449330" y="930790"/>
                  </a:cubicBezTo>
                  <a:lnTo>
                    <a:pt x="35454" y="772393"/>
                  </a:lnTo>
                  <a:cubicBezTo>
                    <a:pt x="11847" y="763358"/>
                    <a:pt x="29" y="751520"/>
                    <a:pt x="0" y="739679"/>
                  </a:cubicBezTo>
                  <a:lnTo>
                    <a:pt x="0" y="604297"/>
                  </a:lnTo>
                  <a:cubicBezTo>
                    <a:pt x="29" y="616138"/>
                    <a:pt x="11847" y="627976"/>
                    <a:pt x="35454" y="637011"/>
                  </a:cubicBezTo>
                  <a:close/>
                  <a:moveTo>
                    <a:pt x="1069819" y="700780"/>
                  </a:moveTo>
                  <a:lnTo>
                    <a:pt x="982341" y="656932"/>
                  </a:lnTo>
                  <a:lnTo>
                    <a:pt x="1034393" y="637011"/>
                  </a:lnTo>
                  <a:cubicBezTo>
                    <a:pt x="1056791" y="628439"/>
                    <a:pt x="1068576" y="617344"/>
                    <a:pt x="1069750" y="606117"/>
                  </a:cubicBezTo>
                  <a:lnTo>
                    <a:pt x="1069760" y="619212"/>
                  </a:lnTo>
                  <a:close/>
                  <a:moveTo>
                    <a:pt x="1069750" y="606117"/>
                  </a:moveTo>
                  <a:lnTo>
                    <a:pt x="1069748" y="604252"/>
                  </a:lnTo>
                  <a:moveTo>
                    <a:pt x="0" y="604209"/>
                  </a:moveTo>
                  <a:lnTo>
                    <a:pt x="0" y="604297"/>
                  </a:ln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D95136-785F-5283-55A0-8F3E12E9E407}"/>
              </a:ext>
            </a:extLst>
          </p:cNvPr>
          <p:cNvGrpSpPr/>
          <p:nvPr/>
        </p:nvGrpSpPr>
        <p:grpSpPr>
          <a:xfrm>
            <a:off x="5667570" y="4802644"/>
            <a:ext cx="1436756" cy="948881"/>
            <a:chOff x="3078921" y="4130811"/>
            <a:chExt cx="1436756" cy="948881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4E58928-7F27-A64C-ABB7-A8C7C668B57F}"/>
                </a:ext>
              </a:extLst>
            </p:cNvPr>
            <p:cNvSpPr/>
            <p:nvPr/>
          </p:nvSpPr>
          <p:spPr>
            <a:xfrm>
              <a:off x="3078921" y="4130811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402363" y="772393"/>
                  </a:lnTo>
                  <a:cubicBezTo>
                    <a:pt x="378726" y="763347"/>
                    <a:pt x="366908" y="751490"/>
                    <a:pt x="366908" y="739634"/>
                  </a:cubicBez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1436756" y="604209"/>
                  </a:moveTo>
                  <a:lnTo>
                    <a:pt x="1436756" y="604297"/>
                  </a:ln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402363" y="637011"/>
                  </a:ln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97"/>
                  </a:moveTo>
                  <a:cubicBezTo>
                    <a:pt x="1436756" y="604267"/>
                    <a:pt x="1436756" y="604238"/>
                    <a:pt x="1436756" y="604209"/>
                  </a:cubicBezTo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80F1A3F-D82C-B1AA-32BD-591CD5977B6B}"/>
                </a:ext>
              </a:extLst>
            </p:cNvPr>
            <p:cNvSpPr/>
            <p:nvPr/>
          </p:nvSpPr>
          <p:spPr>
            <a:xfrm>
              <a:off x="3078921" y="4130811"/>
              <a:ext cx="1436756" cy="948881"/>
            </a:xfrm>
            <a:custGeom>
              <a:avLst/>
              <a:gdLst/>
              <a:ahLst/>
              <a:cxnLst/>
              <a:rect l="0" t="0" r="0" b="0"/>
              <a:pathLst>
                <a:path w="1436756" h="948881">
                  <a:moveTo>
                    <a:pt x="1436756" y="604297"/>
                  </a:moveTo>
                  <a:lnTo>
                    <a:pt x="1436756" y="739679"/>
                  </a:lnTo>
                  <a:cubicBezTo>
                    <a:pt x="1436727" y="751520"/>
                    <a:pt x="1424909" y="763358"/>
                    <a:pt x="1401302" y="772393"/>
                  </a:cubicBezTo>
                  <a:lnTo>
                    <a:pt x="987426" y="930790"/>
                  </a:lnTo>
                  <a:cubicBezTo>
                    <a:pt x="940154" y="948881"/>
                    <a:pt x="863511" y="948881"/>
                    <a:pt x="816239" y="930790"/>
                  </a:cubicBezTo>
                  <a:lnTo>
                    <a:pt x="402363" y="772393"/>
                  </a:lnTo>
                  <a:cubicBezTo>
                    <a:pt x="378726" y="763347"/>
                    <a:pt x="366908" y="751490"/>
                    <a:pt x="366908" y="739634"/>
                  </a:cubicBezTo>
                  <a:lnTo>
                    <a:pt x="366996" y="619212"/>
                  </a:lnTo>
                  <a:lnTo>
                    <a:pt x="367006" y="606117"/>
                  </a:lnTo>
                  <a:cubicBezTo>
                    <a:pt x="368180" y="617344"/>
                    <a:pt x="379965" y="628439"/>
                    <a:pt x="402363" y="637011"/>
                  </a:cubicBezTo>
                  <a:lnTo>
                    <a:pt x="816239" y="795408"/>
                  </a:lnTo>
                  <a:cubicBezTo>
                    <a:pt x="863511" y="813499"/>
                    <a:pt x="940154" y="813499"/>
                    <a:pt x="987426" y="795408"/>
                  </a:cubicBezTo>
                  <a:lnTo>
                    <a:pt x="1401302" y="637011"/>
                  </a:lnTo>
                  <a:cubicBezTo>
                    <a:pt x="1424909" y="627976"/>
                    <a:pt x="1436727" y="616138"/>
                    <a:pt x="1436756" y="604297"/>
                  </a:cubicBezTo>
                  <a:close/>
                  <a:moveTo>
                    <a:pt x="1436756" y="604209"/>
                  </a:moveTo>
                  <a:lnTo>
                    <a:pt x="1436756" y="604297"/>
                  </a:lnTo>
                  <a:cubicBezTo>
                    <a:pt x="1436727" y="616138"/>
                    <a:pt x="1424909" y="627976"/>
                    <a:pt x="1401302" y="637011"/>
                  </a:cubicBezTo>
                  <a:lnTo>
                    <a:pt x="987426" y="795408"/>
                  </a:lnTo>
                  <a:cubicBezTo>
                    <a:pt x="940154" y="813499"/>
                    <a:pt x="863511" y="813499"/>
                    <a:pt x="816239" y="795408"/>
                  </a:cubicBezTo>
                  <a:lnTo>
                    <a:pt x="402363" y="637011"/>
                  </a:lnTo>
                  <a:cubicBezTo>
                    <a:pt x="379965" y="628439"/>
                    <a:pt x="368180" y="617344"/>
                    <a:pt x="367006" y="606117"/>
                  </a:cubicBezTo>
                  <a:cubicBezTo>
                    <a:pt x="366941" y="605496"/>
                    <a:pt x="366908" y="604874"/>
                    <a:pt x="366908" y="604252"/>
                  </a:cubicBezTo>
                  <a:cubicBezTo>
                    <a:pt x="366908" y="592397"/>
                    <a:pt x="378726" y="580541"/>
                    <a:pt x="402363" y="571494"/>
                  </a:cubicBezTo>
                  <a:lnTo>
                    <a:pt x="474644" y="543832"/>
                  </a:lnTo>
                  <a:lnTo>
                    <a:pt x="756641" y="435906"/>
                  </a:lnTo>
                  <a:lnTo>
                    <a:pt x="816239" y="413098"/>
                  </a:lnTo>
                  <a:cubicBezTo>
                    <a:pt x="863511" y="395006"/>
                    <a:pt x="940154" y="395006"/>
                    <a:pt x="987426" y="413098"/>
                  </a:cubicBezTo>
                  <a:lnTo>
                    <a:pt x="1401302" y="571494"/>
                  </a:lnTo>
                  <a:cubicBezTo>
                    <a:pt x="1424909" y="580529"/>
                    <a:pt x="1436727" y="592367"/>
                    <a:pt x="1436756" y="604209"/>
                  </a:cubicBezTo>
                  <a:close/>
                  <a:moveTo>
                    <a:pt x="164529" y="239418"/>
                  </a:moveTo>
                  <a:lnTo>
                    <a:pt x="189492" y="251980"/>
                  </a:lnTo>
                  <a:lnTo>
                    <a:pt x="189573" y="301666"/>
                  </a:lnTo>
                  <a:lnTo>
                    <a:pt x="283833" y="348837"/>
                  </a:lnTo>
                  <a:lnTo>
                    <a:pt x="283833" y="398520"/>
                  </a:lnTo>
                  <a:lnTo>
                    <a:pt x="378093" y="445693"/>
                  </a:lnTo>
                  <a:lnTo>
                    <a:pt x="378093" y="495376"/>
                  </a:lnTo>
                  <a:lnTo>
                    <a:pt x="474644" y="543832"/>
                  </a:lnTo>
                  <a:lnTo>
                    <a:pt x="402363" y="571494"/>
                  </a:lnTo>
                  <a:cubicBezTo>
                    <a:pt x="378726" y="580541"/>
                    <a:pt x="366908" y="592397"/>
                    <a:pt x="366908" y="604252"/>
                  </a:cubicBezTo>
                  <a:cubicBezTo>
                    <a:pt x="366908" y="604874"/>
                    <a:pt x="366941" y="605496"/>
                    <a:pt x="367006" y="606117"/>
                  </a:cubicBezTo>
                  <a:lnTo>
                    <a:pt x="366996" y="619212"/>
                  </a:lnTo>
                  <a:lnTo>
                    <a:pt x="0" y="243087"/>
                  </a:lnTo>
                  <a:lnTo>
                    <a:pt x="0" y="107552"/>
                  </a:lnTo>
                  <a:lnTo>
                    <a:pt x="95232" y="155127"/>
                  </a:lnTo>
                  <a:lnTo>
                    <a:pt x="95232" y="204811"/>
                  </a:lnTo>
                  <a:close/>
                  <a:moveTo>
                    <a:pt x="756641" y="435906"/>
                  </a:moveTo>
                  <a:lnTo>
                    <a:pt x="474644" y="543832"/>
                  </a:lnTo>
                  <a:lnTo>
                    <a:pt x="378093" y="495376"/>
                  </a:lnTo>
                  <a:lnTo>
                    <a:pt x="660955" y="387986"/>
                  </a:lnTo>
                  <a:close/>
                  <a:moveTo>
                    <a:pt x="660874" y="338302"/>
                  </a:moveTo>
                  <a:lnTo>
                    <a:pt x="660955" y="387986"/>
                  </a:lnTo>
                  <a:lnTo>
                    <a:pt x="378093" y="495376"/>
                  </a:lnTo>
                  <a:lnTo>
                    <a:pt x="378093" y="445693"/>
                  </a:lnTo>
                  <a:close/>
                  <a:moveTo>
                    <a:pt x="660874" y="338302"/>
                  </a:moveTo>
                  <a:lnTo>
                    <a:pt x="378093" y="445693"/>
                  </a:lnTo>
                  <a:lnTo>
                    <a:pt x="283833" y="398520"/>
                  </a:lnTo>
                  <a:lnTo>
                    <a:pt x="566614" y="291128"/>
                  </a:lnTo>
                  <a:close/>
                  <a:moveTo>
                    <a:pt x="566613" y="241446"/>
                  </a:moveTo>
                  <a:lnTo>
                    <a:pt x="566614" y="291128"/>
                  </a:lnTo>
                  <a:lnTo>
                    <a:pt x="283833" y="398520"/>
                  </a:lnTo>
                  <a:lnTo>
                    <a:pt x="283833" y="348837"/>
                  </a:lnTo>
                  <a:close/>
                  <a:moveTo>
                    <a:pt x="566613" y="241446"/>
                  </a:moveTo>
                  <a:lnTo>
                    <a:pt x="283833" y="348837"/>
                  </a:lnTo>
                  <a:lnTo>
                    <a:pt x="189573" y="301666"/>
                  </a:lnTo>
                  <a:lnTo>
                    <a:pt x="472434" y="194272"/>
                  </a:lnTo>
                  <a:close/>
                  <a:moveTo>
                    <a:pt x="472434" y="144591"/>
                  </a:moveTo>
                  <a:lnTo>
                    <a:pt x="472434" y="194272"/>
                  </a:lnTo>
                  <a:lnTo>
                    <a:pt x="189573" y="301666"/>
                  </a:lnTo>
                  <a:lnTo>
                    <a:pt x="189492" y="251980"/>
                  </a:lnTo>
                  <a:close/>
                  <a:moveTo>
                    <a:pt x="378094" y="97421"/>
                  </a:moveTo>
                  <a:lnTo>
                    <a:pt x="472434" y="144591"/>
                  </a:lnTo>
                  <a:lnTo>
                    <a:pt x="189492" y="251980"/>
                  </a:lnTo>
                  <a:lnTo>
                    <a:pt x="164529" y="239418"/>
                  </a:lnTo>
                  <a:lnTo>
                    <a:pt x="95232" y="204811"/>
                  </a:lnTo>
                  <a:close/>
                  <a:moveTo>
                    <a:pt x="378094" y="47737"/>
                  </a:moveTo>
                  <a:lnTo>
                    <a:pt x="378094" y="97421"/>
                  </a:lnTo>
                  <a:lnTo>
                    <a:pt x="95232" y="204811"/>
                  </a:lnTo>
                  <a:lnTo>
                    <a:pt x="95232" y="155127"/>
                  </a:lnTo>
                  <a:close/>
                  <a:moveTo>
                    <a:pt x="282618" y="0"/>
                  </a:moveTo>
                  <a:lnTo>
                    <a:pt x="378094" y="47737"/>
                  </a:lnTo>
                  <a:lnTo>
                    <a:pt x="95232" y="155127"/>
                  </a:lnTo>
                  <a:lnTo>
                    <a:pt x="0" y="107552"/>
                  </a:lnTo>
                  <a:close/>
                  <a:moveTo>
                    <a:pt x="367006" y="606117"/>
                  </a:moveTo>
                  <a:lnTo>
                    <a:pt x="367008" y="604252"/>
                  </a:lnTo>
                  <a:moveTo>
                    <a:pt x="1436756" y="604297"/>
                  </a:moveTo>
                  <a:cubicBezTo>
                    <a:pt x="1436756" y="604267"/>
                    <a:pt x="1436756" y="604238"/>
                    <a:pt x="1436756" y="604209"/>
                  </a:cubicBezTo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02F6154-7A08-570A-00CD-CA1627B7D4D4}"/>
              </a:ext>
            </a:extLst>
          </p:cNvPr>
          <p:cNvGrpSpPr/>
          <p:nvPr/>
        </p:nvGrpSpPr>
        <p:grpSpPr>
          <a:xfrm>
            <a:off x="7264281" y="5268212"/>
            <a:ext cx="396240" cy="396240"/>
            <a:chOff x="4675632" y="4596380"/>
            <a:chExt cx="396240" cy="39624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07CF0F2-F422-A54B-914A-941873D7EAF1}"/>
                </a:ext>
              </a:extLst>
            </p:cNvPr>
            <p:cNvSpPr/>
            <p:nvPr/>
          </p:nvSpPr>
          <p:spPr>
            <a:xfrm>
              <a:off x="4675632" y="4596380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9CC2FF"/>
                </a:gs>
                <a:gs pos="100000">
                  <a:srgbClr val="4F92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7DF5EEEF-0EE9-B8D1-07C0-9F40049C085D}"/>
                </a:ext>
              </a:extLst>
            </p:cNvPr>
            <p:cNvSpPr/>
            <p:nvPr/>
          </p:nvSpPr>
          <p:spPr>
            <a:xfrm>
              <a:off x="4675632" y="4596380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1923D7-8194-F8BC-4E5E-CA689CBE3A4A}"/>
              </a:ext>
            </a:extLst>
          </p:cNvPr>
          <p:cNvGrpSpPr/>
          <p:nvPr/>
        </p:nvGrpSpPr>
        <p:grpSpPr>
          <a:xfrm>
            <a:off x="4411353" y="4634228"/>
            <a:ext cx="396240" cy="396240"/>
            <a:chOff x="1822704" y="3962396"/>
            <a:chExt cx="396240" cy="39624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258A9A8-CEB2-89BA-2FE5-6454127C4B6E}"/>
                </a:ext>
              </a:extLst>
            </p:cNvPr>
            <p:cNvSpPr/>
            <p:nvPr/>
          </p:nvSpPr>
          <p:spPr>
            <a:xfrm>
              <a:off x="1822704" y="3962396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002B0D6-EEFF-C237-79D2-9DBA71BFD77B}"/>
                </a:ext>
              </a:extLst>
            </p:cNvPr>
            <p:cNvSpPr/>
            <p:nvPr/>
          </p:nvSpPr>
          <p:spPr>
            <a:xfrm>
              <a:off x="1822704" y="3962396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01D612-1E64-6202-5F9B-1D80C9E5910E}"/>
              </a:ext>
            </a:extLst>
          </p:cNvPr>
          <p:cNvGrpSpPr/>
          <p:nvPr/>
        </p:nvGrpSpPr>
        <p:grpSpPr>
          <a:xfrm>
            <a:off x="7264281" y="3960620"/>
            <a:ext cx="396240" cy="396240"/>
            <a:chOff x="4675632" y="3288788"/>
            <a:chExt cx="396240" cy="39624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DB3344A1-5855-48A2-758B-1C33CA9E577E}"/>
                </a:ext>
              </a:extLst>
            </p:cNvPr>
            <p:cNvSpPr/>
            <p:nvPr/>
          </p:nvSpPr>
          <p:spPr>
            <a:xfrm>
              <a:off x="4675632" y="3288788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B5FBA396-1470-1133-AD76-9FA583D719B1}"/>
                </a:ext>
              </a:extLst>
            </p:cNvPr>
            <p:cNvSpPr/>
            <p:nvPr/>
          </p:nvSpPr>
          <p:spPr>
            <a:xfrm>
              <a:off x="4675632" y="3288788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94E2B9-C0C9-DA9E-35E6-C0DDD6145156}"/>
              </a:ext>
            </a:extLst>
          </p:cNvPr>
          <p:cNvGrpSpPr/>
          <p:nvPr/>
        </p:nvGrpSpPr>
        <p:grpSpPr>
          <a:xfrm>
            <a:off x="4411353" y="3326636"/>
            <a:ext cx="396240" cy="396240"/>
            <a:chOff x="1822704" y="2654804"/>
            <a:chExt cx="396240" cy="396240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2ECBB97-2742-32FB-42C5-76DA7410980A}"/>
                </a:ext>
              </a:extLst>
            </p:cNvPr>
            <p:cNvSpPr/>
            <p:nvPr/>
          </p:nvSpPr>
          <p:spPr>
            <a:xfrm>
              <a:off x="1822704" y="2654804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A4A1868-4E5A-C868-8FFE-33D46B2AE04A}"/>
                </a:ext>
              </a:extLst>
            </p:cNvPr>
            <p:cNvSpPr/>
            <p:nvPr/>
          </p:nvSpPr>
          <p:spPr>
            <a:xfrm>
              <a:off x="1822704" y="2654804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FE661B-027D-9876-DE47-E6260D5CB244}"/>
              </a:ext>
            </a:extLst>
          </p:cNvPr>
          <p:cNvGrpSpPr/>
          <p:nvPr/>
        </p:nvGrpSpPr>
        <p:grpSpPr>
          <a:xfrm>
            <a:off x="7264281" y="2613404"/>
            <a:ext cx="396240" cy="396240"/>
            <a:chOff x="4675632" y="1941572"/>
            <a:chExt cx="396240" cy="396240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02929A33-5304-B176-8067-55E10D4E333A}"/>
                </a:ext>
              </a:extLst>
            </p:cNvPr>
            <p:cNvSpPr/>
            <p:nvPr/>
          </p:nvSpPr>
          <p:spPr>
            <a:xfrm>
              <a:off x="4675632" y="1941572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04F6713F-1377-BA55-25DC-76FE1D799644}"/>
                </a:ext>
              </a:extLst>
            </p:cNvPr>
            <p:cNvSpPr/>
            <p:nvPr/>
          </p:nvSpPr>
          <p:spPr>
            <a:xfrm>
              <a:off x="4675632" y="1941572"/>
              <a:ext cx="396240" cy="396240"/>
            </a:xfrm>
            <a:custGeom>
              <a:avLst/>
              <a:gdLst/>
              <a:ahLst/>
              <a:cxnLst/>
              <a:rect l="0" t="0" r="0" b="0"/>
              <a:pathLst>
                <a:path w="396240" h="396240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40"/>
                    <a:pt x="198120" y="396240"/>
                  </a:cubicBezTo>
                  <a:cubicBezTo>
                    <a:pt x="88701" y="396240"/>
                    <a:pt x="0" y="307538"/>
                    <a:pt x="0" y="198120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725FAD-D0CE-9D58-68B3-279787726B77}"/>
              </a:ext>
            </a:extLst>
          </p:cNvPr>
          <p:cNvGrpSpPr/>
          <p:nvPr/>
        </p:nvGrpSpPr>
        <p:grpSpPr>
          <a:xfrm>
            <a:off x="4411353" y="2019045"/>
            <a:ext cx="396240" cy="396239"/>
            <a:chOff x="1822704" y="1347212"/>
            <a:chExt cx="396240" cy="396239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17E6C9BA-D9C3-92DB-AE95-53B4EC476737}"/>
                </a:ext>
              </a:extLst>
            </p:cNvPr>
            <p:cNvSpPr/>
            <p:nvPr/>
          </p:nvSpPr>
          <p:spPr>
            <a:xfrm>
              <a:off x="1822704" y="1347212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396240" h="396239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39"/>
                    <a:pt x="198120" y="396239"/>
                  </a:cubicBezTo>
                  <a:cubicBezTo>
                    <a:pt x="88701" y="396239"/>
                    <a:pt x="0" y="307538"/>
                    <a:pt x="0" y="19811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AB704B1E-EB27-52F5-288D-8EF3E817B758}"/>
                </a:ext>
              </a:extLst>
            </p:cNvPr>
            <p:cNvSpPr/>
            <p:nvPr/>
          </p:nvSpPr>
          <p:spPr>
            <a:xfrm>
              <a:off x="1822704" y="1347212"/>
              <a:ext cx="396240" cy="396239"/>
            </a:xfrm>
            <a:custGeom>
              <a:avLst/>
              <a:gdLst/>
              <a:ahLst/>
              <a:cxnLst/>
              <a:rect l="0" t="0" r="0" b="0"/>
              <a:pathLst>
                <a:path w="396240" h="396239">
                  <a:moveTo>
                    <a:pt x="0" y="198120"/>
                  </a:moveTo>
                  <a:cubicBezTo>
                    <a:pt x="0" y="88701"/>
                    <a:pt x="88701" y="0"/>
                    <a:pt x="198120" y="0"/>
                  </a:cubicBezTo>
                  <a:cubicBezTo>
                    <a:pt x="307538" y="0"/>
                    <a:pt x="396240" y="88701"/>
                    <a:pt x="396240" y="198120"/>
                  </a:cubicBezTo>
                  <a:cubicBezTo>
                    <a:pt x="396240" y="307538"/>
                    <a:pt x="307538" y="396239"/>
                    <a:pt x="198120" y="396239"/>
                  </a:cubicBezTo>
                  <a:cubicBezTo>
                    <a:pt x="88701" y="396239"/>
                    <a:pt x="0" y="307538"/>
                    <a:pt x="0" y="198119"/>
                  </a:cubicBezTo>
                  <a:close/>
                </a:path>
              </a:pathLst>
            </a:custGeom>
            <a:noFill/>
            <a:ln w="9906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AB0E63D-6246-4338-F579-832898DBB38E}"/>
              </a:ext>
            </a:extLst>
          </p:cNvPr>
          <p:cNvSpPr txBox="1"/>
          <p:nvPr/>
        </p:nvSpPr>
        <p:spPr>
          <a:xfrm>
            <a:off x="7832225" y="2622189"/>
            <a:ext cx="96088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E8431"/>
                </a:solidFill>
                <a:latin typeface="Roboto"/>
              </a:rPr>
              <a:t>Plan Execution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257516-C1A8-0081-A879-29C33D7EB9F6}"/>
              </a:ext>
            </a:extLst>
          </p:cNvPr>
          <p:cNvSpPr txBox="1"/>
          <p:nvPr/>
        </p:nvSpPr>
        <p:spPr>
          <a:xfrm>
            <a:off x="7832225" y="2877630"/>
            <a:ext cx="1149096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Implement the
personalized workout
plan.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2AA720-7974-397F-5827-2D2262DA8F30}"/>
              </a:ext>
            </a:extLst>
          </p:cNvPr>
          <p:cNvSpPr txBox="1"/>
          <p:nvPr/>
        </p:nvSpPr>
        <p:spPr>
          <a:xfrm>
            <a:off x="3112544" y="3335421"/>
            <a:ext cx="119862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E0CB15"/>
                </a:solidFill>
                <a:latin typeface="Roboto"/>
              </a:rPr>
              <a:t>Target Goal/Level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D16661-3D1C-70DE-1024-CA0897EB561F}"/>
              </a:ext>
            </a:extLst>
          </p:cNvPr>
          <p:cNvSpPr txBox="1"/>
          <p:nvPr/>
        </p:nvSpPr>
        <p:spPr>
          <a:xfrm>
            <a:off x="7405540" y="2711342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76573A"/>
                </a:solidFill>
                <a:latin typeface="Roboto"/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A802BD-8CDC-A391-8C0F-51BE5CB74EC3}"/>
              </a:ext>
            </a:extLst>
          </p:cNvPr>
          <p:cNvSpPr txBox="1"/>
          <p:nvPr/>
        </p:nvSpPr>
        <p:spPr>
          <a:xfrm>
            <a:off x="4552612" y="3424574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6B652F"/>
                </a:solidFill>
                <a:latin typeface="Roboto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09B986-3626-CEE8-F546-DC1FFD145AA9}"/>
              </a:ext>
            </a:extLst>
          </p:cNvPr>
          <p:cNvSpPr txBox="1"/>
          <p:nvPr/>
        </p:nvSpPr>
        <p:spPr>
          <a:xfrm>
            <a:off x="3100525" y="2421888"/>
            <a:ext cx="1367028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Choose workout days and
update progress.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213D5C-03B8-42DC-2DCD-5AEB207BA074}"/>
              </a:ext>
            </a:extLst>
          </p:cNvPr>
          <p:cNvSpPr txBox="1"/>
          <p:nvPr/>
        </p:nvSpPr>
        <p:spPr>
          <a:xfrm>
            <a:off x="3081901" y="3570984"/>
            <a:ext cx="1059942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Set fitness goals and
experience level.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3F7FE0-C984-81FF-EAFF-3478EF764AC5}"/>
              </a:ext>
            </a:extLst>
          </p:cNvPr>
          <p:cNvSpPr txBox="1"/>
          <p:nvPr/>
        </p:nvSpPr>
        <p:spPr>
          <a:xfrm>
            <a:off x="7405540" y="4058558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59663D"/>
                </a:solidFill>
                <a:latin typeface="Roboto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C7DE9D-E3F4-969C-2690-D824311191AC}"/>
              </a:ext>
            </a:extLst>
          </p:cNvPr>
          <p:cNvSpPr txBox="1"/>
          <p:nvPr/>
        </p:nvSpPr>
        <p:spPr>
          <a:xfrm>
            <a:off x="7832225" y="3969405"/>
            <a:ext cx="1119378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92BD39"/>
                </a:solidFill>
                <a:latin typeface="Roboto"/>
              </a:rPr>
              <a:t>Diet Suggestions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4F0891-97B8-ACE2-3A10-55C34E56A5BF}"/>
              </a:ext>
            </a:extLst>
          </p:cNvPr>
          <p:cNvSpPr txBox="1"/>
          <p:nvPr/>
        </p:nvSpPr>
        <p:spPr>
          <a:xfrm>
            <a:off x="4552612" y="2116982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884542"/>
                </a:solidFill>
                <a:latin typeface="Roboto"/>
              </a:rPr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874E62-EDAF-5DDA-3039-F3D32F43D82E}"/>
              </a:ext>
            </a:extLst>
          </p:cNvPr>
          <p:cNvSpPr txBox="1"/>
          <p:nvPr/>
        </p:nvSpPr>
        <p:spPr>
          <a:xfrm>
            <a:off x="7832225" y="4204968"/>
            <a:ext cx="123825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Provide tailored dietary
recommendations.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0ED148-03E3-4536-79F5-56AF98CDF5DE}"/>
              </a:ext>
            </a:extLst>
          </p:cNvPr>
          <p:cNvSpPr txBox="1"/>
          <p:nvPr/>
        </p:nvSpPr>
        <p:spPr>
          <a:xfrm>
            <a:off x="3103298" y="4643013"/>
            <a:ext cx="125806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3CC583"/>
                </a:solidFill>
                <a:latin typeface="Roboto"/>
              </a:rPr>
              <a:t>Show BMI/Calories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C4D6D6-137E-EB85-AE73-286191B5BBB0}"/>
              </a:ext>
            </a:extLst>
          </p:cNvPr>
          <p:cNvSpPr txBox="1"/>
          <p:nvPr/>
        </p:nvSpPr>
        <p:spPr>
          <a:xfrm>
            <a:off x="3132884" y="2027829"/>
            <a:ext cx="114909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E55753"/>
                </a:solidFill>
                <a:latin typeface="Roboto"/>
              </a:rPr>
              <a:t>Day
Selection/Update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8EAE96-EA62-4CFB-E933-BA40083B0E9E}"/>
              </a:ext>
            </a:extLst>
          </p:cNvPr>
          <p:cNvSpPr txBox="1"/>
          <p:nvPr/>
        </p:nvSpPr>
        <p:spPr>
          <a:xfrm>
            <a:off x="4552612" y="4732166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3F6A56"/>
                </a:solidFill>
                <a:latin typeface="Roboto"/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7FD079-49AD-38E4-D3A4-0A51864A31F4}"/>
              </a:ext>
            </a:extLst>
          </p:cNvPr>
          <p:cNvSpPr txBox="1"/>
          <p:nvPr/>
        </p:nvSpPr>
        <p:spPr>
          <a:xfrm>
            <a:off x="3090619" y="4878576"/>
            <a:ext cx="113919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484848"/>
                </a:solidFill>
                <a:latin typeface="Roboto"/>
              </a:rPr>
              <a:t>Display user's BMI and
calorie needs.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EF73CE-1BE2-BA34-D459-C189E391CE0E}"/>
              </a:ext>
            </a:extLst>
          </p:cNvPr>
          <p:cNvSpPr txBox="1"/>
          <p:nvPr/>
        </p:nvSpPr>
        <p:spPr>
          <a:xfrm>
            <a:off x="7405540" y="5366150"/>
            <a:ext cx="128778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15C87"/>
                </a:solidFill>
                <a:latin typeface="Roboto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0A76C9-1145-6968-F4C5-2626B06E2F1E}"/>
              </a:ext>
            </a:extLst>
          </p:cNvPr>
          <p:cNvSpPr txBox="1"/>
          <p:nvPr/>
        </p:nvSpPr>
        <p:spPr>
          <a:xfrm>
            <a:off x="7832225" y="5276997"/>
            <a:ext cx="106984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E88E7"/>
                </a:solidFill>
                <a:latin typeface="Roboto"/>
              </a:rPr>
              <a:t>Collect Personal
Info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2E5DA9-1273-6668-4176-C9FDE2B7CB84}"/>
              </a:ext>
            </a:extLst>
          </p:cNvPr>
          <p:cNvSpPr txBox="1"/>
          <p:nvPr/>
        </p:nvSpPr>
        <p:spPr>
          <a:xfrm>
            <a:off x="7832225" y="5671056"/>
            <a:ext cx="1277874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484848"/>
                </a:solidFill>
                <a:latin typeface="Roboto"/>
              </a:rPr>
              <a:t>Gather user's health and
fitness data.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BF533669-F890-4261-7DE4-8FCB57373AE3}"/>
              </a:ext>
            </a:extLst>
          </p:cNvPr>
          <p:cNvSpPr/>
          <p:nvPr/>
        </p:nvSpPr>
        <p:spPr>
          <a:xfrm>
            <a:off x="5196243" y="2780156"/>
            <a:ext cx="395575" cy="398483"/>
          </a:xfrm>
          <a:custGeom>
            <a:avLst/>
            <a:gdLst/>
            <a:ahLst/>
            <a:cxnLst/>
            <a:rect l="0" t="0" r="0" b="0"/>
            <a:pathLst>
              <a:path w="395575" h="398483">
                <a:moveTo>
                  <a:pt x="208682" y="186893"/>
                </a:moveTo>
                <a:cubicBezTo>
                  <a:pt x="183560" y="161756"/>
                  <a:pt x="144177" y="157876"/>
                  <a:pt x="114633" y="177627"/>
                </a:cubicBezTo>
                <a:cubicBezTo>
                  <a:pt x="85089" y="197377"/>
                  <a:pt x="73620" y="235252"/>
                  <a:pt x="87244" y="268075"/>
                </a:cubicBezTo>
                <a:cubicBezTo>
                  <a:pt x="100869" y="300897"/>
                  <a:pt x="135789" y="319517"/>
                  <a:pt x="170635" y="312539"/>
                </a:cubicBezTo>
                <a:cubicBezTo>
                  <a:pt x="205481" y="305562"/>
                  <a:pt x="230539" y="274932"/>
                  <a:pt x="230475" y="239394"/>
                </a:cubicBezTo>
                <a:cubicBezTo>
                  <a:pt x="230500" y="230899"/>
                  <a:pt x="229047" y="222463"/>
                  <a:pt x="226182" y="214464"/>
                </a:cubicBezTo>
                <a:moveTo>
                  <a:pt x="277363" y="168567"/>
                </a:moveTo>
                <a:cubicBezTo>
                  <a:pt x="315310" y="232328"/>
                  <a:pt x="297206" y="314599"/>
                  <a:pt x="235999" y="356541"/>
                </a:cubicBezTo>
                <a:cubicBezTo>
                  <a:pt x="174792" y="398483"/>
                  <a:pt x="91532" y="385671"/>
                  <a:pt x="45766" y="327268"/>
                </a:cubicBezTo>
                <a:cubicBezTo>
                  <a:pt x="0" y="268865"/>
                  <a:pt x="7467" y="184957"/>
                  <a:pt x="62827" y="135554"/>
                </a:cubicBezTo>
                <a:cubicBezTo>
                  <a:pt x="118188" y="86151"/>
                  <a:pt x="202401" y="88243"/>
                  <a:pt x="255240" y="140335"/>
                </a:cubicBezTo>
                <a:moveTo>
                  <a:pt x="56955" y="338620"/>
                </a:moveTo>
                <a:lnTo>
                  <a:pt x="15845" y="379730"/>
                </a:lnTo>
                <a:moveTo>
                  <a:pt x="296515" y="379730"/>
                </a:moveTo>
                <a:lnTo>
                  <a:pt x="255405" y="338620"/>
                </a:lnTo>
                <a:moveTo>
                  <a:pt x="278849" y="116725"/>
                </a:moveTo>
                <a:lnTo>
                  <a:pt x="272906" y="52501"/>
                </a:lnTo>
                <a:lnTo>
                  <a:pt x="325408" y="0"/>
                </a:lnTo>
                <a:lnTo>
                  <a:pt x="343073" y="52501"/>
                </a:lnTo>
                <a:lnTo>
                  <a:pt x="395575" y="70167"/>
                </a:lnTo>
                <a:lnTo>
                  <a:pt x="343073" y="122669"/>
                </a:lnTo>
                <a:close/>
                <a:moveTo>
                  <a:pt x="156180" y="239395"/>
                </a:moveTo>
                <a:lnTo>
                  <a:pt x="321280" y="74295"/>
                </a:ln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C35CD06F-7874-CD48-5B2C-B6DE9B175770}"/>
              </a:ext>
            </a:extLst>
          </p:cNvPr>
          <p:cNvSpPr/>
          <p:nvPr/>
        </p:nvSpPr>
        <p:spPr>
          <a:xfrm>
            <a:off x="6400808" y="3414139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0" y="189865"/>
                </a:moveTo>
                <a:cubicBezTo>
                  <a:pt x="0" y="85005"/>
                  <a:pt x="85005" y="0"/>
                  <a:pt x="189865" y="0"/>
                </a:cubicBezTo>
                <a:cubicBezTo>
                  <a:pt x="294724" y="0"/>
                  <a:pt x="379730" y="85005"/>
                  <a:pt x="379730" y="189865"/>
                </a:cubicBezTo>
                <a:cubicBezTo>
                  <a:pt x="379730" y="294724"/>
                  <a:pt x="294724" y="379730"/>
                  <a:pt x="189865" y="379730"/>
                </a:cubicBezTo>
                <a:cubicBezTo>
                  <a:pt x="85005" y="379730"/>
                  <a:pt x="0" y="294724"/>
                  <a:pt x="0" y="189865"/>
                </a:cubicBezTo>
                <a:moveTo>
                  <a:pt x="117221" y="166916"/>
                </a:moveTo>
                <a:lnTo>
                  <a:pt x="82550" y="201587"/>
                </a:lnTo>
                <a:cubicBezTo>
                  <a:pt x="75457" y="208550"/>
                  <a:pt x="71879" y="218338"/>
                  <a:pt x="72808" y="228233"/>
                </a:cubicBezTo>
                <a:cubicBezTo>
                  <a:pt x="73737" y="238129"/>
                  <a:pt x="79073" y="247080"/>
                  <a:pt x="87337" y="252603"/>
                </a:cubicBezTo>
                <a:lnTo>
                  <a:pt x="206375" y="333667"/>
                </a:lnTo>
                <a:cubicBezTo>
                  <a:pt x="219563" y="342641"/>
                  <a:pt x="237281" y="340904"/>
                  <a:pt x="248475" y="329539"/>
                </a:cubicBezTo>
                <a:lnTo>
                  <a:pt x="248475" y="329539"/>
                </a:lnTo>
                <a:cubicBezTo>
                  <a:pt x="260273" y="318010"/>
                  <a:pt x="261753" y="299544"/>
                  <a:pt x="251942" y="286283"/>
                </a:cubicBezTo>
                <a:lnTo>
                  <a:pt x="167081" y="170713"/>
                </a:lnTo>
                <a:cubicBezTo>
                  <a:pt x="161378" y="162986"/>
                  <a:pt x="152595" y="158125"/>
                  <a:pt x="143020" y="157396"/>
                </a:cubicBezTo>
                <a:cubicBezTo>
                  <a:pt x="133445" y="156667"/>
                  <a:pt x="124027" y="160142"/>
                  <a:pt x="117220" y="166916"/>
                </a:cubicBezTo>
                <a:close/>
                <a:moveTo>
                  <a:pt x="101206" y="262013"/>
                </a:moveTo>
                <a:lnTo>
                  <a:pt x="133235" y="229984"/>
                </a:lnTo>
                <a:moveTo>
                  <a:pt x="173024" y="246989"/>
                </a:moveTo>
                <a:lnTo>
                  <a:pt x="202082" y="217766"/>
                </a:lnTo>
                <a:moveTo>
                  <a:pt x="182270" y="316992"/>
                </a:moveTo>
                <a:lnTo>
                  <a:pt x="206870" y="292392"/>
                </a:lnTo>
                <a:moveTo>
                  <a:pt x="31534" y="194322"/>
                </a:moveTo>
                <a:lnTo>
                  <a:pt x="99225" y="184746"/>
                </a:lnTo>
                <a:moveTo>
                  <a:pt x="53987" y="139344"/>
                </a:moveTo>
                <a:lnTo>
                  <a:pt x="99225" y="184746"/>
                </a:lnTo>
                <a:moveTo>
                  <a:pt x="108966" y="117055"/>
                </a:moveTo>
                <a:lnTo>
                  <a:pt x="99225" y="184746"/>
                </a:lnTo>
                <a:moveTo>
                  <a:pt x="222885" y="127127"/>
                </a:moveTo>
                <a:lnTo>
                  <a:pt x="231635" y="110617"/>
                </a:lnTo>
                <a:cubicBezTo>
                  <a:pt x="233196" y="111674"/>
                  <a:pt x="234927" y="112455"/>
                  <a:pt x="236753" y="112928"/>
                </a:cubicBezTo>
                <a:cubicBezTo>
                  <a:pt x="243721" y="115232"/>
                  <a:pt x="251393" y="113460"/>
                  <a:pt x="256644" y="108333"/>
                </a:cubicBezTo>
                <a:cubicBezTo>
                  <a:pt x="261896" y="103206"/>
                  <a:pt x="263852" y="95580"/>
                  <a:pt x="261717" y="88558"/>
                </a:cubicBezTo>
                <a:cubicBezTo>
                  <a:pt x="259582" y="81536"/>
                  <a:pt x="253711" y="76290"/>
                  <a:pt x="246494" y="74955"/>
                </a:cubicBezTo>
                <a:cubicBezTo>
                  <a:pt x="246599" y="59918"/>
                  <a:pt x="236531" y="46709"/>
                  <a:pt x="222004" y="42825"/>
                </a:cubicBezTo>
                <a:cubicBezTo>
                  <a:pt x="207477" y="38940"/>
                  <a:pt x="192160" y="45362"/>
                  <a:pt x="184746" y="58445"/>
                </a:cubicBezTo>
                <a:cubicBezTo>
                  <a:pt x="174443" y="55299"/>
                  <a:pt x="163540" y="61102"/>
                  <a:pt x="160394" y="71405"/>
                </a:cubicBezTo>
                <a:cubicBezTo>
                  <a:pt x="157248" y="81709"/>
                  <a:pt x="163051" y="92612"/>
                  <a:pt x="173355" y="95758"/>
                </a:cubicBezTo>
                <a:cubicBezTo>
                  <a:pt x="175212" y="96078"/>
                  <a:pt x="177111" y="96078"/>
                  <a:pt x="178968" y="95758"/>
                </a:cubicBezTo>
                <a:lnTo>
                  <a:pt x="177977" y="114084"/>
                </a:lnTo>
                <a:close/>
                <a:moveTo>
                  <a:pt x="317322" y="208026"/>
                </a:moveTo>
                <a:lnTo>
                  <a:pt x="316331" y="189865"/>
                </a:lnTo>
                <a:cubicBezTo>
                  <a:pt x="318195" y="190094"/>
                  <a:pt x="320080" y="190094"/>
                  <a:pt x="321945" y="189865"/>
                </a:cubicBezTo>
                <a:cubicBezTo>
                  <a:pt x="328833" y="187998"/>
                  <a:pt x="334168" y="182542"/>
                  <a:pt x="335879" y="175613"/>
                </a:cubicBezTo>
                <a:cubicBezTo>
                  <a:pt x="337591" y="168684"/>
                  <a:pt x="335410" y="161372"/>
                  <a:pt x="330183" y="156512"/>
                </a:cubicBezTo>
                <a:cubicBezTo>
                  <a:pt x="324955" y="151653"/>
                  <a:pt x="317504" y="150010"/>
                  <a:pt x="310718" y="152222"/>
                </a:cubicBezTo>
                <a:cubicBezTo>
                  <a:pt x="303304" y="139139"/>
                  <a:pt x="287987" y="132717"/>
                  <a:pt x="273460" y="136601"/>
                </a:cubicBezTo>
                <a:cubicBezTo>
                  <a:pt x="258933" y="140486"/>
                  <a:pt x="248865" y="153695"/>
                  <a:pt x="248970" y="168732"/>
                </a:cubicBezTo>
                <a:cubicBezTo>
                  <a:pt x="241754" y="170067"/>
                  <a:pt x="235882" y="175313"/>
                  <a:pt x="233747" y="182335"/>
                </a:cubicBezTo>
                <a:cubicBezTo>
                  <a:pt x="231612" y="189356"/>
                  <a:pt x="233568" y="196983"/>
                  <a:pt x="238820" y="202110"/>
                </a:cubicBezTo>
                <a:cubicBezTo>
                  <a:pt x="244072" y="207236"/>
                  <a:pt x="251743" y="209009"/>
                  <a:pt x="258711" y="206705"/>
                </a:cubicBezTo>
                <a:cubicBezTo>
                  <a:pt x="260580" y="206208"/>
                  <a:pt x="262361" y="205428"/>
                  <a:pt x="263994" y="204393"/>
                </a:cubicBezTo>
                <a:lnTo>
                  <a:pt x="272580" y="220903"/>
                </a:lnTo>
                <a:close/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5EEA1E9-F709-3547-6962-6C8AE2BAE029}"/>
              </a:ext>
            </a:extLst>
          </p:cNvPr>
          <p:cNvSpPr/>
          <p:nvPr/>
        </p:nvSpPr>
        <p:spPr>
          <a:xfrm>
            <a:off x="6392554" y="2058669"/>
            <a:ext cx="382371" cy="383857"/>
          </a:xfrm>
          <a:custGeom>
            <a:avLst/>
            <a:gdLst/>
            <a:ahLst/>
            <a:cxnLst/>
            <a:rect l="0" t="0" r="0" b="0"/>
            <a:pathLst>
              <a:path w="382371" h="383857">
                <a:moveTo>
                  <a:pt x="0" y="0"/>
                </a:moveTo>
                <a:moveTo>
                  <a:pt x="199110" y="167576"/>
                </a:moveTo>
                <a:cubicBezTo>
                  <a:pt x="242829" y="245305"/>
                  <a:pt x="284599" y="277665"/>
                  <a:pt x="357606" y="340931"/>
                </a:cubicBezTo>
                <a:cubicBezTo>
                  <a:pt x="369163" y="349186"/>
                  <a:pt x="369163" y="365696"/>
                  <a:pt x="360908" y="375602"/>
                </a:cubicBezTo>
                <a:cubicBezTo>
                  <a:pt x="355955" y="380555"/>
                  <a:pt x="349351" y="383857"/>
                  <a:pt x="342747" y="383857"/>
                </a:cubicBezTo>
                <a:cubicBezTo>
                  <a:pt x="336143" y="383857"/>
                  <a:pt x="331190" y="380555"/>
                  <a:pt x="326237" y="377253"/>
                </a:cubicBezTo>
                <a:lnTo>
                  <a:pt x="210667" y="276542"/>
                </a:lnTo>
                <a:cubicBezTo>
                  <a:pt x="209016" y="278193"/>
                  <a:pt x="205714" y="279844"/>
                  <a:pt x="202412" y="279844"/>
                </a:cubicBezTo>
                <a:lnTo>
                  <a:pt x="169392" y="286448"/>
                </a:lnTo>
                <a:cubicBezTo>
                  <a:pt x="167741" y="286448"/>
                  <a:pt x="166090" y="288099"/>
                  <a:pt x="164439" y="291401"/>
                </a:cubicBezTo>
                <a:cubicBezTo>
                  <a:pt x="162788" y="294703"/>
                  <a:pt x="164439" y="298005"/>
                  <a:pt x="166090" y="299656"/>
                </a:cubicBezTo>
                <a:lnTo>
                  <a:pt x="204063" y="340931"/>
                </a:lnTo>
                <a:cubicBezTo>
                  <a:pt x="212318" y="350837"/>
                  <a:pt x="212318" y="365696"/>
                  <a:pt x="202412" y="375602"/>
                </a:cubicBezTo>
                <a:cubicBezTo>
                  <a:pt x="197459" y="380555"/>
                  <a:pt x="192506" y="382206"/>
                  <a:pt x="185902" y="382206"/>
                </a:cubicBezTo>
                <a:cubicBezTo>
                  <a:pt x="179298" y="382206"/>
                  <a:pt x="172694" y="378904"/>
                  <a:pt x="167741" y="373951"/>
                </a:cubicBezTo>
                <a:lnTo>
                  <a:pt x="129768" y="332676"/>
                </a:lnTo>
                <a:cubicBezTo>
                  <a:pt x="116560" y="316166"/>
                  <a:pt x="111607" y="296354"/>
                  <a:pt x="118211" y="276542"/>
                </a:cubicBezTo>
                <a:cubicBezTo>
                  <a:pt x="124815" y="258381"/>
                  <a:pt x="139674" y="243522"/>
                  <a:pt x="159486" y="238569"/>
                </a:cubicBezTo>
                <a:lnTo>
                  <a:pt x="182600" y="233616"/>
                </a:lnTo>
                <a:lnTo>
                  <a:pt x="157835" y="189039"/>
                </a:lnTo>
                <a:lnTo>
                  <a:pt x="149580" y="193992"/>
                </a:lnTo>
                <a:cubicBezTo>
                  <a:pt x="136372" y="200596"/>
                  <a:pt x="123164" y="203898"/>
                  <a:pt x="108305" y="203898"/>
                </a:cubicBezTo>
                <a:cubicBezTo>
                  <a:pt x="81889" y="203898"/>
                  <a:pt x="55473" y="192341"/>
                  <a:pt x="37312" y="170878"/>
                </a:cubicBezTo>
                <a:lnTo>
                  <a:pt x="19151" y="147764"/>
                </a:lnTo>
                <a:cubicBezTo>
                  <a:pt x="10896" y="137858"/>
                  <a:pt x="12547" y="121348"/>
                  <a:pt x="22453" y="113093"/>
                </a:cubicBezTo>
                <a:cubicBezTo>
                  <a:pt x="32359" y="104838"/>
                  <a:pt x="48869" y="106489"/>
                  <a:pt x="57124" y="116395"/>
                </a:cubicBezTo>
                <a:lnTo>
                  <a:pt x="75285" y="139509"/>
                </a:lnTo>
                <a:cubicBezTo>
                  <a:pt x="88493" y="154368"/>
                  <a:pt x="109956" y="157670"/>
                  <a:pt x="126466" y="149415"/>
                </a:cubicBezTo>
                <a:lnTo>
                  <a:pt x="156184" y="132905"/>
                </a:lnTo>
                <a:lnTo>
                  <a:pt x="195808" y="113093"/>
                </a:lnTo>
                <a:moveTo>
                  <a:pt x="242036" y="111442"/>
                </a:moveTo>
                <a:cubicBezTo>
                  <a:pt x="242036" y="74969"/>
                  <a:pt x="271603" y="45402"/>
                  <a:pt x="308076" y="45402"/>
                </a:cubicBezTo>
                <a:cubicBezTo>
                  <a:pt x="344549" y="45402"/>
                  <a:pt x="374116" y="74969"/>
                  <a:pt x="374116" y="111442"/>
                </a:cubicBezTo>
                <a:cubicBezTo>
                  <a:pt x="374116" y="147915"/>
                  <a:pt x="344549" y="177482"/>
                  <a:pt x="308076" y="177482"/>
                </a:cubicBezTo>
                <a:cubicBezTo>
                  <a:pt x="271603" y="177482"/>
                  <a:pt x="242036" y="147915"/>
                  <a:pt x="242036" y="111442"/>
                </a:cubicBezTo>
                <a:close/>
                <a:moveTo>
                  <a:pt x="308076" y="111442"/>
                </a:moveTo>
                <a:lnTo>
                  <a:pt x="291566" y="94932"/>
                </a:lnTo>
                <a:moveTo>
                  <a:pt x="308076" y="45402"/>
                </a:moveTo>
                <a:lnTo>
                  <a:pt x="308076" y="12382"/>
                </a:lnTo>
                <a:moveTo>
                  <a:pt x="283311" y="12382"/>
                </a:moveTo>
                <a:lnTo>
                  <a:pt x="332841" y="12382"/>
                </a:lnTo>
                <a:moveTo>
                  <a:pt x="254353" y="73519"/>
                </a:moveTo>
                <a:lnTo>
                  <a:pt x="233781" y="53657"/>
                </a:lnTo>
                <a:moveTo>
                  <a:pt x="361932" y="73519"/>
                </a:moveTo>
                <a:lnTo>
                  <a:pt x="382371" y="53657"/>
                </a:lnTo>
                <a:moveTo>
                  <a:pt x="126466" y="112730"/>
                </a:moveTo>
                <a:cubicBezTo>
                  <a:pt x="99111" y="112730"/>
                  <a:pt x="76936" y="90554"/>
                  <a:pt x="76936" y="63200"/>
                </a:cubicBezTo>
                <a:cubicBezTo>
                  <a:pt x="76936" y="35845"/>
                  <a:pt x="99111" y="13670"/>
                  <a:pt x="126466" y="13670"/>
                </a:cubicBezTo>
                <a:cubicBezTo>
                  <a:pt x="153821" y="13670"/>
                  <a:pt x="175996" y="35845"/>
                  <a:pt x="175996" y="63200"/>
                </a:cubicBezTo>
                <a:cubicBezTo>
                  <a:pt x="175996" y="90554"/>
                  <a:pt x="153821" y="112730"/>
                  <a:pt x="126466" y="112730"/>
                </a:cubicBezTo>
                <a:close/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5637E8F-6278-4B55-8078-880CE960DC25}"/>
              </a:ext>
            </a:extLst>
          </p:cNvPr>
          <p:cNvSpPr/>
          <p:nvPr/>
        </p:nvSpPr>
        <p:spPr>
          <a:xfrm>
            <a:off x="5228598" y="4087747"/>
            <a:ext cx="346710" cy="379730"/>
          </a:xfrm>
          <a:custGeom>
            <a:avLst/>
            <a:gdLst/>
            <a:ahLst/>
            <a:cxnLst/>
            <a:rect l="0" t="0" r="0" b="0"/>
            <a:pathLst>
              <a:path w="346710" h="379730">
                <a:moveTo>
                  <a:pt x="332082" y="374083"/>
                </a:moveTo>
                <a:cubicBezTo>
                  <a:pt x="330959" y="377453"/>
                  <a:pt x="327807" y="379727"/>
                  <a:pt x="324256" y="379730"/>
                </a:cubicBezTo>
                <a:lnTo>
                  <a:pt x="22453" y="379730"/>
                </a:lnTo>
                <a:cubicBezTo>
                  <a:pt x="18901" y="379727"/>
                  <a:pt x="15750" y="377453"/>
                  <a:pt x="14627" y="374083"/>
                </a:cubicBezTo>
                <a:lnTo>
                  <a:pt x="3615" y="341063"/>
                </a:lnTo>
                <a:cubicBezTo>
                  <a:pt x="2776" y="338544"/>
                  <a:pt x="3200" y="335775"/>
                  <a:pt x="4754" y="333623"/>
                </a:cubicBezTo>
                <a:cubicBezTo>
                  <a:pt x="6308" y="331470"/>
                  <a:pt x="8802" y="330196"/>
                  <a:pt x="11457" y="330200"/>
                </a:cubicBezTo>
                <a:lnTo>
                  <a:pt x="335251" y="330200"/>
                </a:lnTo>
                <a:cubicBezTo>
                  <a:pt x="337906" y="330196"/>
                  <a:pt x="340401" y="331470"/>
                  <a:pt x="341955" y="333623"/>
                </a:cubicBezTo>
                <a:cubicBezTo>
                  <a:pt x="343509" y="335775"/>
                  <a:pt x="343933" y="338544"/>
                  <a:pt x="343094" y="341063"/>
                </a:cubicBezTo>
                <a:close/>
                <a:moveTo>
                  <a:pt x="0" y="280670"/>
                </a:moveTo>
                <a:lnTo>
                  <a:pt x="165100" y="280670"/>
                </a:lnTo>
                <a:moveTo>
                  <a:pt x="82550" y="330200"/>
                </a:moveTo>
                <a:lnTo>
                  <a:pt x="82550" y="280670"/>
                </a:lnTo>
                <a:moveTo>
                  <a:pt x="264160" y="0"/>
                </a:moveTo>
                <a:cubicBezTo>
                  <a:pt x="309751" y="0"/>
                  <a:pt x="346710" y="36958"/>
                  <a:pt x="346710" y="82550"/>
                </a:cubicBezTo>
                <a:cubicBezTo>
                  <a:pt x="346710" y="128141"/>
                  <a:pt x="309751" y="165100"/>
                  <a:pt x="264160" y="165100"/>
                </a:cubicBezTo>
                <a:cubicBezTo>
                  <a:pt x="218568" y="165100"/>
                  <a:pt x="181610" y="128141"/>
                  <a:pt x="181610" y="82550"/>
                </a:cubicBezTo>
                <a:cubicBezTo>
                  <a:pt x="181610" y="36958"/>
                  <a:pt x="218568" y="0"/>
                  <a:pt x="264160" y="0"/>
                </a:cubicBezTo>
                <a:close/>
                <a:moveTo>
                  <a:pt x="345042" y="99060"/>
                </a:moveTo>
                <a:lnTo>
                  <a:pt x="183261" y="99060"/>
                </a:lnTo>
                <a:moveTo>
                  <a:pt x="272415" y="99060"/>
                </a:moveTo>
                <a:lnTo>
                  <a:pt x="231140" y="57785"/>
                </a:lnTo>
                <a:moveTo>
                  <a:pt x="231140" y="158215"/>
                </a:moveTo>
                <a:lnTo>
                  <a:pt x="231140" y="330200"/>
                </a:lnTo>
                <a:moveTo>
                  <a:pt x="297180" y="158215"/>
                </a:moveTo>
                <a:lnTo>
                  <a:pt x="297180" y="330200"/>
                </a:lnTo>
                <a:moveTo>
                  <a:pt x="24765" y="239395"/>
                </a:moveTo>
                <a:cubicBezTo>
                  <a:pt x="15337" y="224293"/>
                  <a:pt x="9953" y="207021"/>
                  <a:pt x="9130" y="189237"/>
                </a:cubicBezTo>
                <a:cubicBezTo>
                  <a:pt x="9130" y="159437"/>
                  <a:pt x="28562" y="134490"/>
                  <a:pt x="51890" y="134490"/>
                </a:cubicBezTo>
                <a:cubicBezTo>
                  <a:pt x="75219" y="134490"/>
                  <a:pt x="75186" y="144545"/>
                  <a:pt x="82995" y="144545"/>
                </a:cubicBezTo>
                <a:cubicBezTo>
                  <a:pt x="90805" y="144545"/>
                  <a:pt x="90755" y="134490"/>
                  <a:pt x="114084" y="134490"/>
                </a:cubicBezTo>
                <a:cubicBezTo>
                  <a:pt x="137412" y="134490"/>
                  <a:pt x="156845" y="159519"/>
                  <a:pt x="156845" y="189237"/>
                </a:cubicBezTo>
                <a:cubicBezTo>
                  <a:pt x="156038" y="206854"/>
                  <a:pt x="150754" y="223975"/>
                  <a:pt x="141490" y="238982"/>
                </a:cubicBezTo>
                <a:moveTo>
                  <a:pt x="82550" y="144528"/>
                </a:moveTo>
                <a:lnTo>
                  <a:pt x="82550" y="134490"/>
                </a:lnTo>
                <a:cubicBezTo>
                  <a:pt x="80797" y="122140"/>
                  <a:pt x="84166" y="109609"/>
                  <a:pt x="91875" y="99802"/>
                </a:cubicBezTo>
                <a:cubicBezTo>
                  <a:pt x="99584" y="89996"/>
                  <a:pt x="110964" y="83763"/>
                  <a:pt x="123379" y="82550"/>
                </a:cubicBez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16FCBEC-2512-7864-892A-03CF9C8521BC}"/>
              </a:ext>
            </a:extLst>
          </p:cNvPr>
          <p:cNvSpPr/>
          <p:nvPr/>
        </p:nvSpPr>
        <p:spPr>
          <a:xfrm>
            <a:off x="5212088" y="1472583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181610" y="280670"/>
                </a:moveTo>
                <a:cubicBezTo>
                  <a:pt x="181610" y="225960"/>
                  <a:pt x="225960" y="181610"/>
                  <a:pt x="280670" y="181610"/>
                </a:cubicBezTo>
                <a:cubicBezTo>
                  <a:pt x="335379" y="181610"/>
                  <a:pt x="379730" y="225960"/>
                  <a:pt x="379730" y="280670"/>
                </a:cubicBezTo>
                <a:cubicBezTo>
                  <a:pt x="379730" y="335379"/>
                  <a:pt x="335379" y="379730"/>
                  <a:pt x="280670" y="379730"/>
                </a:cubicBezTo>
                <a:cubicBezTo>
                  <a:pt x="225960" y="379730"/>
                  <a:pt x="181610" y="335379"/>
                  <a:pt x="181610" y="280670"/>
                </a:cubicBezTo>
                <a:close/>
                <a:moveTo>
                  <a:pt x="233418" y="292375"/>
                </a:moveTo>
                <a:lnTo>
                  <a:pt x="258183" y="317140"/>
                </a:lnTo>
                <a:cubicBezTo>
                  <a:pt x="260723" y="319678"/>
                  <a:pt x="264239" y="320989"/>
                  <a:pt x="267820" y="320736"/>
                </a:cubicBezTo>
                <a:cubicBezTo>
                  <a:pt x="271402" y="320483"/>
                  <a:pt x="274698" y="318689"/>
                  <a:pt x="276856" y="315819"/>
                </a:cubicBezTo>
                <a:lnTo>
                  <a:pt x="324817" y="251860"/>
                </a:lnTo>
                <a:moveTo>
                  <a:pt x="148590" y="297163"/>
                </a:moveTo>
                <a:lnTo>
                  <a:pt x="16510" y="297163"/>
                </a:lnTo>
                <a:cubicBezTo>
                  <a:pt x="7391" y="297163"/>
                  <a:pt x="0" y="289771"/>
                  <a:pt x="0" y="280653"/>
                </a:cubicBezTo>
                <a:lnTo>
                  <a:pt x="0" y="49513"/>
                </a:lnTo>
                <a:cubicBezTo>
                  <a:pt x="0" y="40395"/>
                  <a:pt x="7391" y="33003"/>
                  <a:pt x="16510" y="33003"/>
                </a:cubicBezTo>
                <a:lnTo>
                  <a:pt x="313690" y="33003"/>
                </a:lnTo>
                <a:cubicBezTo>
                  <a:pt x="322808" y="33003"/>
                  <a:pt x="330200" y="40395"/>
                  <a:pt x="330200" y="49513"/>
                </a:cubicBezTo>
                <a:lnTo>
                  <a:pt x="330200" y="156828"/>
                </a:lnTo>
                <a:moveTo>
                  <a:pt x="82550" y="82550"/>
                </a:moveTo>
                <a:lnTo>
                  <a:pt x="82550" y="0"/>
                </a:lnTo>
                <a:moveTo>
                  <a:pt x="247650" y="82550"/>
                </a:moveTo>
                <a:lnTo>
                  <a:pt x="247650" y="0"/>
                </a:lnTo>
                <a:moveTo>
                  <a:pt x="0" y="115570"/>
                </a:moveTo>
                <a:lnTo>
                  <a:pt x="330200" y="115570"/>
                </a:ln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760B0B1-53FF-A385-55CE-ADEBB379A6F9}"/>
              </a:ext>
            </a:extLst>
          </p:cNvPr>
          <p:cNvSpPr/>
          <p:nvPr/>
        </p:nvSpPr>
        <p:spPr>
          <a:xfrm>
            <a:off x="6400808" y="4721731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222885" y="330200"/>
                </a:moveTo>
                <a:lnTo>
                  <a:pt x="16510" y="330200"/>
                </a:lnTo>
                <a:cubicBezTo>
                  <a:pt x="7391" y="330200"/>
                  <a:pt x="0" y="322808"/>
                  <a:pt x="0" y="313690"/>
                </a:cubicBezTo>
                <a:lnTo>
                  <a:pt x="0" y="16510"/>
                </a:lnTo>
                <a:cubicBezTo>
                  <a:pt x="0" y="7391"/>
                  <a:pt x="7391" y="0"/>
                  <a:pt x="16510" y="0"/>
                </a:cubicBezTo>
                <a:lnTo>
                  <a:pt x="247650" y="0"/>
                </a:lnTo>
                <a:cubicBezTo>
                  <a:pt x="256768" y="0"/>
                  <a:pt x="264160" y="7391"/>
                  <a:pt x="264160" y="16510"/>
                </a:cubicBezTo>
                <a:lnTo>
                  <a:pt x="264160" y="115570"/>
                </a:lnTo>
                <a:moveTo>
                  <a:pt x="198120" y="49530"/>
                </a:moveTo>
                <a:lnTo>
                  <a:pt x="99060" y="49530"/>
                </a:lnTo>
                <a:moveTo>
                  <a:pt x="198120" y="99060"/>
                </a:moveTo>
                <a:lnTo>
                  <a:pt x="99060" y="99060"/>
                </a:lnTo>
                <a:moveTo>
                  <a:pt x="140335" y="148590"/>
                </a:moveTo>
                <a:lnTo>
                  <a:pt x="99060" y="148590"/>
                </a:lnTo>
                <a:moveTo>
                  <a:pt x="49530" y="45402"/>
                </a:moveTo>
                <a:cubicBezTo>
                  <a:pt x="47250" y="45402"/>
                  <a:pt x="45402" y="47250"/>
                  <a:pt x="45402" y="49530"/>
                </a:cubicBezTo>
                <a:cubicBezTo>
                  <a:pt x="45402" y="51809"/>
                  <a:pt x="47250" y="53657"/>
                  <a:pt x="49530" y="53657"/>
                </a:cubicBezTo>
                <a:cubicBezTo>
                  <a:pt x="51809" y="53657"/>
                  <a:pt x="53657" y="51809"/>
                  <a:pt x="53657" y="49530"/>
                </a:cubicBezTo>
                <a:cubicBezTo>
                  <a:pt x="53657" y="47250"/>
                  <a:pt x="51809" y="45402"/>
                  <a:pt x="49530" y="45402"/>
                </a:cubicBezTo>
                <a:moveTo>
                  <a:pt x="49530" y="94932"/>
                </a:moveTo>
                <a:cubicBezTo>
                  <a:pt x="47250" y="94932"/>
                  <a:pt x="45402" y="96780"/>
                  <a:pt x="45402" y="99060"/>
                </a:cubicBezTo>
                <a:cubicBezTo>
                  <a:pt x="45402" y="101339"/>
                  <a:pt x="47250" y="103187"/>
                  <a:pt x="49530" y="103187"/>
                </a:cubicBezTo>
                <a:cubicBezTo>
                  <a:pt x="51809" y="103187"/>
                  <a:pt x="53657" y="101339"/>
                  <a:pt x="53657" y="99060"/>
                </a:cubicBezTo>
                <a:cubicBezTo>
                  <a:pt x="53657" y="96780"/>
                  <a:pt x="51809" y="94932"/>
                  <a:pt x="49530" y="94932"/>
                </a:cubicBezTo>
                <a:moveTo>
                  <a:pt x="49530" y="144462"/>
                </a:moveTo>
                <a:cubicBezTo>
                  <a:pt x="47250" y="144462"/>
                  <a:pt x="45402" y="146310"/>
                  <a:pt x="45402" y="148590"/>
                </a:cubicBezTo>
                <a:cubicBezTo>
                  <a:pt x="45402" y="150869"/>
                  <a:pt x="47250" y="152717"/>
                  <a:pt x="49530" y="152717"/>
                </a:cubicBezTo>
                <a:cubicBezTo>
                  <a:pt x="51809" y="152717"/>
                  <a:pt x="53657" y="150869"/>
                  <a:pt x="53657" y="148590"/>
                </a:cubicBezTo>
                <a:cubicBezTo>
                  <a:pt x="53657" y="146310"/>
                  <a:pt x="51809" y="144462"/>
                  <a:pt x="49530" y="144462"/>
                </a:cubicBezTo>
                <a:moveTo>
                  <a:pt x="279349" y="159651"/>
                </a:moveTo>
                <a:cubicBezTo>
                  <a:pt x="279349" y="159651"/>
                  <a:pt x="269443" y="143141"/>
                  <a:pt x="236258" y="152057"/>
                </a:cubicBezTo>
                <a:cubicBezTo>
                  <a:pt x="188544" y="163944"/>
                  <a:pt x="176822" y="216941"/>
                  <a:pt x="175831" y="223050"/>
                </a:cubicBezTo>
                <a:moveTo>
                  <a:pt x="150075" y="238899"/>
                </a:moveTo>
                <a:lnTo>
                  <a:pt x="120688" y="285953"/>
                </a:lnTo>
                <a:lnTo>
                  <a:pt x="175831" y="281165"/>
                </a:lnTo>
                <a:moveTo>
                  <a:pt x="243027" y="239395"/>
                </a:moveTo>
                <a:lnTo>
                  <a:pt x="330695" y="185737"/>
                </a:lnTo>
                <a:cubicBezTo>
                  <a:pt x="339807" y="177839"/>
                  <a:pt x="341907" y="164526"/>
                  <a:pt x="335667" y="154207"/>
                </a:cubicBezTo>
                <a:cubicBezTo>
                  <a:pt x="329427" y="143888"/>
                  <a:pt x="316661" y="139564"/>
                  <a:pt x="305435" y="143967"/>
                </a:cubicBezTo>
                <a:lnTo>
                  <a:pt x="150075" y="239395"/>
                </a:lnTo>
                <a:lnTo>
                  <a:pt x="175831" y="281660"/>
                </a:lnTo>
                <a:lnTo>
                  <a:pt x="206375" y="262674"/>
                </a:lnTo>
                <a:moveTo>
                  <a:pt x="305435" y="379730"/>
                </a:moveTo>
                <a:lnTo>
                  <a:pt x="300647" y="329044"/>
                </a:lnTo>
                <a:lnTo>
                  <a:pt x="299161" y="329044"/>
                </a:lnTo>
                <a:cubicBezTo>
                  <a:pt x="277159" y="324336"/>
                  <a:pt x="260269" y="306660"/>
                  <a:pt x="256565" y="284467"/>
                </a:cubicBezTo>
                <a:lnTo>
                  <a:pt x="216941" y="271424"/>
                </a:lnTo>
                <a:cubicBezTo>
                  <a:pt x="210087" y="269873"/>
                  <a:pt x="204668" y="264634"/>
                  <a:pt x="202887" y="257837"/>
                </a:cubicBezTo>
                <a:cubicBezTo>
                  <a:pt x="201106" y="251040"/>
                  <a:pt x="203260" y="243816"/>
                  <a:pt x="208473" y="239104"/>
                </a:cubicBezTo>
                <a:cubicBezTo>
                  <a:pt x="213685" y="234392"/>
                  <a:pt x="221089" y="232976"/>
                  <a:pt x="227672" y="235432"/>
                </a:cubicBezTo>
                <a:lnTo>
                  <a:pt x="290575" y="254088"/>
                </a:lnTo>
                <a:moveTo>
                  <a:pt x="314680" y="196138"/>
                </a:moveTo>
                <a:cubicBezTo>
                  <a:pt x="361073" y="234607"/>
                  <a:pt x="379730" y="379730"/>
                  <a:pt x="379730" y="379730"/>
                </a:cubicBez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6DEB129-F53F-DB0C-DCFB-EAD4ED6701D4}"/>
              </a:ext>
            </a:extLst>
          </p:cNvPr>
          <p:cNvGrpSpPr/>
          <p:nvPr/>
        </p:nvGrpSpPr>
        <p:grpSpPr>
          <a:xfrm>
            <a:off x="3444045" y="421126"/>
            <a:ext cx="5483538" cy="850441"/>
            <a:chOff x="2615184" y="237744"/>
            <a:chExt cx="1664208" cy="316992"/>
          </a:xfrm>
          <a:solidFill>
            <a:schemeClr val="accent2"/>
          </a:solidFill>
        </p:grpSpPr>
        <p:sp>
          <p:nvSpPr>
            <p:cNvPr id="67" name="Rounded Rectangle 37">
              <a:extLst>
                <a:ext uri="{FF2B5EF4-FFF2-40B4-BE49-F238E27FC236}">
                  <a16:creationId xmlns:a16="http://schemas.microsoft.com/office/drawing/2014/main" id="{8FB39CA4-03FF-39BA-1D0D-67A7B4D04BF3}"/>
                </a:ext>
              </a:extLst>
            </p:cNvPr>
            <p:cNvSpPr/>
            <p:nvPr/>
          </p:nvSpPr>
          <p:spPr>
            <a:xfrm>
              <a:off x="2615184" y="237744"/>
              <a:ext cx="1664208" cy="316992"/>
            </a:xfrm>
            <a:custGeom>
              <a:avLst/>
              <a:gdLst/>
              <a:ahLst/>
              <a:cxnLst/>
              <a:rect l="0" t="0" r="0" b="0"/>
              <a:pathLst>
                <a:path w="1664208" h="316992">
                  <a:moveTo>
                    <a:pt x="79248" y="0"/>
                  </a:moveTo>
                  <a:lnTo>
                    <a:pt x="1584960" y="0"/>
                  </a:lnTo>
                  <a:cubicBezTo>
                    <a:pt x="1584960" y="0"/>
                    <a:pt x="1664208" y="0"/>
                    <a:pt x="1664208" y="79248"/>
                  </a:cubicBezTo>
                  <a:lnTo>
                    <a:pt x="1664208" y="237744"/>
                  </a:lnTo>
                  <a:cubicBezTo>
                    <a:pt x="1664208" y="237744"/>
                    <a:pt x="1664208" y="316992"/>
                    <a:pt x="1584960" y="316992"/>
                  </a:cubicBezTo>
                  <a:lnTo>
                    <a:pt x="79248" y="316992"/>
                  </a:lnTo>
                  <a:cubicBezTo>
                    <a:pt x="79248" y="316992"/>
                    <a:pt x="0" y="316992"/>
                    <a:pt x="0" y="237744"/>
                  </a:cubicBezTo>
                  <a:lnTo>
                    <a:pt x="0" y="79248"/>
                  </a:lnTo>
                  <a:cubicBezTo>
                    <a:pt x="0" y="79248"/>
                    <a:pt x="0" y="0"/>
                    <a:pt x="79248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8" name="Rounded Rectangle 38">
              <a:extLst>
                <a:ext uri="{FF2B5EF4-FFF2-40B4-BE49-F238E27FC236}">
                  <a16:creationId xmlns:a16="http://schemas.microsoft.com/office/drawing/2014/main" id="{ABB658E7-4D80-A1C6-B459-107D527FBE29}"/>
                </a:ext>
              </a:extLst>
            </p:cNvPr>
            <p:cNvSpPr/>
            <p:nvPr/>
          </p:nvSpPr>
          <p:spPr>
            <a:xfrm>
              <a:off x="2615184" y="237744"/>
              <a:ext cx="1664208" cy="316992"/>
            </a:xfrm>
            <a:custGeom>
              <a:avLst/>
              <a:gdLst/>
              <a:ahLst/>
              <a:cxnLst/>
              <a:rect l="0" t="0" r="0" b="0"/>
              <a:pathLst>
                <a:path w="1664208" h="316992">
                  <a:moveTo>
                    <a:pt x="79248" y="0"/>
                  </a:moveTo>
                  <a:lnTo>
                    <a:pt x="1584960" y="0"/>
                  </a:lnTo>
                  <a:cubicBezTo>
                    <a:pt x="1584960" y="0"/>
                    <a:pt x="1664208" y="0"/>
                    <a:pt x="1664208" y="79248"/>
                  </a:cubicBezTo>
                  <a:lnTo>
                    <a:pt x="1664208" y="237744"/>
                  </a:lnTo>
                  <a:cubicBezTo>
                    <a:pt x="1664208" y="237744"/>
                    <a:pt x="1664208" y="316992"/>
                    <a:pt x="1584960" y="316992"/>
                  </a:cubicBezTo>
                  <a:lnTo>
                    <a:pt x="79248" y="316992"/>
                  </a:lnTo>
                  <a:cubicBezTo>
                    <a:pt x="79248" y="316992"/>
                    <a:pt x="0" y="316992"/>
                    <a:pt x="0" y="237744"/>
                  </a:cubicBezTo>
                  <a:lnTo>
                    <a:pt x="0" y="79248"/>
                  </a:lnTo>
                  <a:cubicBezTo>
                    <a:pt x="0" y="79248"/>
                    <a:pt x="0" y="0"/>
                    <a:pt x="79248" y="0"/>
                  </a:cubicBezTo>
                </a:path>
              </a:pathLst>
            </a:custGeom>
            <a:grpFill/>
            <a:ln w="9906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 sz="1800" dirty="0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8E5E43B-B982-2ED8-5380-74AE2DD8D9CD}"/>
              </a:ext>
            </a:extLst>
          </p:cNvPr>
          <p:cNvSpPr txBox="1"/>
          <p:nvPr/>
        </p:nvSpPr>
        <p:spPr>
          <a:xfrm>
            <a:off x="4015055" y="573991"/>
            <a:ext cx="4966266" cy="5081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dirty="0">
                <a:solidFill>
                  <a:srgbClr val="F669BE"/>
                </a:solidFill>
                <a:latin typeface="Roboto"/>
              </a:rPr>
              <a:t>Personal Fitness Journey</a:t>
            </a:r>
          </a:p>
        </p:txBody>
      </p:sp>
      <p:sp>
        <p:nvSpPr>
          <p:cNvPr id="70" name="Rounded Rectangle 63">
            <a:extLst>
              <a:ext uri="{FF2B5EF4-FFF2-40B4-BE49-F238E27FC236}">
                <a16:creationId xmlns:a16="http://schemas.microsoft.com/office/drawing/2014/main" id="{B13D91D3-68A5-5F85-E0C0-295B5057ACEB}"/>
              </a:ext>
            </a:extLst>
          </p:cNvPr>
          <p:cNvSpPr/>
          <p:nvPr/>
        </p:nvSpPr>
        <p:spPr>
          <a:xfrm>
            <a:off x="3611872" y="580595"/>
            <a:ext cx="497488" cy="508113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222885" y="330200"/>
                </a:moveTo>
                <a:lnTo>
                  <a:pt x="16510" y="330200"/>
                </a:lnTo>
                <a:cubicBezTo>
                  <a:pt x="7391" y="330200"/>
                  <a:pt x="0" y="322808"/>
                  <a:pt x="0" y="313690"/>
                </a:cubicBezTo>
                <a:lnTo>
                  <a:pt x="0" y="16510"/>
                </a:lnTo>
                <a:cubicBezTo>
                  <a:pt x="0" y="7391"/>
                  <a:pt x="7391" y="0"/>
                  <a:pt x="16510" y="0"/>
                </a:cubicBezTo>
                <a:lnTo>
                  <a:pt x="247650" y="0"/>
                </a:lnTo>
                <a:cubicBezTo>
                  <a:pt x="256768" y="0"/>
                  <a:pt x="264160" y="7391"/>
                  <a:pt x="264160" y="16510"/>
                </a:cubicBezTo>
                <a:lnTo>
                  <a:pt x="264160" y="115570"/>
                </a:lnTo>
                <a:moveTo>
                  <a:pt x="198120" y="49530"/>
                </a:moveTo>
                <a:lnTo>
                  <a:pt x="99060" y="49530"/>
                </a:lnTo>
                <a:moveTo>
                  <a:pt x="198120" y="99060"/>
                </a:moveTo>
                <a:lnTo>
                  <a:pt x="99060" y="99060"/>
                </a:lnTo>
                <a:moveTo>
                  <a:pt x="140335" y="148590"/>
                </a:moveTo>
                <a:lnTo>
                  <a:pt x="99060" y="148590"/>
                </a:lnTo>
                <a:moveTo>
                  <a:pt x="49530" y="45402"/>
                </a:moveTo>
                <a:cubicBezTo>
                  <a:pt x="47250" y="45402"/>
                  <a:pt x="45402" y="47250"/>
                  <a:pt x="45402" y="49530"/>
                </a:cubicBezTo>
                <a:cubicBezTo>
                  <a:pt x="45402" y="51809"/>
                  <a:pt x="47250" y="53657"/>
                  <a:pt x="49530" y="53657"/>
                </a:cubicBezTo>
                <a:cubicBezTo>
                  <a:pt x="51809" y="53657"/>
                  <a:pt x="53657" y="51809"/>
                  <a:pt x="53657" y="49530"/>
                </a:cubicBezTo>
                <a:cubicBezTo>
                  <a:pt x="53657" y="47250"/>
                  <a:pt x="51809" y="45402"/>
                  <a:pt x="49530" y="45402"/>
                </a:cubicBezTo>
                <a:moveTo>
                  <a:pt x="49530" y="94932"/>
                </a:moveTo>
                <a:cubicBezTo>
                  <a:pt x="47250" y="94932"/>
                  <a:pt x="45402" y="96780"/>
                  <a:pt x="45402" y="99060"/>
                </a:cubicBezTo>
                <a:cubicBezTo>
                  <a:pt x="45402" y="101339"/>
                  <a:pt x="47250" y="103187"/>
                  <a:pt x="49530" y="103187"/>
                </a:cubicBezTo>
                <a:cubicBezTo>
                  <a:pt x="51809" y="103187"/>
                  <a:pt x="53657" y="101339"/>
                  <a:pt x="53657" y="99060"/>
                </a:cubicBezTo>
                <a:cubicBezTo>
                  <a:pt x="53657" y="96780"/>
                  <a:pt x="51809" y="94932"/>
                  <a:pt x="49530" y="94932"/>
                </a:cubicBezTo>
                <a:moveTo>
                  <a:pt x="49530" y="144462"/>
                </a:moveTo>
                <a:cubicBezTo>
                  <a:pt x="47250" y="144462"/>
                  <a:pt x="45402" y="146310"/>
                  <a:pt x="45402" y="148590"/>
                </a:cubicBezTo>
                <a:cubicBezTo>
                  <a:pt x="45402" y="150869"/>
                  <a:pt x="47250" y="152717"/>
                  <a:pt x="49530" y="152717"/>
                </a:cubicBezTo>
                <a:cubicBezTo>
                  <a:pt x="51809" y="152717"/>
                  <a:pt x="53657" y="150869"/>
                  <a:pt x="53657" y="148590"/>
                </a:cubicBezTo>
                <a:cubicBezTo>
                  <a:pt x="53657" y="146310"/>
                  <a:pt x="51809" y="144462"/>
                  <a:pt x="49530" y="144462"/>
                </a:cubicBezTo>
                <a:moveTo>
                  <a:pt x="279349" y="159651"/>
                </a:moveTo>
                <a:cubicBezTo>
                  <a:pt x="279349" y="159651"/>
                  <a:pt x="269443" y="143141"/>
                  <a:pt x="236258" y="152057"/>
                </a:cubicBezTo>
                <a:cubicBezTo>
                  <a:pt x="188544" y="163944"/>
                  <a:pt x="176822" y="216941"/>
                  <a:pt x="175831" y="223050"/>
                </a:cubicBezTo>
                <a:moveTo>
                  <a:pt x="150075" y="238899"/>
                </a:moveTo>
                <a:lnTo>
                  <a:pt x="120688" y="285953"/>
                </a:lnTo>
                <a:lnTo>
                  <a:pt x="175831" y="281165"/>
                </a:lnTo>
                <a:moveTo>
                  <a:pt x="243027" y="239395"/>
                </a:moveTo>
                <a:lnTo>
                  <a:pt x="330695" y="185737"/>
                </a:lnTo>
                <a:cubicBezTo>
                  <a:pt x="339807" y="177839"/>
                  <a:pt x="341907" y="164526"/>
                  <a:pt x="335667" y="154207"/>
                </a:cubicBezTo>
                <a:cubicBezTo>
                  <a:pt x="329427" y="143888"/>
                  <a:pt x="316661" y="139564"/>
                  <a:pt x="305435" y="143967"/>
                </a:cubicBezTo>
                <a:lnTo>
                  <a:pt x="150075" y="239395"/>
                </a:lnTo>
                <a:lnTo>
                  <a:pt x="175831" y="281660"/>
                </a:lnTo>
                <a:lnTo>
                  <a:pt x="206375" y="262674"/>
                </a:lnTo>
                <a:moveTo>
                  <a:pt x="305435" y="379730"/>
                </a:moveTo>
                <a:lnTo>
                  <a:pt x="300647" y="329044"/>
                </a:lnTo>
                <a:lnTo>
                  <a:pt x="299161" y="329044"/>
                </a:lnTo>
                <a:cubicBezTo>
                  <a:pt x="277159" y="324336"/>
                  <a:pt x="260269" y="306660"/>
                  <a:pt x="256565" y="284467"/>
                </a:cubicBezTo>
                <a:lnTo>
                  <a:pt x="216941" y="271424"/>
                </a:lnTo>
                <a:cubicBezTo>
                  <a:pt x="210087" y="269873"/>
                  <a:pt x="204668" y="264634"/>
                  <a:pt x="202887" y="257837"/>
                </a:cubicBezTo>
                <a:cubicBezTo>
                  <a:pt x="201106" y="251040"/>
                  <a:pt x="203260" y="243816"/>
                  <a:pt x="208473" y="239104"/>
                </a:cubicBezTo>
                <a:cubicBezTo>
                  <a:pt x="213685" y="234392"/>
                  <a:pt x="221089" y="232976"/>
                  <a:pt x="227672" y="235432"/>
                </a:cubicBezTo>
                <a:lnTo>
                  <a:pt x="290575" y="254088"/>
                </a:lnTo>
                <a:moveTo>
                  <a:pt x="314680" y="196138"/>
                </a:moveTo>
                <a:cubicBezTo>
                  <a:pt x="361073" y="234607"/>
                  <a:pt x="379730" y="379730"/>
                  <a:pt x="379730" y="379730"/>
                </a:cubicBezTo>
              </a:path>
            </a:pathLst>
          </a:custGeom>
          <a:noFill/>
          <a:ln w="990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71" name="Date Placeholder 70">
            <a:extLst>
              <a:ext uri="{FF2B5EF4-FFF2-40B4-BE49-F238E27FC236}">
                <a16:creationId xmlns:a16="http://schemas.microsoft.com/office/drawing/2014/main" id="{7A382EBB-AFFD-74EE-230B-32876446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E99C-23B8-4DBD-AA3C-226758FA706E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72" name="Footer Placeholder 71">
            <a:extLst>
              <a:ext uri="{FF2B5EF4-FFF2-40B4-BE49-F238E27FC236}">
                <a16:creationId xmlns:a16="http://schemas.microsoft.com/office/drawing/2014/main" id="{F4374F8E-8709-2343-6598-CC99DDEF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BF8E3D2-6A09-351D-EA65-F5E2E187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3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 1"/>
          <p:cNvSpPr/>
          <p:nvPr/>
        </p:nvSpPr>
        <p:spPr>
          <a:xfrm>
            <a:off x="5398871" y="2745873"/>
            <a:ext cx="1501173" cy="1139931"/>
          </a:xfrm>
          <a:custGeom>
            <a:avLst/>
            <a:gdLst/>
            <a:ahLst/>
            <a:cxnLst/>
            <a:rect l="0" t="0" r="0" b="0"/>
            <a:pathLst>
              <a:path w="1501173" h="1139931">
                <a:moveTo>
                  <a:pt x="1501173" y="750586"/>
                </a:moveTo>
                <a:lnTo>
                  <a:pt x="1501173" y="1139931"/>
                </a:lnTo>
                <a:cubicBezTo>
                  <a:pt x="1425154" y="1072640"/>
                  <a:pt x="1340146" y="1015474"/>
                  <a:pt x="1248068" y="970438"/>
                </a:cubicBezTo>
                <a:lnTo>
                  <a:pt x="1248068" y="759838"/>
                </a:lnTo>
                <a:cubicBezTo>
                  <a:pt x="1248068" y="473131"/>
                  <a:pt x="1009975" y="238529"/>
                  <a:pt x="723705" y="253803"/>
                </a:cubicBezTo>
                <a:cubicBezTo>
                  <a:pt x="461872" y="267854"/>
                  <a:pt x="253104" y="485263"/>
                  <a:pt x="253104" y="750586"/>
                </a:cubicBezTo>
                <a:lnTo>
                  <a:pt x="253104" y="970438"/>
                </a:lnTo>
                <a:cubicBezTo>
                  <a:pt x="161027" y="1015474"/>
                  <a:pt x="76018" y="1072640"/>
                  <a:pt x="0" y="1139931"/>
                </a:cubicBezTo>
                <a:lnTo>
                  <a:pt x="0" y="750586"/>
                </a:lnTo>
                <a:cubicBezTo>
                  <a:pt x="0" y="336018"/>
                  <a:pt x="336018" y="0"/>
                  <a:pt x="750586" y="0"/>
                </a:cubicBezTo>
                <a:cubicBezTo>
                  <a:pt x="957870" y="0"/>
                  <a:pt x="1145517" y="83960"/>
                  <a:pt x="1281321" y="219852"/>
                </a:cubicBezTo>
                <a:cubicBezTo>
                  <a:pt x="1417212" y="355655"/>
                  <a:pt x="1501173" y="543302"/>
                  <a:pt x="1501173" y="750586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5398871" y="3514138"/>
            <a:ext cx="1757989" cy="411452"/>
            <a:chOff x="890230" y="418932"/>
            <a:chExt cx="3770389" cy="471298"/>
          </a:xfrm>
        </p:grpSpPr>
        <p:sp>
          <p:nvSpPr>
            <p:cNvPr id="42" name="Rounded Rectangle 41"/>
            <p:cNvSpPr/>
            <p:nvPr/>
          </p:nvSpPr>
          <p:spPr>
            <a:xfrm>
              <a:off x="890230" y="418932"/>
              <a:ext cx="3770389" cy="471298"/>
            </a:xfrm>
            <a:custGeom>
              <a:avLst/>
              <a:gdLst/>
              <a:ahLst/>
              <a:cxnLst/>
              <a:rect l="0" t="0" r="0" b="0"/>
              <a:pathLst>
                <a:path w="3770389" h="471298">
                  <a:moveTo>
                    <a:pt x="104733" y="0"/>
                  </a:moveTo>
                  <a:lnTo>
                    <a:pt x="3665656" y="0"/>
                  </a:lnTo>
                  <a:cubicBezTo>
                    <a:pt x="3665656" y="0"/>
                    <a:pt x="3770389" y="0"/>
                    <a:pt x="3770389" y="104733"/>
                  </a:cubicBezTo>
                  <a:lnTo>
                    <a:pt x="3770389" y="366565"/>
                  </a:lnTo>
                  <a:cubicBezTo>
                    <a:pt x="3770389" y="366565"/>
                    <a:pt x="3770389" y="471298"/>
                    <a:pt x="3665656" y="471298"/>
                  </a:cubicBezTo>
                  <a:lnTo>
                    <a:pt x="104733" y="471298"/>
                  </a:lnTo>
                  <a:cubicBezTo>
                    <a:pt x="104733" y="471298"/>
                    <a:pt x="0" y="471298"/>
                    <a:pt x="0" y="366565"/>
                  </a:cubicBezTo>
                  <a:lnTo>
                    <a:pt x="0" y="104733"/>
                  </a:lnTo>
                  <a:cubicBezTo>
                    <a:pt x="0" y="104733"/>
                    <a:pt x="0" y="0"/>
                    <a:pt x="104733" y="0"/>
                  </a:cubicBezTo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90230" y="418932"/>
              <a:ext cx="3770389" cy="471298"/>
            </a:xfrm>
            <a:custGeom>
              <a:avLst/>
              <a:gdLst/>
              <a:ahLst/>
              <a:cxnLst/>
              <a:rect l="0" t="0" r="0" b="0"/>
              <a:pathLst>
                <a:path w="3770389" h="471298">
                  <a:moveTo>
                    <a:pt x="104733" y="0"/>
                  </a:moveTo>
                  <a:lnTo>
                    <a:pt x="3665656" y="0"/>
                  </a:lnTo>
                  <a:cubicBezTo>
                    <a:pt x="3665656" y="0"/>
                    <a:pt x="3770389" y="0"/>
                    <a:pt x="3770389" y="104733"/>
                  </a:cubicBezTo>
                  <a:lnTo>
                    <a:pt x="3770389" y="366565"/>
                  </a:lnTo>
                  <a:cubicBezTo>
                    <a:pt x="3770389" y="366565"/>
                    <a:pt x="3770389" y="471298"/>
                    <a:pt x="3665656" y="471298"/>
                  </a:cubicBezTo>
                  <a:lnTo>
                    <a:pt x="104733" y="471298"/>
                  </a:lnTo>
                  <a:cubicBezTo>
                    <a:pt x="104733" y="471298"/>
                    <a:pt x="0" y="471298"/>
                    <a:pt x="0" y="366565"/>
                  </a:cubicBezTo>
                  <a:lnTo>
                    <a:pt x="0" y="104733"/>
                  </a:lnTo>
                  <a:cubicBezTo>
                    <a:pt x="0" y="104733"/>
                    <a:pt x="0" y="0"/>
                    <a:pt x="104733" y="0"/>
                  </a:cubicBezTo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5788346" y="3084497"/>
            <a:ext cx="615308" cy="636096"/>
          </a:xfrm>
          <a:custGeom>
            <a:avLst/>
            <a:gdLst/>
            <a:ahLst/>
            <a:cxnLst/>
            <a:rect l="0" t="0" r="0" b="0"/>
            <a:pathLst>
              <a:path w="615308" h="636096">
                <a:moveTo>
                  <a:pt x="214887" y="107691"/>
                </a:moveTo>
                <a:cubicBezTo>
                  <a:pt x="204663" y="117922"/>
                  <a:pt x="188081" y="117928"/>
                  <a:pt x="177850" y="107704"/>
                </a:cubicBezTo>
                <a:cubicBezTo>
                  <a:pt x="167619" y="97481"/>
                  <a:pt x="167614" y="80899"/>
                  <a:pt x="177837" y="70668"/>
                </a:cubicBezTo>
                <a:cubicBezTo>
                  <a:pt x="248532" y="0"/>
                  <a:pt x="364315" y="549"/>
                  <a:pt x="437052" y="70275"/>
                </a:cubicBezTo>
                <a:cubicBezTo>
                  <a:pt x="447492" y="80282"/>
                  <a:pt x="447844" y="96858"/>
                  <a:pt x="437837" y="107298"/>
                </a:cubicBezTo>
                <a:cubicBezTo>
                  <a:pt x="427830" y="117739"/>
                  <a:pt x="411255" y="118091"/>
                  <a:pt x="400814" y="108084"/>
                </a:cubicBezTo>
                <a:cubicBezTo>
                  <a:pt x="347898" y="57341"/>
                  <a:pt x="264661" y="57891"/>
                  <a:pt x="214887" y="107691"/>
                </a:cubicBezTo>
                <a:close/>
                <a:moveTo>
                  <a:pt x="1" y="99784"/>
                </a:moveTo>
                <a:cubicBezTo>
                  <a:pt x="1" y="92554"/>
                  <a:pt x="5862" y="86692"/>
                  <a:pt x="13092" y="86692"/>
                </a:cubicBezTo>
                <a:lnTo>
                  <a:pt x="107352" y="86692"/>
                </a:lnTo>
                <a:cubicBezTo>
                  <a:pt x="114582" y="86692"/>
                  <a:pt x="120444" y="92554"/>
                  <a:pt x="120444" y="99784"/>
                </a:cubicBezTo>
                <a:lnTo>
                  <a:pt x="120444" y="191268"/>
                </a:lnTo>
                <a:lnTo>
                  <a:pt x="157729" y="250914"/>
                </a:lnTo>
                <a:cubicBezTo>
                  <a:pt x="169249" y="269347"/>
                  <a:pt x="169773" y="292964"/>
                  <a:pt x="159666" y="311449"/>
                </a:cubicBezTo>
                <a:lnTo>
                  <a:pt x="202581" y="377065"/>
                </a:lnTo>
                <a:cubicBezTo>
                  <a:pt x="207866" y="384895"/>
                  <a:pt x="208523" y="394966"/>
                  <a:pt x="204301" y="403417"/>
                </a:cubicBezTo>
                <a:cubicBezTo>
                  <a:pt x="200078" y="411868"/>
                  <a:pt x="191630" y="417389"/>
                  <a:pt x="182195" y="417864"/>
                </a:cubicBezTo>
                <a:cubicBezTo>
                  <a:pt x="172759" y="418339"/>
                  <a:pt x="163800" y="413694"/>
                  <a:pt x="158750" y="405709"/>
                </a:cubicBezTo>
                <a:lnTo>
                  <a:pt x="116385" y="340932"/>
                </a:lnTo>
                <a:cubicBezTo>
                  <a:pt x="109069" y="341787"/>
                  <a:pt x="101658" y="341344"/>
                  <a:pt x="94496" y="339623"/>
                </a:cubicBezTo>
                <a:cubicBezTo>
                  <a:pt x="79284" y="335957"/>
                  <a:pt x="64333" y="326426"/>
                  <a:pt x="56583" y="311240"/>
                </a:cubicBezTo>
                <a:lnTo>
                  <a:pt x="1781" y="217321"/>
                </a:lnTo>
                <a:cubicBezTo>
                  <a:pt x="614" y="215318"/>
                  <a:pt x="0" y="213041"/>
                  <a:pt x="1" y="210722"/>
                </a:cubicBezTo>
                <a:close/>
                <a:moveTo>
                  <a:pt x="477845" y="452813"/>
                </a:moveTo>
                <a:cubicBezTo>
                  <a:pt x="513873" y="452813"/>
                  <a:pt x="543303" y="482243"/>
                  <a:pt x="543303" y="518271"/>
                </a:cubicBezTo>
                <a:lnTo>
                  <a:pt x="543303" y="583729"/>
                </a:lnTo>
                <a:lnTo>
                  <a:pt x="582578" y="583729"/>
                </a:lnTo>
                <a:cubicBezTo>
                  <a:pt x="597039" y="583729"/>
                  <a:pt x="608761" y="595452"/>
                  <a:pt x="608761" y="609912"/>
                </a:cubicBezTo>
                <a:cubicBezTo>
                  <a:pt x="608761" y="624373"/>
                  <a:pt x="597039" y="636096"/>
                  <a:pt x="582578" y="636096"/>
                </a:cubicBezTo>
                <a:lnTo>
                  <a:pt x="32730" y="636096"/>
                </a:lnTo>
                <a:cubicBezTo>
                  <a:pt x="18269" y="636096"/>
                  <a:pt x="6546" y="624373"/>
                  <a:pt x="6546" y="609912"/>
                </a:cubicBezTo>
                <a:cubicBezTo>
                  <a:pt x="6546" y="595452"/>
                  <a:pt x="18269" y="583729"/>
                  <a:pt x="32730" y="583729"/>
                </a:cubicBezTo>
                <a:lnTo>
                  <a:pt x="96486" y="583729"/>
                </a:lnTo>
                <a:cubicBezTo>
                  <a:pt x="71429" y="565897"/>
                  <a:pt x="60775" y="533911"/>
                  <a:pt x="70135" y="504615"/>
                </a:cubicBezTo>
                <a:cubicBezTo>
                  <a:pt x="79495" y="475319"/>
                  <a:pt x="106721" y="455436"/>
                  <a:pt x="137476" y="455436"/>
                </a:cubicBezTo>
                <a:cubicBezTo>
                  <a:pt x="168231" y="455436"/>
                  <a:pt x="195457" y="475319"/>
                  <a:pt x="204817" y="504615"/>
                </a:cubicBezTo>
                <a:cubicBezTo>
                  <a:pt x="214177" y="533911"/>
                  <a:pt x="203523" y="565897"/>
                  <a:pt x="178466" y="583729"/>
                </a:cubicBezTo>
                <a:lnTo>
                  <a:pt x="242196" y="583729"/>
                </a:lnTo>
                <a:lnTo>
                  <a:pt x="242196" y="465904"/>
                </a:lnTo>
                <a:cubicBezTo>
                  <a:pt x="242196" y="458674"/>
                  <a:pt x="248057" y="452813"/>
                  <a:pt x="255287" y="452813"/>
                </a:cubicBezTo>
                <a:close/>
                <a:moveTo>
                  <a:pt x="602216" y="86692"/>
                </a:moveTo>
                <a:cubicBezTo>
                  <a:pt x="609446" y="86692"/>
                  <a:pt x="615307" y="92554"/>
                  <a:pt x="615307" y="99784"/>
                </a:cubicBezTo>
                <a:lnTo>
                  <a:pt x="615307" y="210722"/>
                </a:lnTo>
                <a:cubicBezTo>
                  <a:pt x="615308" y="213041"/>
                  <a:pt x="614694" y="215318"/>
                  <a:pt x="613527" y="217321"/>
                </a:cubicBezTo>
                <a:lnTo>
                  <a:pt x="558725" y="311240"/>
                </a:lnTo>
                <a:cubicBezTo>
                  <a:pt x="550975" y="326426"/>
                  <a:pt x="536024" y="335957"/>
                  <a:pt x="520812" y="339596"/>
                </a:cubicBezTo>
                <a:cubicBezTo>
                  <a:pt x="513651" y="341326"/>
                  <a:pt x="506241" y="341779"/>
                  <a:pt x="498923" y="340932"/>
                </a:cubicBezTo>
                <a:lnTo>
                  <a:pt x="456558" y="405709"/>
                </a:lnTo>
                <a:cubicBezTo>
                  <a:pt x="448553" y="417569"/>
                  <a:pt x="432510" y="420806"/>
                  <a:pt x="420532" y="412978"/>
                </a:cubicBezTo>
                <a:cubicBezTo>
                  <a:pt x="408555" y="405151"/>
                  <a:pt x="405079" y="389157"/>
                  <a:pt x="412727" y="377065"/>
                </a:cubicBezTo>
                <a:lnTo>
                  <a:pt x="455642" y="311449"/>
                </a:lnTo>
                <a:cubicBezTo>
                  <a:pt x="445432" y="292372"/>
                  <a:pt x="446171" y="269299"/>
                  <a:pt x="457579" y="250914"/>
                </a:cubicBezTo>
                <a:lnTo>
                  <a:pt x="494864" y="191268"/>
                </a:lnTo>
                <a:lnTo>
                  <a:pt x="494864" y="99784"/>
                </a:lnTo>
                <a:cubicBezTo>
                  <a:pt x="494864" y="92554"/>
                  <a:pt x="500726" y="86692"/>
                  <a:pt x="507956" y="86692"/>
                </a:cubicBezTo>
                <a:close/>
                <a:moveTo>
                  <a:pt x="281942" y="210094"/>
                </a:moveTo>
                <a:cubicBezTo>
                  <a:pt x="288731" y="203194"/>
                  <a:pt x="297974" y="199259"/>
                  <a:pt x="307654" y="199149"/>
                </a:cubicBezTo>
                <a:cubicBezTo>
                  <a:pt x="317333" y="199260"/>
                  <a:pt x="326577" y="203194"/>
                  <a:pt x="333366" y="210094"/>
                </a:cubicBezTo>
                <a:cubicBezTo>
                  <a:pt x="340266" y="216883"/>
                  <a:pt x="344200" y="226126"/>
                  <a:pt x="344311" y="235806"/>
                </a:cubicBezTo>
                <a:cubicBezTo>
                  <a:pt x="344200" y="245485"/>
                  <a:pt x="340266" y="254729"/>
                  <a:pt x="333366" y="261518"/>
                </a:cubicBezTo>
                <a:cubicBezTo>
                  <a:pt x="326577" y="268418"/>
                  <a:pt x="317334" y="272352"/>
                  <a:pt x="307654" y="272463"/>
                </a:cubicBezTo>
                <a:cubicBezTo>
                  <a:pt x="297974" y="272352"/>
                  <a:pt x="288731" y="268418"/>
                  <a:pt x="281942" y="261518"/>
                </a:cubicBezTo>
                <a:cubicBezTo>
                  <a:pt x="275042" y="254729"/>
                  <a:pt x="271107" y="245486"/>
                  <a:pt x="270997" y="235806"/>
                </a:cubicBezTo>
                <a:cubicBezTo>
                  <a:pt x="271107" y="226126"/>
                  <a:pt x="275042" y="216883"/>
                  <a:pt x="281942" y="210094"/>
                </a:cubicBezTo>
                <a:close/>
                <a:moveTo>
                  <a:pt x="343342" y="174930"/>
                </a:moveTo>
                <a:cubicBezTo>
                  <a:pt x="325354" y="155292"/>
                  <a:pt x="292860" y="154088"/>
                  <a:pt x="271181" y="175768"/>
                </a:cubicBezTo>
                <a:cubicBezTo>
                  <a:pt x="260950" y="185991"/>
                  <a:pt x="244368" y="185986"/>
                  <a:pt x="234144" y="175755"/>
                </a:cubicBezTo>
                <a:cubicBezTo>
                  <a:pt x="223921" y="165524"/>
                  <a:pt x="223927" y="148942"/>
                  <a:pt x="234158" y="138718"/>
                </a:cubicBezTo>
                <a:cubicBezTo>
                  <a:pt x="275344" y="97532"/>
                  <a:pt x="342347" y="96302"/>
                  <a:pt x="381936" y="139504"/>
                </a:cubicBezTo>
                <a:cubicBezTo>
                  <a:pt x="391711" y="150161"/>
                  <a:pt x="390996" y="166725"/>
                  <a:pt x="380339" y="176501"/>
                </a:cubicBezTo>
                <a:cubicBezTo>
                  <a:pt x="369681" y="186276"/>
                  <a:pt x="353117" y="185561"/>
                  <a:pt x="343342" y="17490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6" name="Rounded Rectangle 45"/>
          <p:cNvSpPr/>
          <p:nvPr/>
        </p:nvSpPr>
        <p:spPr>
          <a:xfrm>
            <a:off x="5941624" y="3246258"/>
            <a:ext cx="308753" cy="312575"/>
          </a:xfrm>
          <a:custGeom>
            <a:avLst/>
            <a:gdLst/>
            <a:ahLst/>
            <a:cxnLst/>
            <a:rect l="0" t="0" r="0" b="0"/>
            <a:pathLst>
              <a:path w="308753" h="312575">
                <a:moveTo>
                  <a:pt x="126190" y="20370"/>
                </a:moveTo>
                <a:cubicBezTo>
                  <a:pt x="125993" y="20566"/>
                  <a:pt x="125470" y="21221"/>
                  <a:pt x="125470" y="22923"/>
                </a:cubicBezTo>
                <a:lnTo>
                  <a:pt x="125470" y="75368"/>
                </a:lnTo>
                <a:cubicBezTo>
                  <a:pt x="121007" y="68509"/>
                  <a:pt x="113894" y="63814"/>
                  <a:pt x="105832" y="62407"/>
                </a:cubicBezTo>
                <a:lnTo>
                  <a:pt x="105832" y="22910"/>
                </a:lnTo>
                <a:cubicBezTo>
                  <a:pt x="105832" y="16757"/>
                  <a:pt x="107927" y="10852"/>
                  <a:pt x="112313" y="6467"/>
                </a:cubicBezTo>
                <a:cubicBezTo>
                  <a:pt x="116685" y="2094"/>
                  <a:pt x="122590" y="0"/>
                  <a:pt x="128743" y="0"/>
                </a:cubicBezTo>
                <a:lnTo>
                  <a:pt x="254422" y="0"/>
                </a:lnTo>
                <a:cubicBezTo>
                  <a:pt x="257106" y="0"/>
                  <a:pt x="259829" y="615"/>
                  <a:pt x="261950" y="1309"/>
                </a:cubicBezTo>
                <a:cubicBezTo>
                  <a:pt x="263626" y="1872"/>
                  <a:pt x="266493" y="2997"/>
                  <a:pt x="268784" y="5066"/>
                </a:cubicBezTo>
                <a:lnTo>
                  <a:pt x="299981" y="31066"/>
                </a:lnTo>
                <a:cubicBezTo>
                  <a:pt x="300217" y="31262"/>
                  <a:pt x="300426" y="31459"/>
                  <a:pt x="300636" y="31668"/>
                </a:cubicBezTo>
                <a:cubicBezTo>
                  <a:pt x="303896" y="34928"/>
                  <a:pt x="308753" y="41238"/>
                  <a:pt x="308753" y="49080"/>
                </a:cubicBezTo>
                <a:lnTo>
                  <a:pt x="308753" y="212725"/>
                </a:lnTo>
                <a:cubicBezTo>
                  <a:pt x="308753" y="218878"/>
                  <a:pt x="306658" y="224783"/>
                  <a:pt x="302272" y="229168"/>
                </a:cubicBezTo>
                <a:cubicBezTo>
                  <a:pt x="297900" y="233541"/>
                  <a:pt x="291995" y="235649"/>
                  <a:pt x="285842" y="235649"/>
                </a:cubicBezTo>
                <a:lnTo>
                  <a:pt x="144060" y="235649"/>
                </a:lnTo>
                <a:cubicBezTo>
                  <a:pt x="149375" y="229810"/>
                  <a:pt x="153879" y="223212"/>
                  <a:pt x="157400" y="216011"/>
                </a:cubicBezTo>
                <a:lnTo>
                  <a:pt x="285842" y="216011"/>
                </a:lnTo>
                <a:cubicBezTo>
                  <a:pt x="287544" y="216011"/>
                  <a:pt x="288199" y="215488"/>
                  <a:pt x="288395" y="215278"/>
                </a:cubicBezTo>
                <a:cubicBezTo>
                  <a:pt x="288591" y="215082"/>
                  <a:pt x="289115" y="214427"/>
                  <a:pt x="289115" y="212738"/>
                </a:cubicBezTo>
                <a:lnTo>
                  <a:pt x="289115" y="49132"/>
                </a:lnTo>
                <a:cubicBezTo>
                  <a:pt x="289032" y="48753"/>
                  <a:pt x="288886" y="48390"/>
                  <a:pt x="288683" y="48059"/>
                </a:cubicBezTo>
                <a:cubicBezTo>
                  <a:pt x="288223" y="47251"/>
                  <a:pt x="287665" y="46504"/>
                  <a:pt x="287020" y="45833"/>
                </a:cubicBezTo>
                <a:lnTo>
                  <a:pt x="256124" y="20095"/>
                </a:lnTo>
                <a:cubicBezTo>
                  <a:pt x="255580" y="19868"/>
                  <a:pt x="255007" y="19714"/>
                  <a:pt x="254422" y="19637"/>
                </a:cubicBezTo>
                <a:lnTo>
                  <a:pt x="254383" y="19637"/>
                </a:lnTo>
                <a:lnTo>
                  <a:pt x="128743" y="19637"/>
                </a:lnTo>
                <a:cubicBezTo>
                  <a:pt x="127041" y="19637"/>
                  <a:pt x="126386" y="20161"/>
                  <a:pt x="126190" y="20357"/>
                </a:cubicBezTo>
                <a:close/>
                <a:moveTo>
                  <a:pt x="203169" y="114630"/>
                </a:moveTo>
                <a:cubicBezTo>
                  <a:pt x="201790" y="117909"/>
                  <a:pt x="198746" y="120187"/>
                  <a:pt x="195211" y="120583"/>
                </a:cubicBezTo>
                <a:cubicBezTo>
                  <a:pt x="191676" y="120980"/>
                  <a:pt x="188203" y="119434"/>
                  <a:pt x="186133" y="116541"/>
                </a:cubicBezTo>
                <a:cubicBezTo>
                  <a:pt x="184062" y="113649"/>
                  <a:pt x="183718" y="109862"/>
                  <a:pt x="185233" y="106644"/>
                </a:cubicBezTo>
                <a:lnTo>
                  <a:pt x="211416" y="47732"/>
                </a:lnTo>
                <a:cubicBezTo>
                  <a:pt x="213692" y="42898"/>
                  <a:pt x="219413" y="40771"/>
                  <a:pt x="224294" y="42944"/>
                </a:cubicBezTo>
                <a:cubicBezTo>
                  <a:pt x="229174" y="45117"/>
                  <a:pt x="231421" y="50793"/>
                  <a:pt x="229352" y="55717"/>
                </a:cubicBezTo>
                <a:close/>
                <a:moveTo>
                  <a:pt x="174956" y="57865"/>
                </a:moveTo>
                <a:cubicBezTo>
                  <a:pt x="178785" y="61698"/>
                  <a:pt x="178785" y="67908"/>
                  <a:pt x="174956" y="71742"/>
                </a:cubicBezTo>
                <a:lnTo>
                  <a:pt x="162257" y="84441"/>
                </a:lnTo>
                <a:lnTo>
                  <a:pt x="174956" y="97139"/>
                </a:lnTo>
                <a:cubicBezTo>
                  <a:pt x="178561" y="101008"/>
                  <a:pt x="178455" y="107037"/>
                  <a:pt x="174716" y="110776"/>
                </a:cubicBezTo>
                <a:cubicBezTo>
                  <a:pt x="170976" y="114515"/>
                  <a:pt x="164948" y="114622"/>
                  <a:pt x="161079" y="111017"/>
                </a:cubicBezTo>
                <a:lnTo>
                  <a:pt x="141441" y="91379"/>
                </a:lnTo>
                <a:cubicBezTo>
                  <a:pt x="137613" y="87546"/>
                  <a:pt x="137613" y="81336"/>
                  <a:pt x="141441" y="77502"/>
                </a:cubicBezTo>
                <a:lnTo>
                  <a:pt x="161079" y="57865"/>
                </a:lnTo>
                <a:cubicBezTo>
                  <a:pt x="164912" y="54036"/>
                  <a:pt x="171123" y="54036"/>
                  <a:pt x="174956" y="57865"/>
                </a:cubicBezTo>
                <a:close/>
                <a:moveTo>
                  <a:pt x="239629" y="57865"/>
                </a:moveTo>
                <a:cubicBezTo>
                  <a:pt x="243462" y="54036"/>
                  <a:pt x="249672" y="54036"/>
                  <a:pt x="253506" y="57865"/>
                </a:cubicBezTo>
                <a:lnTo>
                  <a:pt x="273143" y="77502"/>
                </a:lnTo>
                <a:cubicBezTo>
                  <a:pt x="276972" y="81335"/>
                  <a:pt x="276972" y="87546"/>
                  <a:pt x="273143" y="91379"/>
                </a:cubicBezTo>
                <a:lnTo>
                  <a:pt x="253506" y="111017"/>
                </a:lnTo>
                <a:cubicBezTo>
                  <a:pt x="249637" y="114621"/>
                  <a:pt x="243608" y="114515"/>
                  <a:pt x="239869" y="110776"/>
                </a:cubicBezTo>
                <a:cubicBezTo>
                  <a:pt x="236130" y="107037"/>
                  <a:pt x="236024" y="101008"/>
                  <a:pt x="239629" y="97139"/>
                </a:cubicBezTo>
                <a:lnTo>
                  <a:pt x="252327" y="84441"/>
                </a:lnTo>
                <a:lnTo>
                  <a:pt x="239629" y="71742"/>
                </a:lnTo>
                <a:cubicBezTo>
                  <a:pt x="235800" y="67908"/>
                  <a:pt x="235800" y="61698"/>
                  <a:pt x="239629" y="57865"/>
                </a:cubicBezTo>
                <a:close/>
                <a:moveTo>
                  <a:pt x="161956" y="312562"/>
                </a:moveTo>
                <a:lnTo>
                  <a:pt x="3063" y="312562"/>
                </a:lnTo>
                <a:cubicBezTo>
                  <a:pt x="14322" y="280043"/>
                  <a:pt x="46854" y="256268"/>
                  <a:pt x="83144" y="256268"/>
                </a:cubicBezTo>
                <a:cubicBezTo>
                  <a:pt x="119421" y="256268"/>
                  <a:pt x="150697" y="280043"/>
                  <a:pt x="161956" y="312575"/>
                </a:cubicBezTo>
                <a:close/>
                <a:moveTo>
                  <a:pt x="81901" y="243150"/>
                </a:moveTo>
                <a:cubicBezTo>
                  <a:pt x="51947" y="243150"/>
                  <a:pt x="27086" y="222204"/>
                  <a:pt x="19702" y="194633"/>
                </a:cubicBezTo>
                <a:lnTo>
                  <a:pt x="47457" y="194633"/>
                </a:lnTo>
                <a:cubicBezTo>
                  <a:pt x="53728" y="207842"/>
                  <a:pt x="66963" y="216967"/>
                  <a:pt x="81888" y="216967"/>
                </a:cubicBezTo>
                <a:cubicBezTo>
                  <a:pt x="97729" y="216967"/>
                  <a:pt x="110938" y="207960"/>
                  <a:pt x="116816" y="194633"/>
                </a:cubicBezTo>
                <a:lnTo>
                  <a:pt x="144374" y="194633"/>
                </a:lnTo>
                <a:cubicBezTo>
                  <a:pt x="137449" y="222780"/>
                  <a:pt x="112417" y="243150"/>
                  <a:pt x="81901" y="243150"/>
                </a:cubicBezTo>
                <a:close/>
                <a:moveTo>
                  <a:pt x="90960" y="91340"/>
                </a:moveTo>
                <a:lnTo>
                  <a:pt x="90960" y="122393"/>
                </a:lnTo>
                <a:cubicBezTo>
                  <a:pt x="90960" y="127816"/>
                  <a:pt x="95356" y="132212"/>
                  <a:pt x="100779" y="132212"/>
                </a:cubicBezTo>
                <a:cubicBezTo>
                  <a:pt x="106202" y="132212"/>
                  <a:pt x="110598" y="127816"/>
                  <a:pt x="110598" y="122393"/>
                </a:cubicBezTo>
                <a:lnTo>
                  <a:pt x="110598" y="102075"/>
                </a:lnTo>
                <a:cubicBezTo>
                  <a:pt x="129733" y="112100"/>
                  <a:pt x="142065" y="131574"/>
                  <a:pt x="142947" y="153158"/>
                </a:cubicBezTo>
                <a:lnTo>
                  <a:pt x="150710" y="153158"/>
                </a:lnTo>
                <a:cubicBezTo>
                  <a:pt x="157941" y="153158"/>
                  <a:pt x="163802" y="159020"/>
                  <a:pt x="163802" y="166250"/>
                </a:cubicBezTo>
                <a:cubicBezTo>
                  <a:pt x="163802" y="173480"/>
                  <a:pt x="157941" y="179342"/>
                  <a:pt x="150710" y="179342"/>
                </a:cubicBezTo>
                <a:lnTo>
                  <a:pt x="13091" y="179342"/>
                </a:lnTo>
                <a:cubicBezTo>
                  <a:pt x="5861" y="179342"/>
                  <a:pt x="0" y="173480"/>
                  <a:pt x="0" y="166250"/>
                </a:cubicBezTo>
                <a:cubicBezTo>
                  <a:pt x="0" y="159020"/>
                  <a:pt x="5861" y="153158"/>
                  <a:pt x="13091" y="153158"/>
                </a:cubicBezTo>
                <a:lnTo>
                  <a:pt x="20868" y="153158"/>
                </a:lnTo>
                <a:cubicBezTo>
                  <a:pt x="22635" y="127080"/>
                  <a:pt x="40544" y="104850"/>
                  <a:pt x="64816" y="97611"/>
                </a:cubicBezTo>
                <a:lnTo>
                  <a:pt x="64816" y="92426"/>
                </a:lnTo>
                <a:cubicBezTo>
                  <a:pt x="64767" y="85375"/>
                  <a:pt x="70312" y="79552"/>
                  <a:pt x="77357" y="79256"/>
                </a:cubicBezTo>
                <a:cubicBezTo>
                  <a:pt x="84402" y="78960"/>
                  <a:pt x="90416" y="84296"/>
                  <a:pt x="90960" y="91327"/>
                </a:cubicBezTo>
                <a:close/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7" name="Rounded Rectangle 46"/>
          <p:cNvSpPr/>
          <p:nvPr/>
        </p:nvSpPr>
        <p:spPr>
          <a:xfrm>
            <a:off x="5945840" y="3266601"/>
            <a:ext cx="300321" cy="271889"/>
          </a:xfrm>
          <a:custGeom>
            <a:avLst/>
            <a:gdLst/>
            <a:ahLst/>
            <a:cxnLst/>
            <a:rect l="0" t="0" r="0" b="0"/>
            <a:pathLst>
              <a:path w="300321" h="271889">
                <a:moveTo>
                  <a:pt x="127237" y="44094"/>
                </a:moveTo>
                <a:cubicBezTo>
                  <a:pt x="127228" y="51994"/>
                  <a:pt x="128906" y="59805"/>
                  <a:pt x="132160" y="67004"/>
                </a:cubicBezTo>
                <a:lnTo>
                  <a:pt x="110506" y="67004"/>
                </a:lnTo>
                <a:cubicBezTo>
                  <a:pt x="103332" y="67004"/>
                  <a:pt x="96550" y="69243"/>
                  <a:pt x="90855" y="73040"/>
                </a:cubicBezTo>
                <a:cubicBezTo>
                  <a:pt x="75894" y="59304"/>
                  <a:pt x="73863" y="36430"/>
                  <a:pt x="86171" y="20273"/>
                </a:cubicBezTo>
                <a:cubicBezTo>
                  <a:pt x="98479" y="4116"/>
                  <a:pt x="121070" y="0"/>
                  <a:pt x="138286" y="10776"/>
                </a:cubicBezTo>
                <a:cubicBezTo>
                  <a:pt x="131335" y="20071"/>
                  <a:pt x="127224" y="31605"/>
                  <a:pt x="127224" y="44094"/>
                </a:cubicBezTo>
                <a:close/>
                <a:moveTo>
                  <a:pt x="218611" y="27686"/>
                </a:moveTo>
                <a:cubicBezTo>
                  <a:pt x="225022" y="41641"/>
                  <a:pt x="222718" y="58052"/>
                  <a:pt x="212712" y="69701"/>
                </a:cubicBezTo>
                <a:cubicBezTo>
                  <a:pt x="208615" y="67973"/>
                  <a:pt x="204163" y="67004"/>
                  <a:pt x="199516" y="67004"/>
                </a:cubicBezTo>
                <a:lnTo>
                  <a:pt x="150946" y="67004"/>
                </a:lnTo>
                <a:cubicBezTo>
                  <a:pt x="142354" y="55029"/>
                  <a:pt x="141185" y="39254"/>
                  <a:pt x="147917" y="26142"/>
                </a:cubicBezTo>
                <a:cubicBezTo>
                  <a:pt x="154649" y="13031"/>
                  <a:pt x="168151" y="4789"/>
                  <a:pt x="182890" y="4793"/>
                </a:cubicBezTo>
                <a:cubicBezTo>
                  <a:pt x="198247" y="4789"/>
                  <a:pt x="212199" y="13731"/>
                  <a:pt x="218611" y="27686"/>
                </a:cubicBezTo>
                <a:close/>
                <a:moveTo>
                  <a:pt x="253192" y="163228"/>
                </a:moveTo>
                <a:lnTo>
                  <a:pt x="295085" y="244396"/>
                </a:lnTo>
                <a:cubicBezTo>
                  <a:pt x="300321" y="253560"/>
                  <a:pt x="296394" y="265343"/>
                  <a:pt x="287230" y="269270"/>
                </a:cubicBezTo>
                <a:cubicBezTo>
                  <a:pt x="284612" y="270579"/>
                  <a:pt x="280684" y="271888"/>
                  <a:pt x="278066" y="271888"/>
                </a:cubicBezTo>
                <a:cubicBezTo>
                  <a:pt x="271520" y="271888"/>
                  <a:pt x="264974" y="267961"/>
                  <a:pt x="261047" y="261415"/>
                </a:cubicBezTo>
                <a:lnTo>
                  <a:pt x="228318" y="198575"/>
                </a:lnTo>
                <a:lnTo>
                  <a:pt x="199516" y="216904"/>
                </a:lnTo>
                <a:lnTo>
                  <a:pt x="182497" y="260106"/>
                </a:lnTo>
                <a:cubicBezTo>
                  <a:pt x="179878" y="266652"/>
                  <a:pt x="172024" y="271889"/>
                  <a:pt x="164169" y="271889"/>
                </a:cubicBezTo>
                <a:cubicBezTo>
                  <a:pt x="161550" y="271889"/>
                  <a:pt x="158932" y="271889"/>
                  <a:pt x="156314" y="270579"/>
                </a:cubicBezTo>
                <a:cubicBezTo>
                  <a:pt x="147149" y="266652"/>
                  <a:pt x="141913" y="256179"/>
                  <a:pt x="145840" y="245705"/>
                </a:cubicBezTo>
                <a:lnTo>
                  <a:pt x="165478" y="197266"/>
                </a:lnTo>
                <a:cubicBezTo>
                  <a:pt x="166787" y="193339"/>
                  <a:pt x="169405" y="190720"/>
                  <a:pt x="173333" y="188102"/>
                </a:cubicBezTo>
                <a:lnTo>
                  <a:pt x="209989" y="165846"/>
                </a:lnTo>
                <a:lnTo>
                  <a:pt x="187733" y="122644"/>
                </a:lnTo>
                <a:lnTo>
                  <a:pt x="110493" y="122644"/>
                </a:lnTo>
                <a:cubicBezTo>
                  <a:pt x="100020" y="122644"/>
                  <a:pt x="90855" y="113480"/>
                  <a:pt x="90855" y="103007"/>
                </a:cubicBezTo>
                <a:cubicBezTo>
                  <a:pt x="90855" y="92533"/>
                  <a:pt x="100020" y="83369"/>
                  <a:pt x="110493" y="83369"/>
                </a:cubicBezTo>
                <a:lnTo>
                  <a:pt x="199516" y="83369"/>
                </a:lnTo>
                <a:cubicBezTo>
                  <a:pt x="206062" y="83369"/>
                  <a:pt x="212608" y="87297"/>
                  <a:pt x="216535" y="93842"/>
                </a:cubicBezTo>
                <a:close/>
                <a:moveTo>
                  <a:pt x="110493" y="139008"/>
                </a:moveTo>
                <a:lnTo>
                  <a:pt x="162336" y="139008"/>
                </a:lnTo>
                <a:lnTo>
                  <a:pt x="160634" y="151445"/>
                </a:lnTo>
                <a:cubicBezTo>
                  <a:pt x="159325" y="159300"/>
                  <a:pt x="154088" y="165846"/>
                  <a:pt x="146233" y="167155"/>
                </a:cubicBezTo>
                <a:cubicBezTo>
                  <a:pt x="138378" y="169774"/>
                  <a:pt x="130523" y="167155"/>
                  <a:pt x="125286" y="160610"/>
                </a:cubicBezTo>
                <a:lnTo>
                  <a:pt x="105806" y="138681"/>
                </a:lnTo>
                <a:cubicBezTo>
                  <a:pt x="107351" y="138904"/>
                  <a:pt x="108909" y="139008"/>
                  <a:pt x="110493" y="139008"/>
                </a:cubicBezTo>
                <a:close/>
                <a:moveTo>
                  <a:pt x="130929" y="198575"/>
                </a:moveTo>
                <a:lnTo>
                  <a:pt x="139216" y="218488"/>
                </a:lnTo>
                <a:lnTo>
                  <a:pt x="130680" y="239565"/>
                </a:lnTo>
                <a:lnTo>
                  <a:pt x="130523" y="239958"/>
                </a:lnTo>
                <a:cubicBezTo>
                  <a:pt x="126470" y="250454"/>
                  <a:pt x="127626" y="262248"/>
                  <a:pt x="133639" y="271758"/>
                </a:cubicBezTo>
                <a:cubicBezTo>
                  <a:pt x="126674" y="270998"/>
                  <a:pt x="120154" y="267123"/>
                  <a:pt x="117824" y="260106"/>
                </a:cubicBezTo>
                <a:lnTo>
                  <a:pt x="100805" y="216904"/>
                </a:lnTo>
                <a:lnTo>
                  <a:pt x="72003" y="198575"/>
                </a:lnTo>
                <a:lnTo>
                  <a:pt x="39274" y="261415"/>
                </a:lnTo>
                <a:cubicBezTo>
                  <a:pt x="36656" y="267961"/>
                  <a:pt x="28801" y="271888"/>
                  <a:pt x="22255" y="271888"/>
                </a:cubicBezTo>
                <a:cubicBezTo>
                  <a:pt x="19637" y="271888"/>
                  <a:pt x="15709" y="270579"/>
                  <a:pt x="13091" y="269270"/>
                </a:cubicBezTo>
                <a:cubicBezTo>
                  <a:pt x="3927" y="264034"/>
                  <a:pt x="0" y="252251"/>
                  <a:pt x="5236" y="243087"/>
                </a:cubicBezTo>
                <a:lnTo>
                  <a:pt x="47129" y="161919"/>
                </a:lnTo>
                <a:lnTo>
                  <a:pt x="75041" y="109081"/>
                </a:lnTo>
                <a:cubicBezTo>
                  <a:pt x="77789" y="123739"/>
                  <a:pt x="89111" y="135288"/>
                  <a:pt x="103711" y="138328"/>
                </a:cubicBezTo>
                <a:lnTo>
                  <a:pt x="93866" y="15799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8" name="Rounded Rectangle 47"/>
          <p:cNvSpPr/>
          <p:nvPr/>
        </p:nvSpPr>
        <p:spPr>
          <a:xfrm>
            <a:off x="5938939" y="3247828"/>
            <a:ext cx="314123" cy="309435"/>
          </a:xfrm>
          <a:custGeom>
            <a:avLst/>
            <a:gdLst/>
            <a:ahLst/>
            <a:cxnLst/>
            <a:rect l="0" t="0" r="0" b="0"/>
            <a:pathLst>
              <a:path w="314123" h="309435">
                <a:moveTo>
                  <a:pt x="117749" y="221066"/>
                </a:moveTo>
                <a:cubicBezTo>
                  <a:pt x="117749" y="213836"/>
                  <a:pt x="123610" y="207975"/>
                  <a:pt x="130841" y="207975"/>
                </a:cubicBezTo>
                <a:lnTo>
                  <a:pt x="274849" y="207975"/>
                </a:lnTo>
                <a:cubicBezTo>
                  <a:pt x="282079" y="207975"/>
                  <a:pt x="287940" y="213836"/>
                  <a:pt x="287940" y="221066"/>
                </a:cubicBezTo>
                <a:cubicBezTo>
                  <a:pt x="287940" y="228297"/>
                  <a:pt x="282079" y="234158"/>
                  <a:pt x="274849" y="234158"/>
                </a:cubicBezTo>
                <a:lnTo>
                  <a:pt x="130841" y="234158"/>
                </a:lnTo>
                <a:cubicBezTo>
                  <a:pt x="123610" y="234158"/>
                  <a:pt x="117749" y="228297"/>
                  <a:pt x="117749" y="221066"/>
                </a:cubicBezTo>
                <a:close/>
                <a:moveTo>
                  <a:pt x="117749" y="273433"/>
                </a:moveTo>
                <a:cubicBezTo>
                  <a:pt x="117749" y="266203"/>
                  <a:pt x="123610" y="260341"/>
                  <a:pt x="130841" y="260341"/>
                </a:cubicBezTo>
                <a:lnTo>
                  <a:pt x="301032" y="260341"/>
                </a:lnTo>
                <a:cubicBezTo>
                  <a:pt x="308262" y="260341"/>
                  <a:pt x="314123" y="266203"/>
                  <a:pt x="314123" y="273433"/>
                </a:cubicBezTo>
                <a:cubicBezTo>
                  <a:pt x="314123" y="280663"/>
                  <a:pt x="308262" y="286524"/>
                  <a:pt x="301032" y="286524"/>
                </a:cubicBezTo>
                <a:lnTo>
                  <a:pt x="130841" y="286524"/>
                </a:lnTo>
                <a:cubicBezTo>
                  <a:pt x="123610" y="286524"/>
                  <a:pt x="117749" y="280663"/>
                  <a:pt x="117749" y="273433"/>
                </a:cubicBezTo>
                <a:close/>
                <a:moveTo>
                  <a:pt x="117749" y="168700"/>
                </a:moveTo>
                <a:cubicBezTo>
                  <a:pt x="117749" y="161469"/>
                  <a:pt x="123610" y="155608"/>
                  <a:pt x="130841" y="155608"/>
                </a:cubicBezTo>
                <a:lnTo>
                  <a:pt x="235574" y="155608"/>
                </a:lnTo>
                <a:cubicBezTo>
                  <a:pt x="242804" y="155608"/>
                  <a:pt x="248665" y="161469"/>
                  <a:pt x="248665" y="168700"/>
                </a:cubicBezTo>
                <a:cubicBezTo>
                  <a:pt x="248665" y="175930"/>
                  <a:pt x="242804" y="181791"/>
                  <a:pt x="235574" y="181791"/>
                </a:cubicBezTo>
                <a:lnTo>
                  <a:pt x="130841" y="181791"/>
                </a:lnTo>
                <a:cubicBezTo>
                  <a:pt x="123610" y="181791"/>
                  <a:pt x="117749" y="175930"/>
                  <a:pt x="117749" y="168700"/>
                </a:cubicBezTo>
                <a:close/>
                <a:moveTo>
                  <a:pt x="117749" y="116333"/>
                </a:moveTo>
                <a:cubicBezTo>
                  <a:pt x="117749" y="109103"/>
                  <a:pt x="123610" y="103242"/>
                  <a:pt x="130841" y="103242"/>
                </a:cubicBezTo>
                <a:lnTo>
                  <a:pt x="196299" y="103242"/>
                </a:lnTo>
                <a:cubicBezTo>
                  <a:pt x="203529" y="103242"/>
                  <a:pt x="209390" y="109103"/>
                  <a:pt x="209390" y="116333"/>
                </a:cubicBezTo>
                <a:cubicBezTo>
                  <a:pt x="209390" y="123564"/>
                  <a:pt x="203529" y="129425"/>
                  <a:pt x="196299" y="129425"/>
                </a:cubicBezTo>
                <a:lnTo>
                  <a:pt x="130841" y="129425"/>
                </a:lnTo>
                <a:cubicBezTo>
                  <a:pt x="123610" y="129425"/>
                  <a:pt x="117749" y="123564"/>
                  <a:pt x="117749" y="116333"/>
                </a:cubicBezTo>
                <a:close/>
                <a:moveTo>
                  <a:pt x="62542" y="3837"/>
                </a:moveTo>
                <a:cubicBezTo>
                  <a:pt x="66377" y="0"/>
                  <a:pt x="72597" y="0"/>
                  <a:pt x="76432" y="3837"/>
                </a:cubicBezTo>
                <a:lnTo>
                  <a:pt x="135344" y="62749"/>
                </a:lnTo>
                <a:cubicBezTo>
                  <a:pt x="138149" y="65557"/>
                  <a:pt x="138987" y="69777"/>
                  <a:pt x="137469" y="73444"/>
                </a:cubicBezTo>
                <a:cubicBezTo>
                  <a:pt x="135951" y="77111"/>
                  <a:pt x="132374" y="79503"/>
                  <a:pt x="128406" y="79507"/>
                </a:cubicBezTo>
                <a:lnTo>
                  <a:pt x="82585" y="79507"/>
                </a:lnTo>
                <a:lnTo>
                  <a:pt x="82585" y="296343"/>
                </a:lnTo>
                <a:cubicBezTo>
                  <a:pt x="82585" y="303574"/>
                  <a:pt x="76724" y="309435"/>
                  <a:pt x="69493" y="309435"/>
                </a:cubicBezTo>
                <a:cubicBezTo>
                  <a:pt x="62263" y="309435"/>
                  <a:pt x="56402" y="303574"/>
                  <a:pt x="56402" y="296343"/>
                </a:cubicBezTo>
                <a:lnTo>
                  <a:pt x="56402" y="79520"/>
                </a:lnTo>
                <a:lnTo>
                  <a:pt x="10581" y="79520"/>
                </a:lnTo>
                <a:cubicBezTo>
                  <a:pt x="6612" y="79516"/>
                  <a:pt x="3036" y="77124"/>
                  <a:pt x="1518" y="73457"/>
                </a:cubicBezTo>
                <a:cubicBezTo>
                  <a:pt x="0" y="69791"/>
                  <a:pt x="838" y="65570"/>
                  <a:pt x="3642" y="62762"/>
                </a:cubicBezTo>
                <a:lnTo>
                  <a:pt x="62555" y="3850"/>
                </a:lnTo>
                <a:close/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9" name="Rounded Rectangle 48"/>
          <p:cNvSpPr/>
          <p:nvPr/>
        </p:nvSpPr>
        <p:spPr>
          <a:xfrm>
            <a:off x="5955265" y="3245446"/>
            <a:ext cx="281470" cy="314199"/>
          </a:xfrm>
          <a:custGeom>
            <a:avLst/>
            <a:gdLst/>
            <a:ahLst/>
            <a:cxnLst/>
            <a:rect l="0" t="0" r="0" b="0"/>
            <a:pathLst>
              <a:path w="281470" h="314199">
                <a:moveTo>
                  <a:pt x="281470" y="39274"/>
                </a:moveTo>
                <a:cubicBezTo>
                  <a:pt x="281470" y="60965"/>
                  <a:pt x="263886" y="78549"/>
                  <a:pt x="242195" y="78549"/>
                </a:cubicBezTo>
                <a:cubicBezTo>
                  <a:pt x="220504" y="78549"/>
                  <a:pt x="202920" y="60965"/>
                  <a:pt x="202920" y="39274"/>
                </a:cubicBezTo>
                <a:cubicBezTo>
                  <a:pt x="202920" y="17583"/>
                  <a:pt x="220504" y="0"/>
                  <a:pt x="242195" y="0"/>
                </a:cubicBezTo>
                <a:cubicBezTo>
                  <a:pt x="263886" y="0"/>
                  <a:pt x="281470" y="17583"/>
                  <a:pt x="281470" y="39274"/>
                </a:cubicBezTo>
                <a:close/>
                <a:moveTo>
                  <a:pt x="0" y="26183"/>
                </a:moveTo>
                <a:cubicBezTo>
                  <a:pt x="0" y="18952"/>
                  <a:pt x="5861" y="13091"/>
                  <a:pt x="13091" y="13091"/>
                </a:cubicBezTo>
                <a:lnTo>
                  <a:pt x="65458" y="13091"/>
                </a:lnTo>
                <a:cubicBezTo>
                  <a:pt x="72688" y="13091"/>
                  <a:pt x="78549" y="18952"/>
                  <a:pt x="78549" y="26183"/>
                </a:cubicBezTo>
                <a:cubicBezTo>
                  <a:pt x="78549" y="33413"/>
                  <a:pt x="72688" y="39274"/>
                  <a:pt x="65458" y="39274"/>
                </a:cubicBezTo>
                <a:lnTo>
                  <a:pt x="13091" y="39274"/>
                </a:lnTo>
                <a:cubicBezTo>
                  <a:pt x="5861" y="39274"/>
                  <a:pt x="0" y="33413"/>
                  <a:pt x="0" y="26183"/>
                </a:cubicBezTo>
                <a:close/>
                <a:moveTo>
                  <a:pt x="65458" y="58912"/>
                </a:moveTo>
                <a:cubicBezTo>
                  <a:pt x="72688" y="58912"/>
                  <a:pt x="78549" y="64773"/>
                  <a:pt x="78549" y="72003"/>
                </a:cubicBezTo>
                <a:cubicBezTo>
                  <a:pt x="78549" y="79234"/>
                  <a:pt x="72688" y="85095"/>
                  <a:pt x="65458" y="85095"/>
                </a:cubicBezTo>
                <a:lnTo>
                  <a:pt x="13091" y="85095"/>
                </a:lnTo>
                <a:cubicBezTo>
                  <a:pt x="5861" y="85095"/>
                  <a:pt x="0" y="79234"/>
                  <a:pt x="0" y="72003"/>
                </a:cubicBezTo>
                <a:cubicBezTo>
                  <a:pt x="0" y="64773"/>
                  <a:pt x="5861" y="58912"/>
                  <a:pt x="13091" y="58912"/>
                </a:cubicBezTo>
                <a:close/>
                <a:moveTo>
                  <a:pt x="0" y="117824"/>
                </a:moveTo>
                <a:cubicBezTo>
                  <a:pt x="0" y="110594"/>
                  <a:pt x="5861" y="104733"/>
                  <a:pt x="13091" y="104733"/>
                </a:cubicBezTo>
                <a:lnTo>
                  <a:pt x="65458" y="104733"/>
                </a:lnTo>
                <a:cubicBezTo>
                  <a:pt x="72688" y="104733"/>
                  <a:pt x="78549" y="110594"/>
                  <a:pt x="78549" y="117824"/>
                </a:cubicBezTo>
                <a:cubicBezTo>
                  <a:pt x="78549" y="125055"/>
                  <a:pt x="72688" y="130916"/>
                  <a:pt x="65458" y="130916"/>
                </a:cubicBezTo>
                <a:lnTo>
                  <a:pt x="13091" y="130916"/>
                </a:lnTo>
                <a:cubicBezTo>
                  <a:pt x="5861" y="130916"/>
                  <a:pt x="0" y="125055"/>
                  <a:pt x="0" y="117824"/>
                </a:cubicBezTo>
                <a:close/>
                <a:moveTo>
                  <a:pt x="111278" y="288015"/>
                </a:moveTo>
                <a:lnTo>
                  <a:pt x="130916" y="288015"/>
                </a:lnTo>
                <a:cubicBezTo>
                  <a:pt x="138146" y="288015"/>
                  <a:pt x="144007" y="293877"/>
                  <a:pt x="144007" y="301107"/>
                </a:cubicBezTo>
                <a:cubicBezTo>
                  <a:pt x="144007" y="308337"/>
                  <a:pt x="138146" y="314199"/>
                  <a:pt x="130916" y="314199"/>
                </a:cubicBezTo>
                <a:lnTo>
                  <a:pt x="13091" y="314199"/>
                </a:lnTo>
                <a:cubicBezTo>
                  <a:pt x="5861" y="314199"/>
                  <a:pt x="0" y="308337"/>
                  <a:pt x="0" y="301107"/>
                </a:cubicBezTo>
                <a:lnTo>
                  <a:pt x="0" y="163645"/>
                </a:lnTo>
                <a:cubicBezTo>
                  <a:pt x="0" y="156415"/>
                  <a:pt x="5861" y="150553"/>
                  <a:pt x="13091" y="150553"/>
                </a:cubicBezTo>
                <a:lnTo>
                  <a:pt x="128585" y="150553"/>
                </a:lnTo>
                <a:cubicBezTo>
                  <a:pt x="126518" y="143617"/>
                  <a:pt x="127849" y="136113"/>
                  <a:pt x="132175" y="130311"/>
                </a:cubicBezTo>
                <a:cubicBezTo>
                  <a:pt x="136502" y="124509"/>
                  <a:pt x="143316" y="121093"/>
                  <a:pt x="150553" y="121097"/>
                </a:cubicBezTo>
                <a:lnTo>
                  <a:pt x="156235" y="121097"/>
                </a:lnTo>
                <a:lnTo>
                  <a:pt x="167297" y="82398"/>
                </a:lnTo>
                <a:cubicBezTo>
                  <a:pt x="168206" y="78962"/>
                  <a:pt x="170900" y="76284"/>
                  <a:pt x="174343" y="75398"/>
                </a:cubicBezTo>
                <a:cubicBezTo>
                  <a:pt x="177785" y="74512"/>
                  <a:pt x="181437" y="75556"/>
                  <a:pt x="183892" y="78127"/>
                </a:cubicBezTo>
                <a:cubicBezTo>
                  <a:pt x="186346" y="80698"/>
                  <a:pt x="187220" y="84394"/>
                  <a:pt x="186175" y="87792"/>
                </a:cubicBezTo>
                <a:lnTo>
                  <a:pt x="176658" y="121097"/>
                </a:lnTo>
                <a:lnTo>
                  <a:pt x="187066" y="121097"/>
                </a:lnTo>
                <a:cubicBezTo>
                  <a:pt x="192881" y="121096"/>
                  <a:pt x="198566" y="119375"/>
                  <a:pt x="203404" y="116148"/>
                </a:cubicBezTo>
                <a:lnTo>
                  <a:pt x="229496" y="98763"/>
                </a:lnTo>
                <a:cubicBezTo>
                  <a:pt x="236525" y="94081"/>
                  <a:pt x="245561" y="93647"/>
                  <a:pt x="253007" y="97633"/>
                </a:cubicBezTo>
                <a:cubicBezTo>
                  <a:pt x="260453" y="101619"/>
                  <a:pt x="265102" y="109378"/>
                  <a:pt x="265105" y="117824"/>
                </a:cubicBezTo>
                <a:lnTo>
                  <a:pt x="265105" y="291288"/>
                </a:lnTo>
                <a:cubicBezTo>
                  <a:pt x="265105" y="303941"/>
                  <a:pt x="254848" y="314199"/>
                  <a:pt x="242195" y="314199"/>
                </a:cubicBezTo>
                <a:cubicBezTo>
                  <a:pt x="229542" y="314199"/>
                  <a:pt x="219284" y="303941"/>
                  <a:pt x="219284" y="291288"/>
                </a:cubicBezTo>
                <a:lnTo>
                  <a:pt x="219284" y="159678"/>
                </a:lnTo>
                <a:cubicBezTo>
                  <a:pt x="209213" y="164446"/>
                  <a:pt x="198209" y="166919"/>
                  <a:pt x="187066" y="166918"/>
                </a:cubicBezTo>
                <a:lnTo>
                  <a:pt x="182876" y="166918"/>
                </a:lnTo>
                <a:cubicBezTo>
                  <a:pt x="181383" y="172701"/>
                  <a:pt x="176164" y="176741"/>
                  <a:pt x="170191" y="176737"/>
                </a:cubicBezTo>
                <a:lnTo>
                  <a:pt x="111278" y="176737"/>
                </a:lnTo>
                <a:close/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0" name="Rounded Rectangle 49"/>
          <p:cNvSpPr/>
          <p:nvPr/>
        </p:nvSpPr>
        <p:spPr>
          <a:xfrm>
            <a:off x="5942309" y="3245970"/>
            <a:ext cx="307382" cy="313151"/>
          </a:xfrm>
          <a:custGeom>
            <a:avLst/>
            <a:gdLst/>
            <a:ahLst/>
            <a:cxnLst/>
            <a:rect l="0" t="0" r="0" b="0"/>
            <a:pathLst>
              <a:path w="307382" h="313151">
                <a:moveTo>
                  <a:pt x="185508" y="261439"/>
                </a:moveTo>
                <a:cubicBezTo>
                  <a:pt x="196676" y="261168"/>
                  <a:pt x="206767" y="254710"/>
                  <a:pt x="211691" y="244682"/>
                </a:cubicBezTo>
                <a:cubicBezTo>
                  <a:pt x="212629" y="242939"/>
                  <a:pt x="214162" y="241592"/>
                  <a:pt x="216011" y="240885"/>
                </a:cubicBezTo>
                <a:lnTo>
                  <a:pt x="232245" y="235649"/>
                </a:lnTo>
                <a:lnTo>
                  <a:pt x="248610" y="272044"/>
                </a:lnTo>
                <a:cubicBezTo>
                  <a:pt x="229234" y="282386"/>
                  <a:pt x="214571" y="290765"/>
                  <a:pt x="201480" y="297049"/>
                </a:cubicBezTo>
                <a:close/>
                <a:moveTo>
                  <a:pt x="7069" y="231852"/>
                </a:moveTo>
                <a:lnTo>
                  <a:pt x="7069" y="196636"/>
                </a:lnTo>
                <a:cubicBezTo>
                  <a:pt x="7069" y="195196"/>
                  <a:pt x="6414" y="193887"/>
                  <a:pt x="9164" y="193887"/>
                </a:cubicBezTo>
                <a:lnTo>
                  <a:pt x="71349" y="193887"/>
                </a:lnTo>
                <a:lnTo>
                  <a:pt x="79989" y="193887"/>
                </a:lnTo>
                <a:cubicBezTo>
                  <a:pt x="79525" y="200319"/>
                  <a:pt x="77256" y="206490"/>
                  <a:pt x="73444" y="211691"/>
                </a:cubicBezTo>
                <a:cubicBezTo>
                  <a:pt x="63101" y="225568"/>
                  <a:pt x="40060" y="232245"/>
                  <a:pt x="7069" y="231852"/>
                </a:cubicBezTo>
                <a:close/>
                <a:moveTo>
                  <a:pt x="307090" y="237681"/>
                </a:moveTo>
                <a:cubicBezTo>
                  <a:pt x="306798" y="240308"/>
                  <a:pt x="305183" y="242604"/>
                  <a:pt x="302809" y="243766"/>
                </a:cubicBezTo>
                <a:cubicBezTo>
                  <a:pt x="287361" y="251882"/>
                  <a:pt x="274007" y="258559"/>
                  <a:pt x="261832" y="264974"/>
                </a:cubicBezTo>
                <a:lnTo>
                  <a:pt x="246646" y="230543"/>
                </a:lnTo>
                <a:lnTo>
                  <a:pt x="267723" y="223474"/>
                </a:lnTo>
                <a:cubicBezTo>
                  <a:pt x="280340" y="219312"/>
                  <a:pt x="294216" y="222097"/>
                  <a:pt x="304249" y="230805"/>
                </a:cubicBezTo>
                <a:cubicBezTo>
                  <a:pt x="306310" y="232460"/>
                  <a:pt x="307382" y="235054"/>
                  <a:pt x="307090" y="237681"/>
                </a:cubicBezTo>
                <a:close/>
                <a:moveTo>
                  <a:pt x="188126" y="303463"/>
                </a:moveTo>
                <a:cubicBezTo>
                  <a:pt x="175977" y="309732"/>
                  <a:pt x="162522" y="313051"/>
                  <a:pt x="148851" y="313151"/>
                </a:cubicBezTo>
                <a:cubicBezTo>
                  <a:pt x="124632" y="312759"/>
                  <a:pt x="10211" y="268640"/>
                  <a:pt x="9033" y="267985"/>
                </a:cubicBezTo>
                <a:cubicBezTo>
                  <a:pt x="7817" y="267348"/>
                  <a:pt x="7059" y="266085"/>
                  <a:pt x="7069" y="264712"/>
                </a:cubicBezTo>
                <a:lnTo>
                  <a:pt x="7069" y="246384"/>
                </a:lnTo>
                <a:lnTo>
                  <a:pt x="12698" y="246384"/>
                </a:lnTo>
                <a:cubicBezTo>
                  <a:pt x="48177" y="246384"/>
                  <a:pt x="72396" y="237482"/>
                  <a:pt x="85488" y="220201"/>
                </a:cubicBezTo>
                <a:cubicBezTo>
                  <a:pt x="90671" y="213238"/>
                  <a:pt x="93881" y="205007"/>
                  <a:pt x="94783" y="196374"/>
                </a:cubicBezTo>
                <a:cubicBezTo>
                  <a:pt x="107821" y="200685"/>
                  <a:pt x="120005" y="207242"/>
                  <a:pt x="130785" y="215750"/>
                </a:cubicBezTo>
                <a:cubicBezTo>
                  <a:pt x="131465" y="216259"/>
                  <a:pt x="132292" y="216535"/>
                  <a:pt x="133141" y="216535"/>
                </a:cubicBezTo>
                <a:lnTo>
                  <a:pt x="184722" y="216535"/>
                </a:lnTo>
                <a:cubicBezTo>
                  <a:pt x="193039" y="216533"/>
                  <a:pt x="199782" y="223274"/>
                  <a:pt x="199782" y="231590"/>
                </a:cubicBezTo>
                <a:cubicBezTo>
                  <a:pt x="199782" y="239907"/>
                  <a:pt x="193039" y="246648"/>
                  <a:pt x="184722" y="246646"/>
                </a:cubicBezTo>
                <a:lnTo>
                  <a:pt x="124239" y="246646"/>
                </a:lnTo>
                <a:cubicBezTo>
                  <a:pt x="120046" y="246647"/>
                  <a:pt x="116647" y="250046"/>
                  <a:pt x="116647" y="254239"/>
                </a:cubicBezTo>
                <a:cubicBezTo>
                  <a:pt x="116647" y="258432"/>
                  <a:pt x="120046" y="261831"/>
                  <a:pt x="124239" y="261832"/>
                </a:cubicBezTo>
                <a:lnTo>
                  <a:pt x="168882" y="261832"/>
                </a:lnTo>
                <a:close/>
                <a:moveTo>
                  <a:pt x="124894" y="131832"/>
                </a:moveTo>
                <a:lnTo>
                  <a:pt x="151077" y="131832"/>
                </a:lnTo>
                <a:cubicBezTo>
                  <a:pt x="151077" y="131832"/>
                  <a:pt x="164169" y="131832"/>
                  <a:pt x="164169" y="144924"/>
                </a:cubicBezTo>
                <a:lnTo>
                  <a:pt x="164169" y="171107"/>
                </a:lnTo>
                <a:cubicBezTo>
                  <a:pt x="164169" y="171107"/>
                  <a:pt x="164169" y="184199"/>
                  <a:pt x="151077" y="184199"/>
                </a:cubicBezTo>
                <a:lnTo>
                  <a:pt x="124894" y="184199"/>
                </a:lnTo>
                <a:cubicBezTo>
                  <a:pt x="124894" y="184199"/>
                  <a:pt x="111802" y="184199"/>
                  <a:pt x="111802" y="171107"/>
                </a:cubicBezTo>
                <a:lnTo>
                  <a:pt x="111802" y="144924"/>
                </a:lnTo>
                <a:cubicBezTo>
                  <a:pt x="111802" y="144924"/>
                  <a:pt x="111802" y="131832"/>
                  <a:pt x="124894" y="131832"/>
                </a:cubicBezTo>
                <a:moveTo>
                  <a:pt x="190352" y="131832"/>
                </a:moveTo>
                <a:lnTo>
                  <a:pt x="216535" y="131832"/>
                </a:lnTo>
                <a:cubicBezTo>
                  <a:pt x="216535" y="131832"/>
                  <a:pt x="229627" y="131832"/>
                  <a:pt x="229627" y="144924"/>
                </a:cubicBezTo>
                <a:lnTo>
                  <a:pt x="229627" y="171107"/>
                </a:lnTo>
                <a:cubicBezTo>
                  <a:pt x="229627" y="171107"/>
                  <a:pt x="229627" y="184199"/>
                  <a:pt x="216535" y="184199"/>
                </a:cubicBezTo>
                <a:lnTo>
                  <a:pt x="190352" y="184199"/>
                </a:lnTo>
                <a:cubicBezTo>
                  <a:pt x="190352" y="184199"/>
                  <a:pt x="177260" y="184199"/>
                  <a:pt x="177260" y="171107"/>
                </a:cubicBezTo>
                <a:lnTo>
                  <a:pt x="177260" y="144924"/>
                </a:lnTo>
                <a:cubicBezTo>
                  <a:pt x="177260" y="144924"/>
                  <a:pt x="177260" y="131832"/>
                  <a:pt x="190352" y="131832"/>
                </a:cubicBezTo>
                <a:moveTo>
                  <a:pt x="255810" y="131832"/>
                </a:moveTo>
                <a:lnTo>
                  <a:pt x="281993" y="131832"/>
                </a:lnTo>
                <a:cubicBezTo>
                  <a:pt x="281993" y="131832"/>
                  <a:pt x="295085" y="131832"/>
                  <a:pt x="295085" y="144924"/>
                </a:cubicBezTo>
                <a:lnTo>
                  <a:pt x="295085" y="171107"/>
                </a:lnTo>
                <a:cubicBezTo>
                  <a:pt x="295085" y="171107"/>
                  <a:pt x="295085" y="184199"/>
                  <a:pt x="281993" y="184199"/>
                </a:cubicBezTo>
                <a:lnTo>
                  <a:pt x="255810" y="184199"/>
                </a:lnTo>
                <a:cubicBezTo>
                  <a:pt x="255810" y="184199"/>
                  <a:pt x="242718" y="184199"/>
                  <a:pt x="242718" y="171107"/>
                </a:cubicBezTo>
                <a:lnTo>
                  <a:pt x="242718" y="144924"/>
                </a:lnTo>
                <a:cubicBezTo>
                  <a:pt x="242718" y="144924"/>
                  <a:pt x="242718" y="131832"/>
                  <a:pt x="255810" y="131832"/>
                </a:cubicBezTo>
                <a:moveTo>
                  <a:pt x="124894" y="66374"/>
                </a:moveTo>
                <a:lnTo>
                  <a:pt x="151077" y="66374"/>
                </a:lnTo>
                <a:cubicBezTo>
                  <a:pt x="151077" y="66374"/>
                  <a:pt x="164169" y="66374"/>
                  <a:pt x="164169" y="79466"/>
                </a:cubicBezTo>
                <a:lnTo>
                  <a:pt x="164169" y="105649"/>
                </a:lnTo>
                <a:cubicBezTo>
                  <a:pt x="164169" y="105649"/>
                  <a:pt x="164169" y="118741"/>
                  <a:pt x="151077" y="118741"/>
                </a:cubicBezTo>
                <a:lnTo>
                  <a:pt x="124894" y="118741"/>
                </a:lnTo>
                <a:cubicBezTo>
                  <a:pt x="124894" y="118741"/>
                  <a:pt x="111802" y="118741"/>
                  <a:pt x="111802" y="105649"/>
                </a:cubicBezTo>
                <a:lnTo>
                  <a:pt x="111802" y="79466"/>
                </a:lnTo>
                <a:cubicBezTo>
                  <a:pt x="111802" y="79466"/>
                  <a:pt x="111802" y="66374"/>
                  <a:pt x="124894" y="66374"/>
                </a:cubicBezTo>
                <a:moveTo>
                  <a:pt x="124894" y="916"/>
                </a:moveTo>
                <a:lnTo>
                  <a:pt x="151077" y="916"/>
                </a:lnTo>
                <a:cubicBezTo>
                  <a:pt x="151077" y="916"/>
                  <a:pt x="164169" y="916"/>
                  <a:pt x="164169" y="14008"/>
                </a:cubicBezTo>
                <a:lnTo>
                  <a:pt x="164169" y="40191"/>
                </a:lnTo>
                <a:cubicBezTo>
                  <a:pt x="164169" y="40191"/>
                  <a:pt x="164169" y="53282"/>
                  <a:pt x="151077" y="53282"/>
                </a:cubicBezTo>
                <a:lnTo>
                  <a:pt x="124894" y="53282"/>
                </a:lnTo>
                <a:cubicBezTo>
                  <a:pt x="124894" y="53282"/>
                  <a:pt x="111802" y="53282"/>
                  <a:pt x="111802" y="40191"/>
                </a:cubicBezTo>
                <a:lnTo>
                  <a:pt x="111802" y="14008"/>
                </a:lnTo>
                <a:cubicBezTo>
                  <a:pt x="111802" y="14008"/>
                  <a:pt x="111802" y="916"/>
                  <a:pt x="124894" y="916"/>
                </a:cubicBezTo>
                <a:moveTo>
                  <a:pt x="0" y="0"/>
                </a:moveTo>
                <a:moveTo>
                  <a:pt x="202187" y="52484"/>
                </a:moveTo>
                <a:lnTo>
                  <a:pt x="226053" y="41709"/>
                </a:lnTo>
                <a:cubicBezTo>
                  <a:pt x="226053" y="41709"/>
                  <a:pt x="237979" y="36316"/>
                  <a:pt x="243373" y="48255"/>
                </a:cubicBezTo>
                <a:lnTo>
                  <a:pt x="254147" y="72108"/>
                </a:lnTo>
                <a:cubicBezTo>
                  <a:pt x="254147" y="72108"/>
                  <a:pt x="259528" y="84048"/>
                  <a:pt x="247601" y="89428"/>
                </a:cubicBezTo>
                <a:lnTo>
                  <a:pt x="223735" y="100203"/>
                </a:lnTo>
                <a:cubicBezTo>
                  <a:pt x="223735" y="100203"/>
                  <a:pt x="211809" y="105597"/>
                  <a:pt x="206415" y="93657"/>
                </a:cubicBezTo>
                <a:lnTo>
                  <a:pt x="195641" y="69804"/>
                </a:lnTo>
                <a:cubicBezTo>
                  <a:pt x="195641" y="69804"/>
                  <a:pt x="190247" y="57865"/>
                  <a:pt x="202187" y="52484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1" name="Rounded Rectangle 50"/>
          <p:cNvSpPr/>
          <p:nvPr/>
        </p:nvSpPr>
        <p:spPr>
          <a:xfrm>
            <a:off x="5942335" y="3245241"/>
            <a:ext cx="307331" cy="314609"/>
          </a:xfrm>
          <a:custGeom>
            <a:avLst/>
            <a:gdLst/>
            <a:ahLst/>
            <a:cxnLst/>
            <a:rect l="0" t="0" r="0" b="0"/>
            <a:pathLst>
              <a:path w="307331" h="314609">
                <a:moveTo>
                  <a:pt x="289586" y="267435"/>
                </a:moveTo>
                <a:cubicBezTo>
                  <a:pt x="292010" y="270863"/>
                  <a:pt x="292643" y="275244"/>
                  <a:pt x="291288" y="279218"/>
                </a:cubicBezTo>
                <a:lnTo>
                  <a:pt x="282648" y="305401"/>
                </a:lnTo>
                <a:cubicBezTo>
                  <a:pt x="280847" y="310733"/>
                  <a:pt x="275839" y="314318"/>
                  <a:pt x="270211" y="314303"/>
                </a:cubicBezTo>
                <a:lnTo>
                  <a:pt x="31550" y="314303"/>
                </a:lnTo>
                <a:cubicBezTo>
                  <a:pt x="25683" y="314609"/>
                  <a:pt x="20331" y="310970"/>
                  <a:pt x="18459" y="305401"/>
                </a:cubicBezTo>
                <a:lnTo>
                  <a:pt x="9818" y="279218"/>
                </a:lnTo>
                <a:cubicBezTo>
                  <a:pt x="8464" y="275244"/>
                  <a:pt x="9097" y="270863"/>
                  <a:pt x="11520" y="267435"/>
                </a:cubicBezTo>
                <a:cubicBezTo>
                  <a:pt x="13964" y="264003"/>
                  <a:pt x="17911" y="261956"/>
                  <a:pt x="22124" y="261937"/>
                </a:cubicBezTo>
                <a:lnTo>
                  <a:pt x="62185" y="261937"/>
                </a:lnTo>
                <a:cubicBezTo>
                  <a:pt x="63992" y="261937"/>
                  <a:pt x="65458" y="260471"/>
                  <a:pt x="65458" y="258664"/>
                </a:cubicBezTo>
                <a:lnTo>
                  <a:pt x="65458" y="245572"/>
                </a:lnTo>
                <a:cubicBezTo>
                  <a:pt x="65458" y="243765"/>
                  <a:pt x="63992" y="242299"/>
                  <a:pt x="62185" y="242299"/>
                </a:cubicBezTo>
                <a:lnTo>
                  <a:pt x="13091" y="242299"/>
                </a:lnTo>
                <a:cubicBezTo>
                  <a:pt x="5861" y="242299"/>
                  <a:pt x="0" y="236438"/>
                  <a:pt x="0" y="229208"/>
                </a:cubicBezTo>
                <a:cubicBezTo>
                  <a:pt x="0" y="221977"/>
                  <a:pt x="5861" y="216116"/>
                  <a:pt x="13091" y="216116"/>
                </a:cubicBezTo>
                <a:lnTo>
                  <a:pt x="144007" y="216116"/>
                </a:lnTo>
                <a:cubicBezTo>
                  <a:pt x="151238" y="216116"/>
                  <a:pt x="157099" y="221977"/>
                  <a:pt x="157099" y="229208"/>
                </a:cubicBezTo>
                <a:cubicBezTo>
                  <a:pt x="157099" y="236438"/>
                  <a:pt x="151238" y="242299"/>
                  <a:pt x="144007" y="242299"/>
                </a:cubicBezTo>
                <a:lnTo>
                  <a:pt x="94914" y="242299"/>
                </a:lnTo>
                <a:cubicBezTo>
                  <a:pt x="93106" y="242299"/>
                  <a:pt x="91641" y="243765"/>
                  <a:pt x="91641" y="245572"/>
                </a:cubicBezTo>
                <a:lnTo>
                  <a:pt x="91641" y="258664"/>
                </a:lnTo>
                <a:cubicBezTo>
                  <a:pt x="91641" y="260471"/>
                  <a:pt x="93106" y="261937"/>
                  <a:pt x="94914" y="261937"/>
                </a:cubicBezTo>
                <a:lnTo>
                  <a:pt x="186555" y="261937"/>
                </a:lnTo>
                <a:cubicBezTo>
                  <a:pt x="188363" y="261937"/>
                  <a:pt x="189828" y="260471"/>
                  <a:pt x="189828" y="258664"/>
                </a:cubicBezTo>
                <a:lnTo>
                  <a:pt x="189828" y="152098"/>
                </a:lnTo>
                <a:cubicBezTo>
                  <a:pt x="189891" y="150814"/>
                  <a:pt x="189165" y="149621"/>
                  <a:pt x="187995" y="149087"/>
                </a:cubicBezTo>
                <a:cubicBezTo>
                  <a:pt x="155175" y="133006"/>
                  <a:pt x="137783" y="96414"/>
                  <a:pt x="146037" y="60810"/>
                </a:cubicBezTo>
                <a:cubicBezTo>
                  <a:pt x="154290" y="25206"/>
                  <a:pt x="186009" y="0"/>
                  <a:pt x="222557" y="0"/>
                </a:cubicBezTo>
                <a:cubicBezTo>
                  <a:pt x="259105" y="0"/>
                  <a:pt x="290824" y="25206"/>
                  <a:pt x="299078" y="60810"/>
                </a:cubicBezTo>
                <a:cubicBezTo>
                  <a:pt x="307331" y="96414"/>
                  <a:pt x="289939" y="133006"/>
                  <a:pt x="257119" y="149087"/>
                </a:cubicBezTo>
                <a:cubicBezTo>
                  <a:pt x="255950" y="149621"/>
                  <a:pt x="255224" y="150814"/>
                  <a:pt x="255286" y="152098"/>
                </a:cubicBezTo>
                <a:lnTo>
                  <a:pt x="255286" y="258664"/>
                </a:lnTo>
                <a:cubicBezTo>
                  <a:pt x="255286" y="260471"/>
                  <a:pt x="256752" y="261937"/>
                  <a:pt x="258559" y="261937"/>
                </a:cubicBezTo>
                <a:lnTo>
                  <a:pt x="278982" y="261937"/>
                </a:lnTo>
                <a:cubicBezTo>
                  <a:pt x="283196" y="261956"/>
                  <a:pt x="287142" y="264003"/>
                  <a:pt x="289586" y="267435"/>
                </a:cubicBezTo>
                <a:close/>
                <a:moveTo>
                  <a:pt x="170191" y="78654"/>
                </a:moveTo>
                <a:cubicBezTo>
                  <a:pt x="170253" y="82131"/>
                  <a:pt x="170648" y="85594"/>
                  <a:pt x="171369" y="88996"/>
                </a:cubicBezTo>
                <a:cubicBezTo>
                  <a:pt x="171729" y="90517"/>
                  <a:pt x="173079" y="91597"/>
                  <a:pt x="174642" y="91615"/>
                </a:cubicBezTo>
                <a:lnTo>
                  <a:pt x="197552" y="91615"/>
                </a:lnTo>
                <a:cubicBezTo>
                  <a:pt x="198752" y="91618"/>
                  <a:pt x="199857" y="90965"/>
                  <a:pt x="200432" y="89913"/>
                </a:cubicBezTo>
                <a:cubicBezTo>
                  <a:pt x="200946" y="88882"/>
                  <a:pt x="200946" y="87670"/>
                  <a:pt x="200432" y="86640"/>
                </a:cubicBezTo>
                <a:lnTo>
                  <a:pt x="191661" y="72108"/>
                </a:lnTo>
                <a:cubicBezTo>
                  <a:pt x="188896" y="65990"/>
                  <a:pt x="191207" y="58773"/>
                  <a:pt x="197011" y="55399"/>
                </a:cubicBezTo>
                <a:cubicBezTo>
                  <a:pt x="202814" y="52024"/>
                  <a:pt x="210230" y="53587"/>
                  <a:pt x="214179" y="59016"/>
                </a:cubicBezTo>
                <a:lnTo>
                  <a:pt x="233816" y="91745"/>
                </a:lnTo>
                <a:lnTo>
                  <a:pt x="270473" y="91745"/>
                </a:lnTo>
                <a:cubicBezTo>
                  <a:pt x="272035" y="91727"/>
                  <a:pt x="273385" y="90648"/>
                  <a:pt x="273745" y="89127"/>
                </a:cubicBezTo>
                <a:cubicBezTo>
                  <a:pt x="274475" y="85682"/>
                  <a:pt x="274870" y="82175"/>
                  <a:pt x="274924" y="78654"/>
                </a:cubicBezTo>
                <a:cubicBezTo>
                  <a:pt x="274924" y="49733"/>
                  <a:pt x="251478" y="26287"/>
                  <a:pt x="222557" y="26287"/>
                </a:cubicBezTo>
                <a:cubicBezTo>
                  <a:pt x="193636" y="26287"/>
                  <a:pt x="170191" y="49733"/>
                  <a:pt x="170191" y="78654"/>
                </a:cubicBezTo>
                <a:close/>
                <a:moveTo>
                  <a:pt x="50961" y="203547"/>
                </a:moveTo>
                <a:cubicBezTo>
                  <a:pt x="42648" y="200659"/>
                  <a:pt x="35997" y="194307"/>
                  <a:pt x="32729" y="186136"/>
                </a:cubicBezTo>
                <a:cubicBezTo>
                  <a:pt x="25586" y="174141"/>
                  <a:pt x="21120" y="160743"/>
                  <a:pt x="19637" y="146861"/>
                </a:cubicBezTo>
                <a:cubicBezTo>
                  <a:pt x="19637" y="123296"/>
                  <a:pt x="35085" y="103528"/>
                  <a:pt x="53675" y="103004"/>
                </a:cubicBezTo>
                <a:cubicBezTo>
                  <a:pt x="56288" y="102772"/>
                  <a:pt x="58917" y="102772"/>
                  <a:pt x="61530" y="103004"/>
                </a:cubicBezTo>
                <a:cubicBezTo>
                  <a:pt x="62457" y="103259"/>
                  <a:pt x="63450" y="103011"/>
                  <a:pt x="64148" y="102350"/>
                </a:cubicBezTo>
                <a:cubicBezTo>
                  <a:pt x="64903" y="101789"/>
                  <a:pt x="65380" y="100930"/>
                  <a:pt x="65458" y="99993"/>
                </a:cubicBezTo>
                <a:cubicBezTo>
                  <a:pt x="65326" y="80360"/>
                  <a:pt x="79994" y="63774"/>
                  <a:pt x="99496" y="61504"/>
                </a:cubicBezTo>
                <a:cubicBezTo>
                  <a:pt x="106726" y="60093"/>
                  <a:pt x="113731" y="64812"/>
                  <a:pt x="115141" y="72042"/>
                </a:cubicBezTo>
                <a:cubicBezTo>
                  <a:pt x="116551" y="79273"/>
                  <a:pt x="111832" y="86277"/>
                  <a:pt x="104602" y="87687"/>
                </a:cubicBezTo>
                <a:cubicBezTo>
                  <a:pt x="94521" y="89651"/>
                  <a:pt x="91510" y="93709"/>
                  <a:pt x="91510" y="99993"/>
                </a:cubicBezTo>
                <a:cubicBezTo>
                  <a:pt x="91404" y="101024"/>
                  <a:pt x="91793" y="102043"/>
                  <a:pt x="92557" y="102742"/>
                </a:cubicBezTo>
                <a:cubicBezTo>
                  <a:pt x="93305" y="103412"/>
                  <a:pt x="94318" y="103701"/>
                  <a:pt x="95307" y="103528"/>
                </a:cubicBezTo>
                <a:cubicBezTo>
                  <a:pt x="97832" y="103300"/>
                  <a:pt x="100374" y="103300"/>
                  <a:pt x="102900" y="103528"/>
                </a:cubicBezTo>
                <a:cubicBezTo>
                  <a:pt x="121359" y="103528"/>
                  <a:pt x="137462" y="123296"/>
                  <a:pt x="136545" y="146992"/>
                </a:cubicBezTo>
                <a:cubicBezTo>
                  <a:pt x="135514" y="160837"/>
                  <a:pt x="131351" y="174267"/>
                  <a:pt x="124370" y="186267"/>
                </a:cubicBezTo>
                <a:cubicBezTo>
                  <a:pt x="120852" y="194553"/>
                  <a:pt x="113949" y="200932"/>
                  <a:pt x="105411" y="203786"/>
                </a:cubicBezTo>
                <a:cubicBezTo>
                  <a:pt x="96873" y="206641"/>
                  <a:pt x="87522" y="205696"/>
                  <a:pt x="79728" y="201191"/>
                </a:cubicBezTo>
                <a:cubicBezTo>
                  <a:pt x="78593" y="200537"/>
                  <a:pt x="77196" y="200537"/>
                  <a:pt x="76062" y="201191"/>
                </a:cubicBezTo>
                <a:cubicBezTo>
                  <a:pt x="68431" y="205576"/>
                  <a:pt x="59274" y="206436"/>
                  <a:pt x="50961" y="203547"/>
                </a:cubicBezTo>
                <a:close/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2" name="Rounded Rectangle 51"/>
          <p:cNvSpPr/>
          <p:nvPr/>
        </p:nvSpPr>
        <p:spPr>
          <a:xfrm>
            <a:off x="5938901" y="3245446"/>
            <a:ext cx="314199" cy="314199"/>
          </a:xfrm>
          <a:custGeom>
            <a:avLst/>
            <a:gdLst/>
            <a:ahLst/>
            <a:cxnLst/>
            <a:rect l="0" t="0" r="0" b="0"/>
            <a:pathLst>
              <a:path w="314199" h="314199">
                <a:moveTo>
                  <a:pt x="142044" y="203443"/>
                </a:moveTo>
                <a:cubicBezTo>
                  <a:pt x="142040" y="188619"/>
                  <a:pt x="154526" y="176599"/>
                  <a:pt x="169929" y="176599"/>
                </a:cubicBezTo>
                <a:cubicBezTo>
                  <a:pt x="185332" y="176599"/>
                  <a:pt x="197818" y="188619"/>
                  <a:pt x="197814" y="203443"/>
                </a:cubicBezTo>
                <a:cubicBezTo>
                  <a:pt x="197818" y="218268"/>
                  <a:pt x="185332" y="230288"/>
                  <a:pt x="169929" y="230288"/>
                </a:cubicBezTo>
                <a:cubicBezTo>
                  <a:pt x="154526" y="230288"/>
                  <a:pt x="142040" y="218268"/>
                  <a:pt x="142044" y="203443"/>
                </a:cubicBezTo>
                <a:moveTo>
                  <a:pt x="265760" y="256072"/>
                </a:moveTo>
                <a:cubicBezTo>
                  <a:pt x="278386" y="255827"/>
                  <a:pt x="290591" y="260617"/>
                  <a:pt x="299680" y="269386"/>
                </a:cubicBezTo>
                <a:cubicBezTo>
                  <a:pt x="308768" y="278155"/>
                  <a:pt x="313992" y="290181"/>
                  <a:pt x="314199" y="302809"/>
                </a:cubicBezTo>
                <a:lnTo>
                  <a:pt x="314199" y="314199"/>
                </a:lnTo>
                <a:lnTo>
                  <a:pt x="120704" y="314199"/>
                </a:lnTo>
                <a:lnTo>
                  <a:pt x="120704" y="302809"/>
                </a:lnTo>
                <a:cubicBezTo>
                  <a:pt x="122044" y="277070"/>
                  <a:pt x="143304" y="256887"/>
                  <a:pt x="169078" y="256887"/>
                </a:cubicBezTo>
                <a:cubicBezTo>
                  <a:pt x="194852" y="256887"/>
                  <a:pt x="216112" y="277070"/>
                  <a:pt x="217451" y="302809"/>
                </a:cubicBezTo>
                <a:cubicBezTo>
                  <a:pt x="217882" y="276561"/>
                  <a:pt x="239512" y="255634"/>
                  <a:pt x="265760" y="256072"/>
                </a:cubicBezTo>
                <a:close/>
                <a:moveTo>
                  <a:pt x="238922" y="203443"/>
                </a:moveTo>
                <a:cubicBezTo>
                  <a:pt x="238918" y="188619"/>
                  <a:pt x="251404" y="176599"/>
                  <a:pt x="266807" y="176599"/>
                </a:cubicBezTo>
                <a:cubicBezTo>
                  <a:pt x="282210" y="176599"/>
                  <a:pt x="294696" y="188619"/>
                  <a:pt x="294692" y="203443"/>
                </a:cubicBezTo>
                <a:cubicBezTo>
                  <a:pt x="294696" y="218268"/>
                  <a:pt x="282210" y="230288"/>
                  <a:pt x="266807" y="230288"/>
                </a:cubicBezTo>
                <a:cubicBezTo>
                  <a:pt x="251404" y="230288"/>
                  <a:pt x="238918" y="218268"/>
                  <a:pt x="238922" y="203443"/>
                </a:cubicBezTo>
                <a:moveTo>
                  <a:pt x="275528" y="87061"/>
                </a:moveTo>
                <a:cubicBezTo>
                  <a:pt x="274957" y="89694"/>
                  <a:pt x="273315" y="91970"/>
                  <a:pt x="270996" y="93343"/>
                </a:cubicBezTo>
                <a:cubicBezTo>
                  <a:pt x="269444" y="94372"/>
                  <a:pt x="267622" y="94919"/>
                  <a:pt x="265760" y="94914"/>
                </a:cubicBezTo>
                <a:cubicBezTo>
                  <a:pt x="262409" y="94894"/>
                  <a:pt x="259299" y="93167"/>
                  <a:pt x="257512" y="90332"/>
                </a:cubicBezTo>
                <a:lnTo>
                  <a:pt x="249657" y="77240"/>
                </a:lnTo>
                <a:lnTo>
                  <a:pt x="233947" y="86535"/>
                </a:lnTo>
                <a:cubicBezTo>
                  <a:pt x="229699" y="89333"/>
                  <a:pt x="224018" y="88424"/>
                  <a:pt x="220855" y="84441"/>
                </a:cubicBezTo>
                <a:lnTo>
                  <a:pt x="202920" y="63101"/>
                </a:lnTo>
                <a:cubicBezTo>
                  <a:pt x="201228" y="61108"/>
                  <a:pt x="200402" y="58522"/>
                  <a:pt x="200623" y="55918"/>
                </a:cubicBezTo>
                <a:cubicBezTo>
                  <a:pt x="200844" y="53313"/>
                  <a:pt x="202095" y="50904"/>
                  <a:pt x="204098" y="49224"/>
                </a:cubicBezTo>
                <a:cubicBezTo>
                  <a:pt x="208295" y="45845"/>
                  <a:pt x="214408" y="46364"/>
                  <a:pt x="217975" y="50402"/>
                </a:cubicBezTo>
                <a:lnTo>
                  <a:pt x="231067" y="65458"/>
                </a:lnTo>
                <a:lnTo>
                  <a:pt x="248741" y="55770"/>
                </a:lnTo>
                <a:cubicBezTo>
                  <a:pt x="253249" y="53189"/>
                  <a:pt x="258986" y="54567"/>
                  <a:pt x="261832" y="58912"/>
                </a:cubicBezTo>
                <a:lnTo>
                  <a:pt x="274007" y="79466"/>
                </a:lnTo>
                <a:cubicBezTo>
                  <a:pt x="275548" y="81676"/>
                  <a:pt x="276099" y="84428"/>
                  <a:pt x="275528" y="87061"/>
                </a:cubicBezTo>
                <a:close/>
                <a:moveTo>
                  <a:pt x="19768" y="64148"/>
                </a:moveTo>
                <a:cubicBezTo>
                  <a:pt x="19768" y="45494"/>
                  <a:pt x="34890" y="30372"/>
                  <a:pt x="53544" y="30372"/>
                </a:cubicBezTo>
                <a:cubicBezTo>
                  <a:pt x="72198" y="30372"/>
                  <a:pt x="87321" y="45494"/>
                  <a:pt x="87321" y="64148"/>
                </a:cubicBezTo>
                <a:cubicBezTo>
                  <a:pt x="87321" y="82803"/>
                  <a:pt x="72198" y="97925"/>
                  <a:pt x="53544" y="97925"/>
                </a:cubicBezTo>
                <a:cubicBezTo>
                  <a:pt x="34890" y="97925"/>
                  <a:pt x="19768" y="82803"/>
                  <a:pt x="19768" y="64148"/>
                </a:cubicBezTo>
                <a:moveTo>
                  <a:pt x="0" y="212346"/>
                </a:moveTo>
                <a:lnTo>
                  <a:pt x="0" y="161157"/>
                </a:lnTo>
                <a:cubicBezTo>
                  <a:pt x="286" y="137141"/>
                  <a:pt x="19838" y="117822"/>
                  <a:pt x="43856" y="117824"/>
                </a:cubicBezTo>
                <a:lnTo>
                  <a:pt x="86404" y="117824"/>
                </a:lnTo>
                <a:cubicBezTo>
                  <a:pt x="90614" y="117735"/>
                  <a:pt x="94578" y="115825"/>
                  <a:pt x="97270" y="112588"/>
                </a:cubicBezTo>
                <a:lnTo>
                  <a:pt x="136545" y="62577"/>
                </a:lnTo>
                <a:cubicBezTo>
                  <a:pt x="140929" y="55584"/>
                  <a:pt x="148878" y="51655"/>
                  <a:pt x="157097" y="52420"/>
                </a:cubicBezTo>
                <a:cubicBezTo>
                  <a:pt x="165315" y="53186"/>
                  <a:pt x="172402" y="58514"/>
                  <a:pt x="175420" y="66197"/>
                </a:cubicBezTo>
                <a:cubicBezTo>
                  <a:pt x="178437" y="73880"/>
                  <a:pt x="176870" y="82607"/>
                  <a:pt x="171369" y="88761"/>
                </a:cubicBezTo>
                <a:lnTo>
                  <a:pt x="100020" y="182235"/>
                </a:lnTo>
                <a:lnTo>
                  <a:pt x="100020" y="213524"/>
                </a:lnTo>
                <a:close/>
                <a:moveTo>
                  <a:pt x="314199" y="24088"/>
                </a:moveTo>
                <a:lnTo>
                  <a:pt x="314199" y="116515"/>
                </a:lnTo>
                <a:cubicBezTo>
                  <a:pt x="314199" y="129819"/>
                  <a:pt x="303414" y="140604"/>
                  <a:pt x="290110" y="140604"/>
                </a:cubicBezTo>
                <a:lnTo>
                  <a:pt x="148197" y="140604"/>
                </a:lnTo>
                <a:lnTo>
                  <a:pt x="163252" y="120966"/>
                </a:lnTo>
                <a:lnTo>
                  <a:pt x="290110" y="120966"/>
                </a:lnTo>
                <a:cubicBezTo>
                  <a:pt x="292568" y="120966"/>
                  <a:pt x="294561" y="118973"/>
                  <a:pt x="294561" y="116515"/>
                </a:cubicBezTo>
                <a:lnTo>
                  <a:pt x="294561" y="24088"/>
                </a:lnTo>
                <a:cubicBezTo>
                  <a:pt x="294561" y="21630"/>
                  <a:pt x="292568" y="19637"/>
                  <a:pt x="290110" y="19637"/>
                </a:cubicBezTo>
                <a:lnTo>
                  <a:pt x="145186" y="19637"/>
                </a:lnTo>
                <a:cubicBezTo>
                  <a:pt x="142727" y="19637"/>
                  <a:pt x="140735" y="21630"/>
                  <a:pt x="140735" y="24088"/>
                </a:cubicBezTo>
                <a:lnTo>
                  <a:pt x="140735" y="42809"/>
                </a:lnTo>
                <a:cubicBezTo>
                  <a:pt x="135080" y="45132"/>
                  <a:pt x="130152" y="48930"/>
                  <a:pt x="126465" y="53806"/>
                </a:cubicBezTo>
                <a:lnTo>
                  <a:pt x="121097" y="60745"/>
                </a:lnTo>
                <a:lnTo>
                  <a:pt x="121097" y="24088"/>
                </a:lnTo>
                <a:cubicBezTo>
                  <a:pt x="121097" y="10784"/>
                  <a:pt x="131882" y="0"/>
                  <a:pt x="145186" y="0"/>
                </a:cubicBezTo>
                <a:lnTo>
                  <a:pt x="290110" y="0"/>
                </a:lnTo>
                <a:cubicBezTo>
                  <a:pt x="303414" y="0"/>
                  <a:pt x="314199" y="10784"/>
                  <a:pt x="314199" y="24088"/>
                </a:cubicBezTo>
                <a:close/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3" name="Rounded Rectangle 52"/>
          <p:cNvSpPr/>
          <p:nvPr/>
        </p:nvSpPr>
        <p:spPr>
          <a:xfrm>
            <a:off x="5935832" y="3242814"/>
            <a:ext cx="320336" cy="319463"/>
          </a:xfrm>
          <a:custGeom>
            <a:avLst/>
            <a:gdLst/>
            <a:ahLst/>
            <a:cxnLst/>
            <a:rect l="0" t="0" r="0" b="0"/>
            <a:pathLst>
              <a:path w="320336" h="319463">
                <a:moveTo>
                  <a:pt x="126234" y="28174"/>
                </a:moveTo>
                <a:cubicBezTo>
                  <a:pt x="126234" y="20943"/>
                  <a:pt x="132095" y="15082"/>
                  <a:pt x="139325" y="15082"/>
                </a:cubicBezTo>
                <a:lnTo>
                  <a:pt x="145871" y="15082"/>
                </a:lnTo>
                <a:cubicBezTo>
                  <a:pt x="153102" y="15082"/>
                  <a:pt x="158963" y="20943"/>
                  <a:pt x="158963" y="28174"/>
                </a:cubicBezTo>
                <a:cubicBezTo>
                  <a:pt x="158963" y="35404"/>
                  <a:pt x="153102" y="41265"/>
                  <a:pt x="145871" y="41265"/>
                </a:cubicBezTo>
                <a:lnTo>
                  <a:pt x="139325" y="41265"/>
                </a:lnTo>
                <a:cubicBezTo>
                  <a:pt x="132095" y="41265"/>
                  <a:pt x="126234" y="35404"/>
                  <a:pt x="126234" y="28174"/>
                </a:cubicBezTo>
                <a:close/>
                <a:moveTo>
                  <a:pt x="172055" y="28174"/>
                </a:moveTo>
                <a:cubicBezTo>
                  <a:pt x="172055" y="20943"/>
                  <a:pt x="177916" y="15082"/>
                  <a:pt x="185146" y="15082"/>
                </a:cubicBezTo>
                <a:lnTo>
                  <a:pt x="191692" y="15082"/>
                </a:lnTo>
                <a:cubicBezTo>
                  <a:pt x="198922" y="15082"/>
                  <a:pt x="204784" y="20943"/>
                  <a:pt x="204784" y="28174"/>
                </a:cubicBezTo>
                <a:cubicBezTo>
                  <a:pt x="204784" y="35404"/>
                  <a:pt x="198922" y="41265"/>
                  <a:pt x="191692" y="41265"/>
                </a:cubicBezTo>
                <a:lnTo>
                  <a:pt x="185146" y="41265"/>
                </a:lnTo>
                <a:cubicBezTo>
                  <a:pt x="177916" y="41265"/>
                  <a:pt x="172055" y="35404"/>
                  <a:pt x="172055" y="28174"/>
                </a:cubicBezTo>
                <a:close/>
                <a:moveTo>
                  <a:pt x="217875" y="28174"/>
                </a:moveTo>
                <a:cubicBezTo>
                  <a:pt x="217875" y="20943"/>
                  <a:pt x="223737" y="15082"/>
                  <a:pt x="230967" y="15082"/>
                </a:cubicBezTo>
                <a:lnTo>
                  <a:pt x="237513" y="15082"/>
                </a:lnTo>
                <a:cubicBezTo>
                  <a:pt x="244743" y="15082"/>
                  <a:pt x="250604" y="20943"/>
                  <a:pt x="250604" y="28174"/>
                </a:cubicBezTo>
                <a:cubicBezTo>
                  <a:pt x="250604" y="35404"/>
                  <a:pt x="244743" y="41265"/>
                  <a:pt x="237513" y="41265"/>
                </a:cubicBezTo>
                <a:lnTo>
                  <a:pt x="230967" y="41265"/>
                </a:lnTo>
                <a:cubicBezTo>
                  <a:pt x="223737" y="41265"/>
                  <a:pt x="217875" y="35404"/>
                  <a:pt x="217875" y="28174"/>
                </a:cubicBezTo>
                <a:close/>
                <a:moveTo>
                  <a:pt x="263696" y="28174"/>
                </a:moveTo>
                <a:cubicBezTo>
                  <a:pt x="263696" y="20943"/>
                  <a:pt x="269557" y="15082"/>
                  <a:pt x="276788" y="15082"/>
                </a:cubicBezTo>
                <a:lnTo>
                  <a:pt x="283333" y="15082"/>
                </a:lnTo>
                <a:cubicBezTo>
                  <a:pt x="297794" y="15082"/>
                  <a:pt x="309517" y="26805"/>
                  <a:pt x="309517" y="41265"/>
                </a:cubicBezTo>
                <a:lnTo>
                  <a:pt x="309517" y="47811"/>
                </a:lnTo>
                <a:cubicBezTo>
                  <a:pt x="309517" y="55042"/>
                  <a:pt x="303655" y="60903"/>
                  <a:pt x="296425" y="60903"/>
                </a:cubicBezTo>
                <a:cubicBezTo>
                  <a:pt x="289195" y="60903"/>
                  <a:pt x="283333" y="55042"/>
                  <a:pt x="283333" y="47811"/>
                </a:cubicBezTo>
                <a:lnTo>
                  <a:pt x="283333" y="44538"/>
                </a:lnTo>
                <a:cubicBezTo>
                  <a:pt x="283333" y="42731"/>
                  <a:pt x="281868" y="41265"/>
                  <a:pt x="280060" y="41265"/>
                </a:cubicBezTo>
                <a:lnTo>
                  <a:pt x="276788" y="41265"/>
                </a:lnTo>
                <a:cubicBezTo>
                  <a:pt x="269557" y="41265"/>
                  <a:pt x="263696" y="35404"/>
                  <a:pt x="263696" y="28174"/>
                </a:cubicBezTo>
                <a:close/>
                <a:moveTo>
                  <a:pt x="309517" y="93632"/>
                </a:moveTo>
                <a:cubicBezTo>
                  <a:pt x="309517" y="100862"/>
                  <a:pt x="303655" y="106724"/>
                  <a:pt x="296425" y="106724"/>
                </a:cubicBezTo>
                <a:cubicBezTo>
                  <a:pt x="289195" y="106724"/>
                  <a:pt x="283333" y="100862"/>
                  <a:pt x="283333" y="93632"/>
                </a:cubicBezTo>
                <a:lnTo>
                  <a:pt x="283333" y="87086"/>
                </a:lnTo>
                <a:cubicBezTo>
                  <a:pt x="283333" y="79856"/>
                  <a:pt x="289195" y="73995"/>
                  <a:pt x="296425" y="73995"/>
                </a:cubicBezTo>
                <a:cubicBezTo>
                  <a:pt x="303655" y="73995"/>
                  <a:pt x="309517" y="79856"/>
                  <a:pt x="309517" y="87086"/>
                </a:cubicBezTo>
                <a:close/>
                <a:moveTo>
                  <a:pt x="309517" y="132907"/>
                </a:moveTo>
                <a:lnTo>
                  <a:pt x="309517" y="139453"/>
                </a:lnTo>
                <a:cubicBezTo>
                  <a:pt x="309517" y="146683"/>
                  <a:pt x="303655" y="152544"/>
                  <a:pt x="296425" y="152544"/>
                </a:cubicBezTo>
                <a:cubicBezTo>
                  <a:pt x="289195" y="152544"/>
                  <a:pt x="283333" y="146683"/>
                  <a:pt x="283333" y="139453"/>
                </a:cubicBezTo>
                <a:lnTo>
                  <a:pt x="283333" y="132907"/>
                </a:lnTo>
                <a:cubicBezTo>
                  <a:pt x="283333" y="125677"/>
                  <a:pt x="289195" y="119815"/>
                  <a:pt x="296425" y="119815"/>
                </a:cubicBezTo>
                <a:cubicBezTo>
                  <a:pt x="303655" y="119815"/>
                  <a:pt x="309517" y="125677"/>
                  <a:pt x="309517" y="132907"/>
                </a:cubicBezTo>
                <a:close/>
                <a:moveTo>
                  <a:pt x="95207" y="30268"/>
                </a:moveTo>
                <a:lnTo>
                  <a:pt x="29748" y="95072"/>
                </a:lnTo>
                <a:cubicBezTo>
                  <a:pt x="28486" y="96290"/>
                  <a:pt x="26789" y="96950"/>
                  <a:pt x="25035" y="96905"/>
                </a:cubicBezTo>
                <a:cubicBezTo>
                  <a:pt x="23266" y="96827"/>
                  <a:pt x="21608" y="96022"/>
                  <a:pt x="20453" y="94679"/>
                </a:cubicBezTo>
                <a:cubicBezTo>
                  <a:pt x="0" y="74144"/>
                  <a:pt x="62" y="40917"/>
                  <a:pt x="20593" y="20458"/>
                </a:cubicBezTo>
                <a:cubicBezTo>
                  <a:pt x="41123" y="0"/>
                  <a:pt x="74351" y="54"/>
                  <a:pt x="94814" y="20581"/>
                </a:cubicBezTo>
                <a:cubicBezTo>
                  <a:pt x="96036" y="21797"/>
                  <a:pt x="96739" y="23439"/>
                  <a:pt x="96778" y="25163"/>
                </a:cubicBezTo>
                <a:cubicBezTo>
                  <a:pt x="96956" y="27006"/>
                  <a:pt x="96391" y="28844"/>
                  <a:pt x="95207" y="30268"/>
                </a:cubicBezTo>
                <a:close/>
                <a:moveTo>
                  <a:pt x="93505" y="64176"/>
                </a:moveTo>
                <a:cubicBezTo>
                  <a:pt x="98927" y="64176"/>
                  <a:pt x="103323" y="68572"/>
                  <a:pt x="103323" y="73995"/>
                </a:cubicBezTo>
                <a:cubicBezTo>
                  <a:pt x="103323" y="90263"/>
                  <a:pt x="90135" y="103451"/>
                  <a:pt x="73867" y="103451"/>
                </a:cubicBezTo>
                <a:cubicBezTo>
                  <a:pt x="68445" y="103451"/>
                  <a:pt x="64049" y="99055"/>
                  <a:pt x="64049" y="93632"/>
                </a:cubicBezTo>
                <a:cubicBezTo>
                  <a:pt x="64049" y="88209"/>
                  <a:pt x="68445" y="83813"/>
                  <a:pt x="73867" y="83813"/>
                </a:cubicBezTo>
                <a:cubicBezTo>
                  <a:pt x="79261" y="83743"/>
                  <a:pt x="83615" y="79388"/>
                  <a:pt x="83686" y="73995"/>
                </a:cubicBezTo>
                <a:cubicBezTo>
                  <a:pt x="83686" y="68572"/>
                  <a:pt x="88082" y="64176"/>
                  <a:pt x="93505" y="64176"/>
                </a:cubicBezTo>
                <a:close/>
                <a:moveTo>
                  <a:pt x="64641" y="128282"/>
                </a:moveTo>
                <a:cubicBezTo>
                  <a:pt x="65811" y="125794"/>
                  <a:pt x="67970" y="123910"/>
                  <a:pt x="70594" y="123088"/>
                </a:cubicBezTo>
                <a:cubicBezTo>
                  <a:pt x="105549" y="113400"/>
                  <a:pt x="122961" y="96905"/>
                  <a:pt x="122437" y="74911"/>
                </a:cubicBezTo>
                <a:cubicBezTo>
                  <a:pt x="122437" y="69488"/>
                  <a:pt x="126833" y="65092"/>
                  <a:pt x="132256" y="65092"/>
                </a:cubicBezTo>
                <a:cubicBezTo>
                  <a:pt x="137679" y="65092"/>
                  <a:pt x="142075" y="69488"/>
                  <a:pt x="142075" y="74911"/>
                </a:cubicBezTo>
                <a:cubicBezTo>
                  <a:pt x="142075" y="97298"/>
                  <a:pt x="131209" y="127277"/>
                  <a:pt x="76617" y="143249"/>
                </a:cubicBezTo>
                <a:lnTo>
                  <a:pt x="73867" y="143249"/>
                </a:lnTo>
                <a:cubicBezTo>
                  <a:pt x="69503" y="143249"/>
                  <a:pt x="65663" y="140369"/>
                  <a:pt x="64441" y="136180"/>
                </a:cubicBezTo>
                <a:cubicBezTo>
                  <a:pt x="63399" y="133635"/>
                  <a:pt x="63472" y="130770"/>
                  <a:pt x="64641" y="128282"/>
                </a:cubicBezTo>
                <a:close/>
                <a:moveTo>
                  <a:pt x="312004" y="296683"/>
                </a:moveTo>
                <a:cubicBezTo>
                  <a:pt x="309870" y="299146"/>
                  <a:pt x="307295" y="301188"/>
                  <a:pt x="304411" y="302705"/>
                </a:cubicBezTo>
                <a:cubicBezTo>
                  <a:pt x="303375" y="303373"/>
                  <a:pt x="302043" y="303373"/>
                  <a:pt x="301007" y="302705"/>
                </a:cubicBezTo>
                <a:cubicBezTo>
                  <a:pt x="299990" y="302061"/>
                  <a:pt x="299430" y="300891"/>
                  <a:pt x="299567" y="299694"/>
                </a:cubicBezTo>
                <a:cubicBezTo>
                  <a:pt x="299632" y="298735"/>
                  <a:pt x="299632" y="297773"/>
                  <a:pt x="299567" y="296814"/>
                </a:cubicBezTo>
                <a:cubicBezTo>
                  <a:pt x="299567" y="276931"/>
                  <a:pt x="283448" y="260812"/>
                  <a:pt x="263565" y="260812"/>
                </a:cubicBezTo>
                <a:cubicBezTo>
                  <a:pt x="243682" y="260812"/>
                  <a:pt x="227563" y="276931"/>
                  <a:pt x="227563" y="296814"/>
                </a:cubicBezTo>
                <a:cubicBezTo>
                  <a:pt x="227580" y="298795"/>
                  <a:pt x="227799" y="300769"/>
                  <a:pt x="228218" y="302705"/>
                </a:cubicBezTo>
                <a:cubicBezTo>
                  <a:pt x="228372" y="303693"/>
                  <a:pt x="228085" y="304698"/>
                  <a:pt x="227432" y="305455"/>
                </a:cubicBezTo>
                <a:cubicBezTo>
                  <a:pt x="226816" y="306194"/>
                  <a:pt x="225907" y="306625"/>
                  <a:pt x="224945" y="306633"/>
                </a:cubicBezTo>
                <a:lnTo>
                  <a:pt x="138540" y="306633"/>
                </a:lnTo>
                <a:cubicBezTo>
                  <a:pt x="137578" y="306625"/>
                  <a:pt x="136668" y="306194"/>
                  <a:pt x="136053" y="305455"/>
                </a:cubicBezTo>
                <a:cubicBezTo>
                  <a:pt x="135400" y="304698"/>
                  <a:pt x="135113" y="303693"/>
                  <a:pt x="135267" y="302705"/>
                </a:cubicBezTo>
                <a:cubicBezTo>
                  <a:pt x="135685" y="300769"/>
                  <a:pt x="135905" y="298795"/>
                  <a:pt x="135922" y="296814"/>
                </a:cubicBezTo>
                <a:cubicBezTo>
                  <a:pt x="135922" y="276931"/>
                  <a:pt x="119803" y="260812"/>
                  <a:pt x="99920" y="260812"/>
                </a:cubicBezTo>
                <a:cubicBezTo>
                  <a:pt x="80036" y="260812"/>
                  <a:pt x="63918" y="276931"/>
                  <a:pt x="63918" y="296814"/>
                </a:cubicBezTo>
                <a:cubicBezTo>
                  <a:pt x="63848" y="298035"/>
                  <a:pt x="63848" y="299259"/>
                  <a:pt x="63918" y="300480"/>
                </a:cubicBezTo>
                <a:cubicBezTo>
                  <a:pt x="64045" y="301711"/>
                  <a:pt x="63493" y="302914"/>
                  <a:pt x="62478" y="303622"/>
                </a:cubicBezTo>
                <a:cubicBezTo>
                  <a:pt x="61465" y="304206"/>
                  <a:pt x="60217" y="304206"/>
                  <a:pt x="59205" y="303622"/>
                </a:cubicBezTo>
                <a:cubicBezTo>
                  <a:pt x="55874" y="301932"/>
                  <a:pt x="52897" y="299621"/>
                  <a:pt x="50433" y="296814"/>
                </a:cubicBezTo>
                <a:cubicBezTo>
                  <a:pt x="45321" y="290708"/>
                  <a:pt x="43122" y="282679"/>
                  <a:pt x="44411" y="274820"/>
                </a:cubicBezTo>
                <a:cubicBezTo>
                  <a:pt x="53183" y="222716"/>
                  <a:pt x="96778" y="178466"/>
                  <a:pt x="150061" y="162494"/>
                </a:cubicBezTo>
                <a:cubicBezTo>
                  <a:pt x="151457" y="162087"/>
                  <a:pt x="152417" y="160807"/>
                  <a:pt x="152417" y="159352"/>
                </a:cubicBezTo>
                <a:lnTo>
                  <a:pt x="152417" y="151628"/>
                </a:lnTo>
                <a:cubicBezTo>
                  <a:pt x="152417" y="129937"/>
                  <a:pt x="170001" y="112353"/>
                  <a:pt x="191692" y="112353"/>
                </a:cubicBezTo>
                <a:cubicBezTo>
                  <a:pt x="213383" y="112353"/>
                  <a:pt x="230967" y="129937"/>
                  <a:pt x="230967" y="151628"/>
                </a:cubicBezTo>
                <a:lnTo>
                  <a:pt x="230967" y="159352"/>
                </a:lnTo>
                <a:cubicBezTo>
                  <a:pt x="231005" y="160723"/>
                  <a:pt x="231893" y="161925"/>
                  <a:pt x="233192" y="162363"/>
                </a:cubicBezTo>
                <a:cubicBezTo>
                  <a:pt x="281257" y="179336"/>
                  <a:pt x="314948" y="222858"/>
                  <a:pt x="319335" y="273642"/>
                </a:cubicBezTo>
                <a:cubicBezTo>
                  <a:pt x="320336" y="282021"/>
                  <a:pt x="317663" y="290423"/>
                  <a:pt x="312004" y="296683"/>
                </a:cubicBezTo>
                <a:close/>
                <a:moveTo>
                  <a:pt x="151501" y="197318"/>
                </a:moveTo>
                <a:cubicBezTo>
                  <a:pt x="152748" y="194801"/>
                  <a:pt x="152250" y="191769"/>
                  <a:pt x="150264" y="189783"/>
                </a:cubicBezTo>
                <a:cubicBezTo>
                  <a:pt x="148278" y="187797"/>
                  <a:pt x="145246" y="187299"/>
                  <a:pt x="142729" y="188546"/>
                </a:cubicBezTo>
                <a:cubicBezTo>
                  <a:pt x="122109" y="197845"/>
                  <a:pt x="104281" y="212378"/>
                  <a:pt x="91017" y="230701"/>
                </a:cubicBezTo>
                <a:cubicBezTo>
                  <a:pt x="89705" y="232733"/>
                  <a:pt x="89705" y="235346"/>
                  <a:pt x="91017" y="237378"/>
                </a:cubicBezTo>
                <a:cubicBezTo>
                  <a:pt x="92134" y="239533"/>
                  <a:pt x="94351" y="240894"/>
                  <a:pt x="96778" y="240913"/>
                </a:cubicBezTo>
                <a:lnTo>
                  <a:pt x="117593" y="240913"/>
                </a:lnTo>
                <a:cubicBezTo>
                  <a:pt x="125035" y="240933"/>
                  <a:pt x="131840" y="236718"/>
                  <a:pt x="135136" y="230047"/>
                </a:cubicBezTo>
                <a:lnTo>
                  <a:pt x="151762" y="197449"/>
                </a:lnTo>
                <a:close/>
                <a:moveTo>
                  <a:pt x="178862" y="152806"/>
                </a:moveTo>
                <a:cubicBezTo>
                  <a:pt x="178874" y="153702"/>
                  <a:pt x="179253" y="154554"/>
                  <a:pt x="179909" y="155163"/>
                </a:cubicBezTo>
                <a:cubicBezTo>
                  <a:pt x="180581" y="155792"/>
                  <a:pt x="181478" y="156122"/>
                  <a:pt x="182397" y="156079"/>
                </a:cubicBezTo>
                <a:cubicBezTo>
                  <a:pt x="186104" y="155883"/>
                  <a:pt x="189818" y="155883"/>
                  <a:pt x="193525" y="156079"/>
                </a:cubicBezTo>
                <a:lnTo>
                  <a:pt x="201511" y="156079"/>
                </a:lnTo>
                <a:cubicBezTo>
                  <a:pt x="202430" y="156122"/>
                  <a:pt x="203327" y="155792"/>
                  <a:pt x="203998" y="155163"/>
                </a:cubicBezTo>
                <a:cubicBezTo>
                  <a:pt x="204655" y="154554"/>
                  <a:pt x="205034" y="153702"/>
                  <a:pt x="205045" y="152806"/>
                </a:cubicBezTo>
                <a:lnTo>
                  <a:pt x="205045" y="151497"/>
                </a:lnTo>
                <a:cubicBezTo>
                  <a:pt x="205045" y="144267"/>
                  <a:pt x="199184" y="138405"/>
                  <a:pt x="191954" y="138405"/>
                </a:cubicBezTo>
                <a:cubicBezTo>
                  <a:pt x="184723" y="138405"/>
                  <a:pt x="178862" y="144267"/>
                  <a:pt x="178862" y="151497"/>
                </a:cubicBezTo>
                <a:close/>
                <a:moveTo>
                  <a:pt x="244451" y="231618"/>
                </a:moveTo>
                <a:cubicBezTo>
                  <a:pt x="248034" y="225821"/>
                  <a:pt x="248331" y="218575"/>
                  <a:pt x="245237" y="212504"/>
                </a:cubicBezTo>
                <a:lnTo>
                  <a:pt x="238691" y="199412"/>
                </a:lnTo>
                <a:cubicBezTo>
                  <a:pt x="235395" y="192741"/>
                  <a:pt x="228590" y="188526"/>
                  <a:pt x="221148" y="188546"/>
                </a:cubicBezTo>
                <a:lnTo>
                  <a:pt x="198107" y="188546"/>
                </a:lnTo>
                <a:cubicBezTo>
                  <a:pt x="190710" y="188704"/>
                  <a:pt x="184030" y="193006"/>
                  <a:pt x="180826" y="199674"/>
                </a:cubicBezTo>
                <a:lnTo>
                  <a:pt x="167734" y="225857"/>
                </a:lnTo>
                <a:cubicBezTo>
                  <a:pt x="165906" y="228969"/>
                  <a:pt x="165906" y="232826"/>
                  <a:pt x="167734" y="235938"/>
                </a:cubicBezTo>
                <a:cubicBezTo>
                  <a:pt x="169639" y="239027"/>
                  <a:pt x="173008" y="240909"/>
                  <a:pt x="176637" y="240913"/>
                </a:cubicBezTo>
                <a:lnTo>
                  <a:pt x="227694" y="240913"/>
                </a:lnTo>
                <a:cubicBezTo>
                  <a:pt x="234455" y="240841"/>
                  <a:pt x="240717" y="237340"/>
                  <a:pt x="244320" y="231618"/>
                </a:cubicBezTo>
                <a:close/>
                <a:moveTo>
                  <a:pt x="77140" y="296552"/>
                </a:moveTo>
                <a:cubicBezTo>
                  <a:pt x="77140" y="283899"/>
                  <a:pt x="87397" y="273642"/>
                  <a:pt x="100051" y="273642"/>
                </a:cubicBezTo>
                <a:cubicBezTo>
                  <a:pt x="112704" y="273642"/>
                  <a:pt x="122961" y="283899"/>
                  <a:pt x="122961" y="296552"/>
                </a:cubicBezTo>
                <a:cubicBezTo>
                  <a:pt x="122961" y="309205"/>
                  <a:pt x="112704" y="319463"/>
                  <a:pt x="100051" y="319463"/>
                </a:cubicBezTo>
                <a:cubicBezTo>
                  <a:pt x="87397" y="319463"/>
                  <a:pt x="77140" y="309205"/>
                  <a:pt x="77140" y="296552"/>
                </a:cubicBezTo>
                <a:moveTo>
                  <a:pt x="240786" y="296552"/>
                </a:moveTo>
                <a:cubicBezTo>
                  <a:pt x="240786" y="283899"/>
                  <a:pt x="251043" y="273642"/>
                  <a:pt x="263696" y="273642"/>
                </a:cubicBezTo>
                <a:cubicBezTo>
                  <a:pt x="276349" y="273642"/>
                  <a:pt x="286606" y="283899"/>
                  <a:pt x="286606" y="296552"/>
                </a:cubicBezTo>
                <a:cubicBezTo>
                  <a:pt x="286606" y="309205"/>
                  <a:pt x="276349" y="319463"/>
                  <a:pt x="263696" y="319463"/>
                </a:cubicBezTo>
                <a:cubicBezTo>
                  <a:pt x="251043" y="319463"/>
                  <a:pt x="240786" y="309205"/>
                  <a:pt x="240786" y="296552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4" name="Rounded Rectangle 53"/>
          <p:cNvSpPr/>
          <p:nvPr/>
        </p:nvSpPr>
        <p:spPr>
          <a:xfrm>
            <a:off x="5938807" y="3243439"/>
            <a:ext cx="314387" cy="318213"/>
          </a:xfrm>
          <a:custGeom>
            <a:avLst/>
            <a:gdLst/>
            <a:ahLst/>
            <a:cxnLst/>
            <a:rect l="0" t="0" r="0" b="0"/>
            <a:pathLst>
              <a:path w="314387" h="318213">
                <a:moveTo>
                  <a:pt x="314387" y="43289"/>
                </a:moveTo>
                <a:lnTo>
                  <a:pt x="314387" y="213480"/>
                </a:lnTo>
                <a:cubicBezTo>
                  <a:pt x="314387" y="235171"/>
                  <a:pt x="296803" y="252755"/>
                  <a:pt x="275112" y="252755"/>
                </a:cubicBezTo>
                <a:lnTo>
                  <a:pt x="196562" y="252755"/>
                </a:lnTo>
                <a:cubicBezTo>
                  <a:pt x="189332" y="252755"/>
                  <a:pt x="183471" y="246894"/>
                  <a:pt x="183471" y="239664"/>
                </a:cubicBezTo>
                <a:cubicBezTo>
                  <a:pt x="183471" y="232433"/>
                  <a:pt x="189332" y="226572"/>
                  <a:pt x="196562" y="226572"/>
                </a:cubicBezTo>
                <a:lnTo>
                  <a:pt x="275112" y="226572"/>
                </a:lnTo>
                <a:cubicBezTo>
                  <a:pt x="282342" y="226572"/>
                  <a:pt x="288204" y="220711"/>
                  <a:pt x="288204" y="213480"/>
                </a:cubicBezTo>
                <a:lnTo>
                  <a:pt x="288204" y="43289"/>
                </a:lnTo>
                <a:cubicBezTo>
                  <a:pt x="288204" y="36059"/>
                  <a:pt x="282342" y="30198"/>
                  <a:pt x="275112" y="30198"/>
                </a:cubicBezTo>
                <a:lnTo>
                  <a:pt x="163833" y="30198"/>
                </a:lnTo>
                <a:cubicBezTo>
                  <a:pt x="156603" y="30198"/>
                  <a:pt x="150742" y="24336"/>
                  <a:pt x="150742" y="17106"/>
                </a:cubicBezTo>
                <a:cubicBezTo>
                  <a:pt x="150742" y="9876"/>
                  <a:pt x="156603" y="4014"/>
                  <a:pt x="163833" y="4014"/>
                </a:cubicBezTo>
                <a:lnTo>
                  <a:pt x="275112" y="4014"/>
                </a:lnTo>
                <a:cubicBezTo>
                  <a:pt x="296803" y="4014"/>
                  <a:pt x="314387" y="21598"/>
                  <a:pt x="314387" y="43289"/>
                </a:cubicBezTo>
                <a:close/>
                <a:moveTo>
                  <a:pt x="229946" y="161245"/>
                </a:moveTo>
                <a:cubicBezTo>
                  <a:pt x="230862" y="158997"/>
                  <a:pt x="230459" y="156427"/>
                  <a:pt x="228899" y="154568"/>
                </a:cubicBezTo>
                <a:cubicBezTo>
                  <a:pt x="226919" y="152215"/>
                  <a:pt x="225408" y="149504"/>
                  <a:pt x="224447" y="146582"/>
                </a:cubicBezTo>
                <a:cubicBezTo>
                  <a:pt x="222300" y="140577"/>
                  <a:pt x="223024" y="133919"/>
                  <a:pt x="226411" y="128516"/>
                </a:cubicBezTo>
                <a:cubicBezTo>
                  <a:pt x="228019" y="126077"/>
                  <a:pt x="229908" y="123836"/>
                  <a:pt x="232041" y="121839"/>
                </a:cubicBezTo>
                <a:cubicBezTo>
                  <a:pt x="237609" y="116704"/>
                  <a:pt x="241258" y="109823"/>
                  <a:pt x="242383" y="102332"/>
                </a:cubicBezTo>
                <a:cubicBezTo>
                  <a:pt x="242862" y="98640"/>
                  <a:pt x="245361" y="95524"/>
                  <a:pt x="248862" y="94257"/>
                </a:cubicBezTo>
                <a:cubicBezTo>
                  <a:pt x="252362" y="92989"/>
                  <a:pt x="256277" y="93781"/>
                  <a:pt x="259009" y="96310"/>
                </a:cubicBezTo>
                <a:cubicBezTo>
                  <a:pt x="273327" y="110035"/>
                  <a:pt x="278428" y="130796"/>
                  <a:pt x="272101" y="149593"/>
                </a:cubicBezTo>
                <a:cubicBezTo>
                  <a:pt x="268818" y="157462"/>
                  <a:pt x="261770" y="163130"/>
                  <a:pt x="253380" y="164649"/>
                </a:cubicBezTo>
                <a:cubicBezTo>
                  <a:pt x="251148" y="165085"/>
                  <a:pt x="249281" y="166608"/>
                  <a:pt x="248405" y="168707"/>
                </a:cubicBezTo>
                <a:lnTo>
                  <a:pt x="232564" y="207982"/>
                </a:lnTo>
                <a:cubicBezTo>
                  <a:pt x="231032" y="211695"/>
                  <a:pt x="227417" y="214122"/>
                  <a:pt x="223400" y="214135"/>
                </a:cubicBezTo>
                <a:cubicBezTo>
                  <a:pt x="222152" y="214108"/>
                  <a:pt x="220915" y="213887"/>
                  <a:pt x="219734" y="213480"/>
                </a:cubicBezTo>
                <a:cubicBezTo>
                  <a:pt x="217253" y="212497"/>
                  <a:pt x="215278" y="210546"/>
                  <a:pt x="214266" y="208076"/>
                </a:cubicBezTo>
                <a:cubicBezTo>
                  <a:pt x="213253" y="205607"/>
                  <a:pt x="213290" y="202831"/>
                  <a:pt x="214367" y="200389"/>
                </a:cubicBezTo>
                <a:close/>
                <a:moveTo>
                  <a:pt x="214367" y="170540"/>
                </a:moveTo>
                <a:cubicBezTo>
                  <a:pt x="210656" y="181295"/>
                  <a:pt x="200730" y="188674"/>
                  <a:pt x="189362" y="189130"/>
                </a:cubicBezTo>
                <a:cubicBezTo>
                  <a:pt x="185840" y="189062"/>
                  <a:pt x="182350" y="188444"/>
                  <a:pt x="179020" y="187297"/>
                </a:cubicBezTo>
                <a:cubicBezTo>
                  <a:pt x="151497" y="179328"/>
                  <a:pt x="132151" y="154657"/>
                  <a:pt x="130973" y="126028"/>
                </a:cubicBezTo>
                <a:cubicBezTo>
                  <a:pt x="130973" y="90288"/>
                  <a:pt x="165666" y="60570"/>
                  <a:pt x="208214" y="60570"/>
                </a:cubicBezTo>
                <a:cubicBezTo>
                  <a:pt x="215047" y="60555"/>
                  <a:pt x="221858" y="61346"/>
                  <a:pt x="228506" y="62927"/>
                </a:cubicBezTo>
                <a:cubicBezTo>
                  <a:pt x="231058" y="63486"/>
                  <a:pt x="233276" y="65053"/>
                  <a:pt x="234657" y="67272"/>
                </a:cubicBezTo>
                <a:cubicBezTo>
                  <a:pt x="236037" y="69490"/>
                  <a:pt x="236463" y="72172"/>
                  <a:pt x="235837" y="74709"/>
                </a:cubicBezTo>
                <a:cubicBezTo>
                  <a:pt x="235361" y="77284"/>
                  <a:pt x="233877" y="79562"/>
                  <a:pt x="231713" y="81037"/>
                </a:cubicBezTo>
                <a:cubicBezTo>
                  <a:pt x="229550" y="82512"/>
                  <a:pt x="226887" y="83062"/>
                  <a:pt x="224317" y="82564"/>
                </a:cubicBezTo>
                <a:cubicBezTo>
                  <a:pt x="219064" y="81110"/>
                  <a:pt x="213660" y="80275"/>
                  <a:pt x="208214" y="80077"/>
                </a:cubicBezTo>
                <a:cubicBezTo>
                  <a:pt x="176794" y="80077"/>
                  <a:pt x="150611" y="100369"/>
                  <a:pt x="150611" y="126552"/>
                </a:cubicBezTo>
                <a:cubicBezTo>
                  <a:pt x="151961" y="146636"/>
                  <a:pt x="165886" y="163661"/>
                  <a:pt x="185303" y="168969"/>
                </a:cubicBezTo>
                <a:cubicBezTo>
                  <a:pt x="188838" y="170278"/>
                  <a:pt x="192111" y="171456"/>
                  <a:pt x="196170" y="162423"/>
                </a:cubicBezTo>
                <a:cubicBezTo>
                  <a:pt x="197199" y="159987"/>
                  <a:pt x="199180" y="158077"/>
                  <a:pt x="201652" y="157138"/>
                </a:cubicBezTo>
                <a:cubicBezTo>
                  <a:pt x="204125" y="156198"/>
                  <a:pt x="206874" y="156310"/>
                  <a:pt x="209261" y="157448"/>
                </a:cubicBezTo>
                <a:cubicBezTo>
                  <a:pt x="214281" y="159659"/>
                  <a:pt x="216564" y="165515"/>
                  <a:pt x="214367" y="170540"/>
                </a:cubicBezTo>
                <a:close/>
                <a:moveTo>
                  <a:pt x="166059" y="138596"/>
                </a:moveTo>
                <a:cubicBezTo>
                  <a:pt x="166059" y="133173"/>
                  <a:pt x="170455" y="128777"/>
                  <a:pt x="175878" y="128777"/>
                </a:cubicBezTo>
                <a:cubicBezTo>
                  <a:pt x="181300" y="128777"/>
                  <a:pt x="185696" y="133173"/>
                  <a:pt x="185696" y="138596"/>
                </a:cubicBezTo>
                <a:cubicBezTo>
                  <a:pt x="185696" y="144019"/>
                  <a:pt x="181300" y="148415"/>
                  <a:pt x="175878" y="148415"/>
                </a:cubicBezTo>
                <a:cubicBezTo>
                  <a:pt x="170455" y="148415"/>
                  <a:pt x="166059" y="144019"/>
                  <a:pt x="166059" y="138596"/>
                </a:cubicBezTo>
                <a:moveTo>
                  <a:pt x="175878" y="105867"/>
                </a:moveTo>
                <a:cubicBezTo>
                  <a:pt x="175878" y="100444"/>
                  <a:pt x="180274" y="96048"/>
                  <a:pt x="185696" y="96048"/>
                </a:cubicBezTo>
                <a:cubicBezTo>
                  <a:pt x="191119" y="96048"/>
                  <a:pt x="195515" y="100444"/>
                  <a:pt x="195515" y="105867"/>
                </a:cubicBezTo>
                <a:cubicBezTo>
                  <a:pt x="195515" y="111290"/>
                  <a:pt x="191119" y="115686"/>
                  <a:pt x="185696" y="115686"/>
                </a:cubicBezTo>
                <a:cubicBezTo>
                  <a:pt x="180274" y="115686"/>
                  <a:pt x="175878" y="111290"/>
                  <a:pt x="175878" y="105867"/>
                </a:cubicBezTo>
                <a:moveTo>
                  <a:pt x="208607" y="99321"/>
                </a:moveTo>
                <a:cubicBezTo>
                  <a:pt x="208607" y="93899"/>
                  <a:pt x="213003" y="89503"/>
                  <a:pt x="218425" y="89503"/>
                </a:cubicBezTo>
                <a:cubicBezTo>
                  <a:pt x="223848" y="89503"/>
                  <a:pt x="228244" y="93899"/>
                  <a:pt x="228244" y="99321"/>
                </a:cubicBezTo>
                <a:cubicBezTo>
                  <a:pt x="228244" y="104744"/>
                  <a:pt x="223848" y="109140"/>
                  <a:pt x="218425" y="109140"/>
                </a:cubicBezTo>
                <a:cubicBezTo>
                  <a:pt x="213003" y="109140"/>
                  <a:pt x="208607" y="104744"/>
                  <a:pt x="208607" y="99321"/>
                </a:cubicBezTo>
                <a:moveTo>
                  <a:pt x="157287" y="206935"/>
                </a:moveTo>
                <a:lnTo>
                  <a:pt x="157287" y="229845"/>
                </a:lnTo>
                <a:cubicBezTo>
                  <a:pt x="157287" y="237075"/>
                  <a:pt x="151426" y="242937"/>
                  <a:pt x="144196" y="242937"/>
                </a:cubicBezTo>
                <a:lnTo>
                  <a:pt x="129533" y="242937"/>
                </a:lnTo>
                <a:cubicBezTo>
                  <a:pt x="126113" y="242926"/>
                  <a:pt x="123261" y="245550"/>
                  <a:pt x="122987" y="248959"/>
                </a:cubicBezTo>
                <a:lnTo>
                  <a:pt x="118013" y="309180"/>
                </a:lnTo>
                <a:cubicBezTo>
                  <a:pt x="117542" y="314265"/>
                  <a:pt x="113300" y="318168"/>
                  <a:pt x="108194" y="318213"/>
                </a:cubicBezTo>
                <a:lnTo>
                  <a:pt x="49281" y="318213"/>
                </a:lnTo>
                <a:cubicBezTo>
                  <a:pt x="44175" y="318168"/>
                  <a:pt x="39933" y="314265"/>
                  <a:pt x="39463" y="309180"/>
                </a:cubicBezTo>
                <a:lnTo>
                  <a:pt x="34488" y="248959"/>
                </a:lnTo>
                <a:cubicBezTo>
                  <a:pt x="34214" y="245550"/>
                  <a:pt x="31362" y="242926"/>
                  <a:pt x="27942" y="242937"/>
                </a:cubicBezTo>
                <a:lnTo>
                  <a:pt x="13279" y="242937"/>
                </a:lnTo>
                <a:cubicBezTo>
                  <a:pt x="6049" y="242937"/>
                  <a:pt x="188" y="237075"/>
                  <a:pt x="188" y="229845"/>
                </a:cubicBezTo>
                <a:lnTo>
                  <a:pt x="188" y="184024"/>
                </a:lnTo>
                <a:cubicBezTo>
                  <a:pt x="0" y="154761"/>
                  <a:pt x="16094" y="127819"/>
                  <a:pt x="41950" y="114115"/>
                </a:cubicBezTo>
                <a:cubicBezTo>
                  <a:pt x="42975" y="113620"/>
                  <a:pt x="43669" y="112629"/>
                  <a:pt x="43783" y="111497"/>
                </a:cubicBezTo>
                <a:cubicBezTo>
                  <a:pt x="43825" y="110421"/>
                  <a:pt x="43336" y="109393"/>
                  <a:pt x="42474" y="108747"/>
                </a:cubicBezTo>
                <a:cubicBezTo>
                  <a:pt x="21346" y="91907"/>
                  <a:pt x="14418" y="62833"/>
                  <a:pt x="25682" y="38275"/>
                </a:cubicBezTo>
                <a:cubicBezTo>
                  <a:pt x="36945" y="13717"/>
                  <a:pt x="63499" y="0"/>
                  <a:pt x="90046" y="5025"/>
                </a:cubicBezTo>
                <a:cubicBezTo>
                  <a:pt x="116592" y="10051"/>
                  <a:pt x="136294" y="32526"/>
                  <a:pt x="137801" y="59502"/>
                </a:cubicBezTo>
                <a:cubicBezTo>
                  <a:pt x="139309" y="86478"/>
                  <a:pt x="122233" y="111007"/>
                  <a:pt x="96411" y="118959"/>
                </a:cubicBezTo>
                <a:cubicBezTo>
                  <a:pt x="93670" y="119821"/>
                  <a:pt x="91812" y="122369"/>
                  <a:pt x="91829" y="125243"/>
                </a:cubicBezTo>
                <a:lnTo>
                  <a:pt x="91829" y="183893"/>
                </a:lnTo>
                <a:cubicBezTo>
                  <a:pt x="91829" y="191124"/>
                  <a:pt x="85968" y="196985"/>
                  <a:pt x="78738" y="196985"/>
                </a:cubicBezTo>
                <a:cubicBezTo>
                  <a:pt x="71507" y="196985"/>
                  <a:pt x="65646" y="191124"/>
                  <a:pt x="65646" y="183893"/>
                </a:cubicBezTo>
                <a:lnTo>
                  <a:pt x="65646" y="137549"/>
                </a:lnTo>
                <a:cubicBezTo>
                  <a:pt x="65638" y="136489"/>
                  <a:pt x="65097" y="135505"/>
                  <a:pt x="64206" y="134931"/>
                </a:cubicBezTo>
                <a:cubicBezTo>
                  <a:pt x="63315" y="134416"/>
                  <a:pt x="62217" y="134416"/>
                  <a:pt x="61326" y="134931"/>
                </a:cubicBezTo>
                <a:cubicBezTo>
                  <a:pt x="40482" y="142279"/>
                  <a:pt x="26495" y="161923"/>
                  <a:pt x="26371" y="184024"/>
                </a:cubicBezTo>
                <a:lnTo>
                  <a:pt x="26371" y="210208"/>
                </a:lnTo>
                <a:cubicBezTo>
                  <a:pt x="26371" y="213823"/>
                  <a:pt x="29302" y="216753"/>
                  <a:pt x="32917" y="216753"/>
                </a:cubicBezTo>
                <a:lnTo>
                  <a:pt x="124558" y="216753"/>
                </a:lnTo>
                <a:cubicBezTo>
                  <a:pt x="128173" y="216753"/>
                  <a:pt x="131104" y="213823"/>
                  <a:pt x="131104" y="210208"/>
                </a:cubicBezTo>
                <a:lnTo>
                  <a:pt x="131104" y="206935"/>
                </a:lnTo>
                <a:cubicBezTo>
                  <a:pt x="131104" y="199704"/>
                  <a:pt x="136965" y="193843"/>
                  <a:pt x="144196" y="193843"/>
                </a:cubicBezTo>
                <a:cubicBezTo>
                  <a:pt x="151426" y="193843"/>
                  <a:pt x="157287" y="199704"/>
                  <a:pt x="157287" y="206935"/>
                </a:cubicBezTo>
                <a:close/>
                <a:moveTo>
                  <a:pt x="47318" y="54024"/>
                </a:moveTo>
                <a:cubicBezTo>
                  <a:pt x="46429" y="56686"/>
                  <a:pt x="45944" y="59466"/>
                  <a:pt x="45878" y="62272"/>
                </a:cubicBezTo>
                <a:cubicBezTo>
                  <a:pt x="45408" y="80348"/>
                  <a:pt x="59680" y="95382"/>
                  <a:pt x="77756" y="95852"/>
                </a:cubicBezTo>
                <a:cubicBezTo>
                  <a:pt x="95832" y="96322"/>
                  <a:pt x="110866" y="82050"/>
                  <a:pt x="111336" y="63974"/>
                </a:cubicBezTo>
                <a:cubicBezTo>
                  <a:pt x="111367" y="62966"/>
                  <a:pt x="110933" y="62000"/>
                  <a:pt x="110158" y="61356"/>
                </a:cubicBezTo>
                <a:cubicBezTo>
                  <a:pt x="109295" y="60913"/>
                  <a:pt x="108271" y="60913"/>
                  <a:pt x="107408" y="61356"/>
                </a:cubicBezTo>
                <a:cubicBezTo>
                  <a:pt x="102273" y="62345"/>
                  <a:pt x="97059" y="62870"/>
                  <a:pt x="91829" y="62927"/>
                </a:cubicBezTo>
                <a:cubicBezTo>
                  <a:pt x="77800" y="62888"/>
                  <a:pt x="64045" y="59042"/>
                  <a:pt x="52031" y="51799"/>
                </a:cubicBezTo>
                <a:cubicBezTo>
                  <a:pt x="51111" y="51406"/>
                  <a:pt x="50070" y="51406"/>
                  <a:pt x="49151" y="51799"/>
                </a:cubicBezTo>
                <a:cubicBezTo>
                  <a:pt x="48215" y="52200"/>
                  <a:pt x="47532" y="53029"/>
                  <a:pt x="47318" y="54024"/>
                </a:cubicBezTo>
                <a:close/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5" name="Rounded Rectangle 54"/>
          <p:cNvSpPr/>
          <p:nvPr/>
        </p:nvSpPr>
        <p:spPr>
          <a:xfrm>
            <a:off x="5945505" y="3245212"/>
            <a:ext cx="300990" cy="314667"/>
          </a:xfrm>
          <a:custGeom>
            <a:avLst/>
            <a:gdLst/>
            <a:ahLst/>
            <a:cxnLst/>
            <a:rect l="0" t="0" r="0" b="0"/>
            <a:pathLst>
              <a:path w="300990" h="314667">
                <a:moveTo>
                  <a:pt x="276069" y="297124"/>
                </a:moveTo>
                <a:cubicBezTo>
                  <a:pt x="274999" y="307095"/>
                  <a:pt x="266590" y="314658"/>
                  <a:pt x="256562" y="314667"/>
                </a:cubicBezTo>
                <a:lnTo>
                  <a:pt x="44478" y="314667"/>
                </a:lnTo>
                <a:cubicBezTo>
                  <a:pt x="34450" y="314658"/>
                  <a:pt x="26041" y="307095"/>
                  <a:pt x="24971" y="297124"/>
                </a:cubicBezTo>
                <a:lnTo>
                  <a:pt x="752" y="66974"/>
                </a:lnTo>
                <a:cubicBezTo>
                  <a:pt x="0" y="60355"/>
                  <a:pt x="2723" y="53819"/>
                  <a:pt x="7952" y="49693"/>
                </a:cubicBezTo>
                <a:cubicBezTo>
                  <a:pt x="48403" y="17383"/>
                  <a:pt x="98752" y="0"/>
                  <a:pt x="150520" y="468"/>
                </a:cubicBezTo>
                <a:cubicBezTo>
                  <a:pt x="202288" y="0"/>
                  <a:pt x="252637" y="17383"/>
                  <a:pt x="293088" y="49693"/>
                </a:cubicBezTo>
                <a:cubicBezTo>
                  <a:pt x="298276" y="53850"/>
                  <a:pt x="300990" y="60363"/>
                  <a:pt x="300288" y="66974"/>
                </a:cubicBezTo>
                <a:close/>
                <a:moveTo>
                  <a:pt x="261799" y="71425"/>
                </a:moveTo>
                <a:cubicBezTo>
                  <a:pt x="261795" y="69199"/>
                  <a:pt x="260661" y="67128"/>
                  <a:pt x="258788" y="65926"/>
                </a:cubicBezTo>
                <a:cubicBezTo>
                  <a:pt x="250198" y="60073"/>
                  <a:pt x="241133" y="54949"/>
                  <a:pt x="231688" y="50609"/>
                </a:cubicBezTo>
                <a:cubicBezTo>
                  <a:pt x="230030" y="49829"/>
                  <a:pt x="228110" y="49829"/>
                  <a:pt x="226451" y="50609"/>
                </a:cubicBezTo>
                <a:cubicBezTo>
                  <a:pt x="224760" y="51276"/>
                  <a:pt x="223461" y="52671"/>
                  <a:pt x="222917" y="54406"/>
                </a:cubicBezTo>
                <a:lnTo>
                  <a:pt x="213229" y="81636"/>
                </a:lnTo>
                <a:cubicBezTo>
                  <a:pt x="211837" y="85572"/>
                  <a:pt x="208109" y="88198"/>
                  <a:pt x="203934" y="88182"/>
                </a:cubicBezTo>
                <a:cubicBezTo>
                  <a:pt x="202851" y="88370"/>
                  <a:pt x="201744" y="88370"/>
                  <a:pt x="200661" y="88182"/>
                </a:cubicBezTo>
                <a:cubicBezTo>
                  <a:pt x="198085" y="87300"/>
                  <a:pt x="195982" y="85401"/>
                  <a:pt x="194844" y="82927"/>
                </a:cubicBezTo>
                <a:cubicBezTo>
                  <a:pt x="193706" y="80453"/>
                  <a:pt x="193632" y="77621"/>
                  <a:pt x="194639" y="75090"/>
                </a:cubicBezTo>
                <a:lnTo>
                  <a:pt x="204588" y="46420"/>
                </a:lnTo>
                <a:cubicBezTo>
                  <a:pt x="205182" y="45132"/>
                  <a:pt x="205182" y="43649"/>
                  <a:pt x="204588" y="42361"/>
                </a:cubicBezTo>
                <a:cubicBezTo>
                  <a:pt x="203922" y="41060"/>
                  <a:pt x="202731" y="40107"/>
                  <a:pt x="201315" y="39743"/>
                </a:cubicBezTo>
                <a:cubicBezTo>
                  <a:pt x="190207" y="36818"/>
                  <a:pt x="178859" y="34890"/>
                  <a:pt x="167408" y="33983"/>
                </a:cubicBezTo>
                <a:cubicBezTo>
                  <a:pt x="165581" y="33796"/>
                  <a:pt x="163763" y="34417"/>
                  <a:pt x="162433" y="35685"/>
                </a:cubicBezTo>
                <a:cubicBezTo>
                  <a:pt x="161099" y="36943"/>
                  <a:pt x="160342" y="38695"/>
                  <a:pt x="160339" y="40528"/>
                </a:cubicBezTo>
                <a:lnTo>
                  <a:pt x="160339" y="52835"/>
                </a:lnTo>
                <a:cubicBezTo>
                  <a:pt x="160339" y="58257"/>
                  <a:pt x="155943" y="62653"/>
                  <a:pt x="150520" y="62653"/>
                </a:cubicBezTo>
                <a:cubicBezTo>
                  <a:pt x="145097" y="62653"/>
                  <a:pt x="140701" y="58257"/>
                  <a:pt x="140701" y="52835"/>
                </a:cubicBezTo>
                <a:lnTo>
                  <a:pt x="140701" y="40528"/>
                </a:lnTo>
                <a:cubicBezTo>
                  <a:pt x="140698" y="38695"/>
                  <a:pt x="139940" y="36943"/>
                  <a:pt x="138606" y="35685"/>
                </a:cubicBezTo>
                <a:cubicBezTo>
                  <a:pt x="137277" y="34417"/>
                  <a:pt x="135459" y="33796"/>
                  <a:pt x="133632" y="33983"/>
                </a:cubicBezTo>
                <a:cubicBezTo>
                  <a:pt x="122180" y="34890"/>
                  <a:pt x="110833" y="36818"/>
                  <a:pt x="99724" y="39743"/>
                </a:cubicBezTo>
                <a:cubicBezTo>
                  <a:pt x="98211" y="40037"/>
                  <a:pt x="96912" y="41000"/>
                  <a:pt x="96190" y="42361"/>
                </a:cubicBezTo>
                <a:cubicBezTo>
                  <a:pt x="95596" y="43649"/>
                  <a:pt x="95596" y="45132"/>
                  <a:pt x="96190" y="46420"/>
                </a:cubicBezTo>
                <a:lnTo>
                  <a:pt x="106401" y="75090"/>
                </a:lnTo>
                <a:cubicBezTo>
                  <a:pt x="107408" y="77621"/>
                  <a:pt x="107333" y="80453"/>
                  <a:pt x="106195" y="82927"/>
                </a:cubicBezTo>
                <a:cubicBezTo>
                  <a:pt x="105057" y="85401"/>
                  <a:pt x="102955" y="87300"/>
                  <a:pt x="100379" y="88182"/>
                </a:cubicBezTo>
                <a:cubicBezTo>
                  <a:pt x="99296" y="88370"/>
                  <a:pt x="98189" y="88370"/>
                  <a:pt x="97106" y="88182"/>
                </a:cubicBezTo>
                <a:cubicBezTo>
                  <a:pt x="92931" y="88198"/>
                  <a:pt x="89203" y="85572"/>
                  <a:pt x="87811" y="81636"/>
                </a:cubicBezTo>
                <a:lnTo>
                  <a:pt x="78123" y="54406"/>
                </a:lnTo>
                <a:cubicBezTo>
                  <a:pt x="77578" y="52672"/>
                  <a:pt x="76279" y="51276"/>
                  <a:pt x="74588" y="50609"/>
                </a:cubicBezTo>
                <a:cubicBezTo>
                  <a:pt x="72930" y="49829"/>
                  <a:pt x="71010" y="49829"/>
                  <a:pt x="69352" y="50609"/>
                </a:cubicBezTo>
                <a:cubicBezTo>
                  <a:pt x="59907" y="54949"/>
                  <a:pt x="50842" y="60073"/>
                  <a:pt x="42252" y="65926"/>
                </a:cubicBezTo>
                <a:cubicBezTo>
                  <a:pt x="40561" y="66996"/>
                  <a:pt x="39451" y="68780"/>
                  <a:pt x="39241" y="70770"/>
                </a:cubicBezTo>
                <a:lnTo>
                  <a:pt x="39241" y="111747"/>
                </a:lnTo>
                <a:cubicBezTo>
                  <a:pt x="39241" y="115362"/>
                  <a:pt x="42172" y="118293"/>
                  <a:pt x="45787" y="118293"/>
                </a:cubicBezTo>
                <a:lnTo>
                  <a:pt x="128002" y="118293"/>
                </a:lnTo>
                <a:cubicBezTo>
                  <a:pt x="130805" y="118313"/>
                  <a:pt x="133297" y="116510"/>
                  <a:pt x="134155" y="113842"/>
                </a:cubicBezTo>
                <a:lnTo>
                  <a:pt x="144367" y="83469"/>
                </a:lnTo>
                <a:cubicBezTo>
                  <a:pt x="145409" y="80994"/>
                  <a:pt x="147834" y="79384"/>
                  <a:pt x="150520" y="79384"/>
                </a:cubicBezTo>
                <a:cubicBezTo>
                  <a:pt x="153206" y="79384"/>
                  <a:pt x="155630" y="80994"/>
                  <a:pt x="156673" y="83469"/>
                </a:cubicBezTo>
                <a:lnTo>
                  <a:pt x="166884" y="113842"/>
                </a:lnTo>
                <a:cubicBezTo>
                  <a:pt x="167777" y="116485"/>
                  <a:pt x="170247" y="118272"/>
                  <a:pt x="173037" y="118293"/>
                </a:cubicBezTo>
                <a:lnTo>
                  <a:pt x="255253" y="118293"/>
                </a:lnTo>
                <a:cubicBezTo>
                  <a:pt x="258868" y="118293"/>
                  <a:pt x="261799" y="115362"/>
                  <a:pt x="261799" y="111747"/>
                </a:cubicBezTo>
                <a:close/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6" name="Rounded Rectangle 55"/>
          <p:cNvSpPr/>
          <p:nvPr/>
        </p:nvSpPr>
        <p:spPr>
          <a:xfrm>
            <a:off x="5938587" y="3245446"/>
            <a:ext cx="314826" cy="314199"/>
          </a:xfrm>
          <a:custGeom>
            <a:avLst/>
            <a:gdLst/>
            <a:ahLst/>
            <a:cxnLst/>
            <a:rect l="0" t="0" r="0" b="0"/>
            <a:pathLst>
              <a:path w="314826" h="314199">
                <a:moveTo>
                  <a:pt x="270983" y="33383"/>
                </a:moveTo>
                <a:cubicBezTo>
                  <a:pt x="273198" y="34204"/>
                  <a:pt x="274799" y="36156"/>
                  <a:pt x="275172" y="38489"/>
                </a:cubicBezTo>
                <a:cubicBezTo>
                  <a:pt x="275172" y="38489"/>
                  <a:pt x="291144" y="133927"/>
                  <a:pt x="314447" y="274138"/>
                </a:cubicBezTo>
                <a:cubicBezTo>
                  <a:pt x="314826" y="276013"/>
                  <a:pt x="314291" y="277957"/>
                  <a:pt x="313007" y="279375"/>
                </a:cubicBezTo>
                <a:cubicBezTo>
                  <a:pt x="311825" y="280917"/>
                  <a:pt x="309973" y="281794"/>
                  <a:pt x="308032" y="281731"/>
                </a:cubicBezTo>
                <a:lnTo>
                  <a:pt x="274779" y="281731"/>
                </a:lnTo>
                <a:cubicBezTo>
                  <a:pt x="271686" y="281683"/>
                  <a:pt x="269031" y="279516"/>
                  <a:pt x="268364" y="276495"/>
                </a:cubicBezTo>
                <a:lnTo>
                  <a:pt x="250036" y="186424"/>
                </a:lnTo>
                <a:cubicBezTo>
                  <a:pt x="249671" y="184759"/>
                  <a:pt x="248206" y="183565"/>
                  <a:pt x="246501" y="183544"/>
                </a:cubicBezTo>
                <a:cubicBezTo>
                  <a:pt x="245518" y="183507"/>
                  <a:pt x="244564" y="183881"/>
                  <a:pt x="243868" y="184577"/>
                </a:cubicBezTo>
                <a:cubicBezTo>
                  <a:pt x="243173" y="185273"/>
                  <a:pt x="242798" y="186227"/>
                  <a:pt x="242836" y="187210"/>
                </a:cubicBezTo>
                <a:lnTo>
                  <a:pt x="242836" y="301107"/>
                </a:lnTo>
                <a:cubicBezTo>
                  <a:pt x="242836" y="308337"/>
                  <a:pt x="236974" y="314199"/>
                  <a:pt x="229744" y="314199"/>
                </a:cubicBezTo>
                <a:lnTo>
                  <a:pt x="196753" y="314199"/>
                </a:lnTo>
                <a:cubicBezTo>
                  <a:pt x="190265" y="314037"/>
                  <a:pt x="184181" y="311018"/>
                  <a:pt x="180127" y="305951"/>
                </a:cubicBezTo>
                <a:lnTo>
                  <a:pt x="167035" y="284873"/>
                </a:lnTo>
                <a:cubicBezTo>
                  <a:pt x="166411" y="283849"/>
                  <a:pt x="166093" y="282668"/>
                  <a:pt x="166119" y="281470"/>
                </a:cubicBezTo>
                <a:lnTo>
                  <a:pt x="166119" y="222557"/>
                </a:lnTo>
                <a:cubicBezTo>
                  <a:pt x="166084" y="220651"/>
                  <a:pt x="166900" y="218827"/>
                  <a:pt x="168344" y="217582"/>
                </a:cubicBezTo>
                <a:cubicBezTo>
                  <a:pt x="194397" y="195196"/>
                  <a:pt x="225555" y="110231"/>
                  <a:pt x="225555" y="110231"/>
                </a:cubicBezTo>
                <a:cubicBezTo>
                  <a:pt x="226861" y="107915"/>
                  <a:pt x="226861" y="105085"/>
                  <a:pt x="225555" y="102769"/>
                </a:cubicBezTo>
                <a:lnTo>
                  <a:pt x="217307" y="89677"/>
                </a:lnTo>
                <a:cubicBezTo>
                  <a:pt x="215322" y="86748"/>
                  <a:pt x="216083" y="82765"/>
                  <a:pt x="219009" y="80775"/>
                </a:cubicBezTo>
                <a:lnTo>
                  <a:pt x="229875" y="73313"/>
                </a:lnTo>
                <a:cubicBezTo>
                  <a:pt x="232928" y="71217"/>
                  <a:pt x="233939" y="67173"/>
                  <a:pt x="232231" y="63887"/>
                </a:cubicBezTo>
                <a:cubicBezTo>
                  <a:pt x="225214" y="48008"/>
                  <a:pt x="212580" y="35280"/>
                  <a:pt x="196753" y="28147"/>
                </a:cubicBezTo>
                <a:cubicBezTo>
                  <a:pt x="194953" y="27581"/>
                  <a:pt x="192997" y="27820"/>
                  <a:pt x="191385" y="28801"/>
                </a:cubicBezTo>
                <a:cubicBezTo>
                  <a:pt x="189753" y="29868"/>
                  <a:pt x="188657" y="31584"/>
                  <a:pt x="188374" y="33514"/>
                </a:cubicBezTo>
                <a:cubicBezTo>
                  <a:pt x="181567" y="92688"/>
                  <a:pt x="164155" y="196243"/>
                  <a:pt x="164155" y="197421"/>
                </a:cubicBezTo>
                <a:cubicBezTo>
                  <a:pt x="164155" y="201036"/>
                  <a:pt x="161224" y="203967"/>
                  <a:pt x="157609" y="203967"/>
                </a:cubicBezTo>
                <a:cubicBezTo>
                  <a:pt x="153994" y="203967"/>
                  <a:pt x="151063" y="201036"/>
                  <a:pt x="151063" y="197421"/>
                </a:cubicBezTo>
                <a:cubicBezTo>
                  <a:pt x="150801" y="196243"/>
                  <a:pt x="133651" y="93081"/>
                  <a:pt x="126844" y="33514"/>
                </a:cubicBezTo>
                <a:cubicBezTo>
                  <a:pt x="126561" y="31584"/>
                  <a:pt x="125465" y="29868"/>
                  <a:pt x="123833" y="28801"/>
                </a:cubicBezTo>
                <a:cubicBezTo>
                  <a:pt x="122153" y="27740"/>
                  <a:pt x="120082" y="27499"/>
                  <a:pt x="118203" y="28147"/>
                </a:cubicBezTo>
                <a:cubicBezTo>
                  <a:pt x="102377" y="35280"/>
                  <a:pt x="89742" y="48008"/>
                  <a:pt x="82725" y="63887"/>
                </a:cubicBezTo>
                <a:cubicBezTo>
                  <a:pt x="81134" y="67186"/>
                  <a:pt x="82125" y="71150"/>
                  <a:pt x="85081" y="73313"/>
                </a:cubicBezTo>
                <a:lnTo>
                  <a:pt x="95555" y="80906"/>
                </a:lnTo>
                <a:cubicBezTo>
                  <a:pt x="98480" y="82896"/>
                  <a:pt x="99241" y="86879"/>
                  <a:pt x="97257" y="89808"/>
                </a:cubicBezTo>
                <a:lnTo>
                  <a:pt x="89009" y="102900"/>
                </a:lnTo>
                <a:cubicBezTo>
                  <a:pt x="87702" y="105216"/>
                  <a:pt x="87702" y="108046"/>
                  <a:pt x="89009" y="110362"/>
                </a:cubicBezTo>
                <a:cubicBezTo>
                  <a:pt x="89009" y="110362"/>
                  <a:pt x="120036" y="195327"/>
                  <a:pt x="146219" y="217713"/>
                </a:cubicBezTo>
                <a:cubicBezTo>
                  <a:pt x="147643" y="218918"/>
                  <a:pt x="148459" y="220692"/>
                  <a:pt x="148445" y="222557"/>
                </a:cubicBezTo>
                <a:lnTo>
                  <a:pt x="148445" y="281470"/>
                </a:lnTo>
                <a:cubicBezTo>
                  <a:pt x="148470" y="282668"/>
                  <a:pt x="148152" y="283849"/>
                  <a:pt x="147528" y="284873"/>
                </a:cubicBezTo>
                <a:lnTo>
                  <a:pt x="134437" y="305951"/>
                </a:lnTo>
                <a:cubicBezTo>
                  <a:pt x="130471" y="310916"/>
                  <a:pt x="124552" y="313924"/>
                  <a:pt x="118203" y="314199"/>
                </a:cubicBezTo>
                <a:lnTo>
                  <a:pt x="85474" y="314199"/>
                </a:lnTo>
                <a:cubicBezTo>
                  <a:pt x="78244" y="314199"/>
                  <a:pt x="72383" y="308337"/>
                  <a:pt x="72383" y="301107"/>
                </a:cubicBezTo>
                <a:lnTo>
                  <a:pt x="72383" y="186948"/>
                </a:lnTo>
                <a:cubicBezTo>
                  <a:pt x="72420" y="185965"/>
                  <a:pt x="72045" y="185011"/>
                  <a:pt x="71350" y="184315"/>
                </a:cubicBezTo>
                <a:cubicBezTo>
                  <a:pt x="70654" y="183619"/>
                  <a:pt x="69700" y="183245"/>
                  <a:pt x="68717" y="183282"/>
                </a:cubicBezTo>
                <a:cubicBezTo>
                  <a:pt x="67263" y="183572"/>
                  <a:pt x="66126" y="184708"/>
                  <a:pt x="65837" y="186162"/>
                </a:cubicBezTo>
                <a:lnTo>
                  <a:pt x="46854" y="276233"/>
                </a:lnTo>
                <a:cubicBezTo>
                  <a:pt x="46187" y="279254"/>
                  <a:pt x="43532" y="281421"/>
                  <a:pt x="40439" y="281470"/>
                </a:cubicBezTo>
                <a:lnTo>
                  <a:pt x="6793" y="281470"/>
                </a:lnTo>
                <a:cubicBezTo>
                  <a:pt x="4852" y="281532"/>
                  <a:pt x="3000" y="280655"/>
                  <a:pt x="1819" y="279113"/>
                </a:cubicBezTo>
                <a:cubicBezTo>
                  <a:pt x="534" y="277695"/>
                  <a:pt x="0" y="275752"/>
                  <a:pt x="379" y="273876"/>
                </a:cubicBezTo>
                <a:cubicBezTo>
                  <a:pt x="23682" y="133665"/>
                  <a:pt x="39653" y="38227"/>
                  <a:pt x="39653" y="38227"/>
                </a:cubicBezTo>
                <a:cubicBezTo>
                  <a:pt x="40050" y="35862"/>
                  <a:pt x="41707" y="33904"/>
                  <a:pt x="43974" y="33121"/>
                </a:cubicBezTo>
                <a:lnTo>
                  <a:pt x="97780" y="14269"/>
                </a:lnTo>
                <a:cubicBezTo>
                  <a:pt x="99321" y="13773"/>
                  <a:pt x="100746" y="12972"/>
                  <a:pt x="101970" y="11913"/>
                </a:cubicBezTo>
                <a:cubicBezTo>
                  <a:pt x="110038" y="4614"/>
                  <a:pt x="120422" y="395"/>
                  <a:pt x="131295" y="0"/>
                </a:cubicBezTo>
                <a:lnTo>
                  <a:pt x="183661" y="0"/>
                </a:lnTo>
                <a:cubicBezTo>
                  <a:pt x="194534" y="395"/>
                  <a:pt x="204919" y="4614"/>
                  <a:pt x="212987" y="11913"/>
                </a:cubicBezTo>
                <a:cubicBezTo>
                  <a:pt x="214226" y="12950"/>
                  <a:pt x="215646" y="13749"/>
                  <a:pt x="217176" y="14269"/>
                </a:cubicBezTo>
                <a:close/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7" name="TextBox 56"/>
          <p:cNvSpPr txBox="1"/>
          <p:nvPr/>
        </p:nvSpPr>
        <p:spPr>
          <a:xfrm>
            <a:off x="5735981" y="3294823"/>
            <a:ext cx="720039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EABDA"/>
                </a:solidFill>
                <a:latin typeface="Roboto"/>
              </a:rPr>
              <a:t>Creativity &amp;
Problem Solving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55618" y="3348684"/>
            <a:ext cx="680764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7F64EA"/>
                </a:solidFill>
                <a:latin typeface="Roboto"/>
              </a:rPr>
              <a:t>Customization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18156" y="3264046"/>
            <a:ext cx="95568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43E5C"/>
                </a:solidFill>
                <a:latin typeface="Roboto"/>
              </a:rPr>
              <a:t>Modifies programs
according to individual
body types and levels.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3977" y="3264046"/>
            <a:ext cx="86404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24736"/>
                </a:solidFill>
                <a:latin typeface="Roboto"/>
              </a:rPr>
              <a:t>Illustrates the
efficiency of C++ in
practical applications.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18156" y="3264046"/>
            <a:ext cx="95568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0">
                <a:solidFill>
                  <a:srgbClr val="543A3A"/>
                </a:solidFill>
                <a:latin typeface="Roboto"/>
              </a:rPr>
              <a:t>Automatically suggests
workout routines based
on user data.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0885" y="3264046"/>
            <a:ext cx="89023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32444A"/>
                </a:solidFill>
                <a:latin typeface="Roboto"/>
              </a:rPr>
              <a:t>Showcases creativity
and problem-solving
skills in coding.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29435" y="3348684"/>
            <a:ext cx="733131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92BD39"/>
                </a:solidFill>
                <a:latin typeface="Roboto"/>
              </a:rPr>
              <a:t>Code Efficiency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8710" y="3294823"/>
            <a:ext cx="654581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69696"/>
                </a:solidFill>
                <a:latin typeface="Roboto"/>
              </a:rPr>
              <a:t>Reusability &amp;
Expandability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3977" y="3348684"/>
            <a:ext cx="864047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BA5DE5"/>
                </a:solidFill>
                <a:latin typeface="Roboto"/>
              </a:rPr>
              <a:t>Progress Tracking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57431" y="3264046"/>
            <a:ext cx="877139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dirty="0">
                <a:solidFill>
                  <a:srgbClr val="374840"/>
                </a:solidFill>
                <a:latin typeface="Roboto"/>
              </a:rPr>
              <a:t>Provides a structured
understanding of C++
programming.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83614" y="3264046"/>
            <a:ext cx="82477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Provides a reliable
partner for the user's
fitness journey.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1248" y="3348684"/>
            <a:ext cx="929505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3CC583"/>
                </a:solidFill>
                <a:latin typeface="Roboto"/>
              </a:rPr>
              <a:t>C++ Understanding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0714" y="3294823"/>
            <a:ext cx="51057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E0CB15"/>
                </a:solidFill>
                <a:latin typeface="Roboto"/>
              </a:rPr>
              <a:t>Practical
Application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1248" y="3264046"/>
            <a:ext cx="929505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F3D58"/>
                </a:solidFill>
                <a:latin typeface="Roboto"/>
              </a:rPr>
              <a:t>Checks and updates
user progress towards
fitness goals.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1248" y="3217879"/>
            <a:ext cx="92950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6432D"/>
                </a:solidFill>
                <a:latin typeface="Roboto"/>
              </a:rPr>
              <a:t>Demonstrates the
usefulness of the code
in professional and
practical life.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16343" y="3348684"/>
            <a:ext cx="759314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69696"/>
                </a:solidFill>
                <a:latin typeface="Roboto"/>
              </a:rPr>
              <a:t>Fitness Partner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83614" y="3217879"/>
            <a:ext cx="824772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Ensures the code is
reusable and
expandable for future
additions.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3977" y="3348684"/>
            <a:ext cx="864047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DE58A9"/>
                </a:solidFill>
                <a:latin typeface="Roboto"/>
              </a:rPr>
              <a:t>Diet Suggestions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09797" y="3348684"/>
            <a:ext cx="772406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DE8431"/>
                </a:solidFill>
                <a:latin typeface="Roboto"/>
              </a:rPr>
              <a:t>BMI Calculation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35981" y="3264046"/>
            <a:ext cx="720039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73E4D"/>
                </a:solidFill>
                <a:latin typeface="Roboto"/>
              </a:rPr>
              <a:t>Offers diet plans
tailored to fitness
goals.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70523" y="3294823"/>
            <a:ext cx="85095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E55753"/>
                </a:solidFill>
                <a:latin typeface="Roboto"/>
              </a:rPr>
              <a:t>Workout
Recommendations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18156" y="3264046"/>
            <a:ext cx="95568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C4034"/>
                </a:solidFill>
                <a:latin typeface="Roboto"/>
              </a:rPr>
              <a:t>Calculates and displays
BMI for health
monitoring.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6899" y="3562601"/>
            <a:ext cx="1803416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F669BE"/>
                </a:solidFill>
                <a:latin typeface="Roboto"/>
              </a:rPr>
              <a:t>Core Components of the Fitness Trainer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70539" y="3277084"/>
            <a:ext cx="250922" cy="250922"/>
          </a:xfrm>
          <a:custGeom>
            <a:avLst/>
            <a:gdLst/>
            <a:ahLst/>
            <a:cxnLst/>
            <a:rect l="0" t="0" r="0" b="0"/>
            <a:pathLst>
              <a:path w="250922" h="250922">
                <a:moveTo>
                  <a:pt x="10909" y="0"/>
                </a:moveTo>
                <a:lnTo>
                  <a:pt x="32729" y="0"/>
                </a:lnTo>
                <a:cubicBezTo>
                  <a:pt x="32729" y="0"/>
                  <a:pt x="43638" y="0"/>
                  <a:pt x="43638" y="10909"/>
                </a:cubicBezTo>
                <a:lnTo>
                  <a:pt x="43638" y="130916"/>
                </a:lnTo>
                <a:cubicBezTo>
                  <a:pt x="43638" y="130916"/>
                  <a:pt x="43638" y="141825"/>
                  <a:pt x="32729" y="141825"/>
                </a:cubicBezTo>
                <a:lnTo>
                  <a:pt x="10909" y="141825"/>
                </a:lnTo>
                <a:cubicBezTo>
                  <a:pt x="10909" y="141825"/>
                  <a:pt x="0" y="141825"/>
                  <a:pt x="0" y="130916"/>
                </a:cubicBezTo>
                <a:lnTo>
                  <a:pt x="0" y="10909"/>
                </a:lnTo>
                <a:cubicBezTo>
                  <a:pt x="0" y="10909"/>
                  <a:pt x="0" y="0"/>
                  <a:pt x="10909" y="0"/>
                </a:cubicBezTo>
                <a:moveTo>
                  <a:pt x="218193" y="0"/>
                </a:moveTo>
                <a:lnTo>
                  <a:pt x="240013" y="0"/>
                </a:lnTo>
                <a:cubicBezTo>
                  <a:pt x="240013" y="0"/>
                  <a:pt x="250922" y="0"/>
                  <a:pt x="250922" y="10909"/>
                </a:cubicBezTo>
                <a:lnTo>
                  <a:pt x="250922" y="130916"/>
                </a:lnTo>
                <a:cubicBezTo>
                  <a:pt x="250922" y="130916"/>
                  <a:pt x="250922" y="141825"/>
                  <a:pt x="240013" y="141825"/>
                </a:cubicBezTo>
                <a:lnTo>
                  <a:pt x="218193" y="141825"/>
                </a:lnTo>
                <a:cubicBezTo>
                  <a:pt x="218193" y="141825"/>
                  <a:pt x="207284" y="141825"/>
                  <a:pt x="207284" y="130916"/>
                </a:cubicBezTo>
                <a:lnTo>
                  <a:pt x="207284" y="10909"/>
                </a:lnTo>
                <a:cubicBezTo>
                  <a:pt x="207284" y="10909"/>
                  <a:pt x="207284" y="0"/>
                  <a:pt x="218193" y="0"/>
                </a:cubicBezTo>
                <a:moveTo>
                  <a:pt x="65458" y="114551"/>
                </a:moveTo>
                <a:lnTo>
                  <a:pt x="65458" y="120006"/>
                </a:lnTo>
                <a:cubicBezTo>
                  <a:pt x="65449" y="126167"/>
                  <a:pt x="68054" y="132043"/>
                  <a:pt x="72625" y="136174"/>
                </a:cubicBezTo>
                <a:cubicBezTo>
                  <a:pt x="81003" y="143777"/>
                  <a:pt x="84860" y="155167"/>
                  <a:pt x="82826" y="166296"/>
                </a:cubicBezTo>
                <a:lnTo>
                  <a:pt x="65458" y="250922"/>
                </a:lnTo>
                <a:moveTo>
                  <a:pt x="43638" y="87277"/>
                </a:moveTo>
                <a:lnTo>
                  <a:pt x="76367" y="87277"/>
                </a:lnTo>
                <a:cubicBezTo>
                  <a:pt x="82393" y="87277"/>
                  <a:pt x="87277" y="82393"/>
                  <a:pt x="87277" y="76367"/>
                </a:cubicBezTo>
                <a:lnTo>
                  <a:pt x="87277" y="43638"/>
                </a:lnTo>
                <a:cubicBezTo>
                  <a:pt x="87277" y="37613"/>
                  <a:pt x="92161" y="32729"/>
                  <a:pt x="98187" y="32729"/>
                </a:cubicBezTo>
                <a:lnTo>
                  <a:pt x="163645" y="32729"/>
                </a:lnTo>
                <a:cubicBezTo>
                  <a:pt x="169670" y="32729"/>
                  <a:pt x="174555" y="37613"/>
                  <a:pt x="174555" y="43638"/>
                </a:cubicBezTo>
                <a:lnTo>
                  <a:pt x="174555" y="106358"/>
                </a:lnTo>
                <a:cubicBezTo>
                  <a:pt x="174553" y="115081"/>
                  <a:pt x="171088" y="123447"/>
                  <a:pt x="164921" y="129618"/>
                </a:cubicBezTo>
                <a:cubicBezTo>
                  <a:pt x="157284" y="137250"/>
                  <a:pt x="153880" y="148145"/>
                  <a:pt x="155812" y="158768"/>
                </a:cubicBezTo>
                <a:lnTo>
                  <a:pt x="174555" y="250922"/>
                </a:lnTo>
                <a:moveTo>
                  <a:pt x="43638" y="54548"/>
                </a:moveTo>
                <a:lnTo>
                  <a:pt x="87299" y="54548"/>
                </a:lnTo>
                <a:moveTo>
                  <a:pt x="174576" y="54548"/>
                </a:moveTo>
                <a:lnTo>
                  <a:pt x="207284" y="54548"/>
                </a:lnTo>
                <a:moveTo>
                  <a:pt x="174555" y="87277"/>
                </a:moveTo>
                <a:lnTo>
                  <a:pt x="207284" y="87277"/>
                </a:lnTo>
                <a:moveTo>
                  <a:pt x="109096" y="70934"/>
                </a:moveTo>
                <a:lnTo>
                  <a:pt x="109096" y="32750"/>
                </a:lnTo>
                <a:moveTo>
                  <a:pt x="130916" y="32750"/>
                </a:moveTo>
                <a:lnTo>
                  <a:pt x="130916" y="70934"/>
                </a:lnTo>
                <a:moveTo>
                  <a:pt x="152735" y="32750"/>
                </a:moveTo>
                <a:lnTo>
                  <a:pt x="152735" y="70934"/>
                </a:lnTo>
              </a:path>
            </a:pathLst>
          </a:custGeom>
          <a:noFill/>
          <a:ln w="130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ounded Rectangle 2"/>
          <p:cNvSpPr/>
          <p:nvPr/>
        </p:nvSpPr>
        <p:spPr>
          <a:xfrm>
            <a:off x="5476331" y="3210538"/>
            <a:ext cx="1239340" cy="1239340"/>
          </a:xfrm>
          <a:custGeom>
            <a:avLst/>
            <a:gdLst/>
            <a:ahLst/>
            <a:cxnLst/>
            <a:rect l="0" t="0" r="0" b="0"/>
            <a:pathLst>
              <a:path w="1239340" h="1239340">
                <a:moveTo>
                  <a:pt x="1239340" y="619670"/>
                </a:moveTo>
                <a:cubicBezTo>
                  <a:pt x="1239340" y="961904"/>
                  <a:pt x="961904" y="1239340"/>
                  <a:pt x="619670" y="1239340"/>
                </a:cubicBezTo>
                <a:cubicBezTo>
                  <a:pt x="277436" y="1239340"/>
                  <a:pt x="0" y="961904"/>
                  <a:pt x="0" y="619670"/>
                </a:cubicBezTo>
                <a:cubicBezTo>
                  <a:pt x="0" y="277436"/>
                  <a:pt x="277436" y="0"/>
                  <a:pt x="619670" y="0"/>
                </a:cubicBezTo>
                <a:cubicBezTo>
                  <a:pt x="961904" y="0"/>
                  <a:pt x="1239340" y="277436"/>
                  <a:pt x="1239340" y="61967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4" name="Rounded Rectangle 3"/>
          <p:cNvSpPr/>
          <p:nvPr/>
        </p:nvSpPr>
        <p:spPr>
          <a:xfrm>
            <a:off x="5572336" y="2695601"/>
            <a:ext cx="1054312" cy="585981"/>
          </a:xfrm>
          <a:custGeom>
            <a:avLst/>
            <a:gdLst/>
            <a:ahLst/>
            <a:cxnLst/>
            <a:rect l="0" t="0" r="0" b="0"/>
            <a:pathLst>
              <a:path w="1054312" h="585981">
                <a:moveTo>
                  <a:pt x="1054312" y="130130"/>
                </a:moveTo>
                <a:lnTo>
                  <a:pt x="815084" y="585981"/>
                </a:lnTo>
                <a:cubicBezTo>
                  <a:pt x="729029" y="540684"/>
                  <a:pt x="631103" y="514937"/>
                  <a:pt x="527156" y="514937"/>
                </a:cubicBezTo>
                <a:cubicBezTo>
                  <a:pt x="423208" y="514937"/>
                  <a:pt x="325283" y="540684"/>
                  <a:pt x="239227" y="585981"/>
                </a:cubicBezTo>
                <a:lnTo>
                  <a:pt x="0" y="130130"/>
                </a:lnTo>
                <a:cubicBezTo>
                  <a:pt x="157623" y="47129"/>
                  <a:pt x="336978" y="0"/>
                  <a:pt x="527156" y="0"/>
                </a:cubicBezTo>
                <a:cubicBezTo>
                  <a:pt x="717334" y="0"/>
                  <a:pt x="896689" y="47129"/>
                  <a:pt x="1054312" y="13013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5" name="Rounded Rectangle 4"/>
          <p:cNvSpPr/>
          <p:nvPr/>
        </p:nvSpPr>
        <p:spPr>
          <a:xfrm>
            <a:off x="5345415" y="1840281"/>
            <a:ext cx="1501173" cy="1139931"/>
          </a:xfrm>
          <a:custGeom>
            <a:avLst/>
            <a:gdLst/>
            <a:ahLst/>
            <a:cxnLst/>
            <a:rect l="0" t="0" r="0" b="0"/>
            <a:pathLst>
              <a:path w="1501173" h="1139931">
                <a:moveTo>
                  <a:pt x="1501173" y="750586"/>
                </a:moveTo>
                <a:lnTo>
                  <a:pt x="1501173" y="1139931"/>
                </a:lnTo>
                <a:cubicBezTo>
                  <a:pt x="1425154" y="1072640"/>
                  <a:pt x="1340146" y="1015474"/>
                  <a:pt x="1248068" y="970438"/>
                </a:cubicBezTo>
                <a:lnTo>
                  <a:pt x="1248068" y="759838"/>
                </a:lnTo>
                <a:cubicBezTo>
                  <a:pt x="1248068" y="473131"/>
                  <a:pt x="1009975" y="238529"/>
                  <a:pt x="723705" y="253803"/>
                </a:cubicBezTo>
                <a:cubicBezTo>
                  <a:pt x="461872" y="267854"/>
                  <a:pt x="253104" y="485263"/>
                  <a:pt x="253104" y="750586"/>
                </a:cubicBezTo>
                <a:lnTo>
                  <a:pt x="253104" y="970438"/>
                </a:lnTo>
                <a:cubicBezTo>
                  <a:pt x="161027" y="1015474"/>
                  <a:pt x="76018" y="1072640"/>
                  <a:pt x="0" y="1139931"/>
                </a:cubicBezTo>
                <a:lnTo>
                  <a:pt x="0" y="750586"/>
                </a:lnTo>
                <a:cubicBezTo>
                  <a:pt x="0" y="336018"/>
                  <a:pt x="336018" y="0"/>
                  <a:pt x="750586" y="0"/>
                </a:cubicBezTo>
                <a:cubicBezTo>
                  <a:pt x="957870" y="0"/>
                  <a:pt x="1145517" y="83960"/>
                  <a:pt x="1281321" y="219852"/>
                </a:cubicBezTo>
                <a:cubicBezTo>
                  <a:pt x="1417212" y="355655"/>
                  <a:pt x="1501173" y="543302"/>
                  <a:pt x="1501173" y="750586"/>
                </a:cubicBezTo>
                <a:close/>
              </a:path>
            </a:pathLst>
          </a:custGeom>
          <a:noFill/>
          <a:ln w="130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5476331" y="3210538"/>
            <a:ext cx="1239340" cy="1239340"/>
          </a:xfrm>
          <a:custGeom>
            <a:avLst/>
            <a:gdLst/>
            <a:ahLst/>
            <a:cxnLst/>
            <a:rect l="0" t="0" r="0" b="0"/>
            <a:pathLst>
              <a:path w="1239340" h="1239340">
                <a:moveTo>
                  <a:pt x="1239340" y="619670"/>
                </a:moveTo>
                <a:cubicBezTo>
                  <a:pt x="1239340" y="961904"/>
                  <a:pt x="961904" y="1239340"/>
                  <a:pt x="619670" y="1239340"/>
                </a:cubicBezTo>
                <a:cubicBezTo>
                  <a:pt x="277436" y="1239340"/>
                  <a:pt x="0" y="961904"/>
                  <a:pt x="0" y="619670"/>
                </a:cubicBezTo>
                <a:cubicBezTo>
                  <a:pt x="0" y="277436"/>
                  <a:pt x="277436" y="0"/>
                  <a:pt x="619670" y="0"/>
                </a:cubicBezTo>
                <a:cubicBezTo>
                  <a:pt x="961904" y="0"/>
                  <a:pt x="1239340" y="277436"/>
                  <a:pt x="1239340" y="619670"/>
                </a:cubicBezTo>
                <a:close/>
              </a:path>
            </a:pathLst>
          </a:custGeom>
          <a:noFill/>
          <a:ln w="130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7" name="Rounded Rectangle 6"/>
          <p:cNvSpPr/>
          <p:nvPr/>
        </p:nvSpPr>
        <p:spPr>
          <a:xfrm>
            <a:off x="5572336" y="2695601"/>
            <a:ext cx="1054312" cy="585981"/>
          </a:xfrm>
          <a:custGeom>
            <a:avLst/>
            <a:gdLst/>
            <a:ahLst/>
            <a:cxnLst/>
            <a:rect l="0" t="0" r="0" b="0"/>
            <a:pathLst>
              <a:path w="1054312" h="585981">
                <a:moveTo>
                  <a:pt x="1054312" y="130130"/>
                </a:moveTo>
                <a:lnTo>
                  <a:pt x="815084" y="585981"/>
                </a:lnTo>
                <a:cubicBezTo>
                  <a:pt x="729029" y="540684"/>
                  <a:pt x="631103" y="514937"/>
                  <a:pt x="527156" y="514937"/>
                </a:cubicBezTo>
                <a:cubicBezTo>
                  <a:pt x="423208" y="514937"/>
                  <a:pt x="325283" y="540684"/>
                  <a:pt x="239227" y="585981"/>
                </a:cubicBezTo>
                <a:lnTo>
                  <a:pt x="0" y="130130"/>
                </a:lnTo>
                <a:cubicBezTo>
                  <a:pt x="157623" y="47129"/>
                  <a:pt x="336978" y="0"/>
                  <a:pt x="527156" y="0"/>
                </a:cubicBezTo>
                <a:cubicBezTo>
                  <a:pt x="717334" y="0"/>
                  <a:pt x="896689" y="47129"/>
                  <a:pt x="1054312" y="130130"/>
                </a:cubicBezTo>
                <a:close/>
                <a:moveTo>
                  <a:pt x="511972" y="349110"/>
                </a:moveTo>
                <a:cubicBezTo>
                  <a:pt x="515331" y="354928"/>
                  <a:pt x="523729" y="354928"/>
                  <a:pt x="527088" y="349110"/>
                </a:cubicBezTo>
                <a:lnTo>
                  <a:pt x="595115" y="231285"/>
                </a:lnTo>
                <a:cubicBezTo>
                  <a:pt x="598474" y="225466"/>
                  <a:pt x="594274" y="218193"/>
                  <a:pt x="587556" y="218193"/>
                </a:cubicBezTo>
                <a:lnTo>
                  <a:pt x="451504" y="218193"/>
                </a:lnTo>
                <a:cubicBezTo>
                  <a:pt x="444786" y="218193"/>
                  <a:pt x="440587" y="225466"/>
                  <a:pt x="443946" y="231285"/>
                </a:cubicBezTo>
                <a:close/>
              </a:path>
            </a:pathLst>
          </a:custGeom>
          <a:noFill/>
          <a:ln w="130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6383930" y="2825732"/>
            <a:ext cx="645417" cy="652486"/>
            <a:chOff x="3220453" y="2067693"/>
            <a:chExt cx="645417" cy="652486"/>
          </a:xfrm>
        </p:grpSpPr>
        <p:sp>
          <p:nvSpPr>
            <p:cNvPr id="9" name="Rounded Rectangle 8"/>
            <p:cNvSpPr/>
            <p:nvPr/>
          </p:nvSpPr>
          <p:spPr>
            <a:xfrm>
              <a:off x="3220453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360194"/>
                  </a:moveTo>
                  <a:lnTo>
                    <a:pt x="221946" y="652486"/>
                  </a:lnTo>
                  <a:cubicBezTo>
                    <a:pt x="165129" y="570358"/>
                    <a:pt x="88935" y="502631"/>
                    <a:pt x="0" y="455850"/>
                  </a:cubicBezTo>
                  <a:lnTo>
                    <a:pt x="239227" y="0"/>
                  </a:lnTo>
                  <a:cubicBezTo>
                    <a:pt x="401913" y="85793"/>
                    <a:pt x="541382" y="209815"/>
                    <a:pt x="645417" y="360194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20453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360194"/>
                  </a:moveTo>
                  <a:lnTo>
                    <a:pt x="221946" y="652486"/>
                  </a:lnTo>
                  <a:cubicBezTo>
                    <a:pt x="165129" y="570358"/>
                    <a:pt x="88935" y="502631"/>
                    <a:pt x="0" y="455850"/>
                  </a:cubicBezTo>
                  <a:lnTo>
                    <a:pt x="239227" y="0"/>
                  </a:lnTo>
                  <a:cubicBezTo>
                    <a:pt x="401913" y="85793"/>
                    <a:pt x="541382" y="209815"/>
                    <a:pt x="645417" y="360194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05877" y="3185923"/>
            <a:ext cx="616441" cy="569573"/>
            <a:chOff x="3442400" y="2427883"/>
            <a:chExt cx="616441" cy="569573"/>
          </a:xfrm>
        </p:grpSpPr>
        <p:sp>
          <p:nvSpPr>
            <p:cNvPr id="12" name="Rounded Rectangle 11"/>
            <p:cNvSpPr/>
            <p:nvPr/>
          </p:nvSpPr>
          <p:spPr>
            <a:xfrm>
              <a:off x="3442400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507518"/>
                  </a:moveTo>
                  <a:lnTo>
                    <a:pt x="105169" y="569573"/>
                  </a:lnTo>
                  <a:cubicBezTo>
                    <a:pt x="92863" y="467458"/>
                    <a:pt x="55770" y="372936"/>
                    <a:pt x="0" y="292292"/>
                  </a:cubicBezTo>
                  <a:lnTo>
                    <a:pt x="423470" y="0"/>
                  </a:lnTo>
                  <a:cubicBezTo>
                    <a:pt x="525759" y="147673"/>
                    <a:pt x="593923" y="320657"/>
                    <a:pt x="616441" y="507518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442400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507518"/>
                  </a:moveTo>
                  <a:lnTo>
                    <a:pt x="105169" y="569573"/>
                  </a:lnTo>
                  <a:cubicBezTo>
                    <a:pt x="92863" y="467458"/>
                    <a:pt x="55770" y="372936"/>
                    <a:pt x="0" y="292292"/>
                  </a:cubicBezTo>
                  <a:lnTo>
                    <a:pt x="423470" y="0"/>
                  </a:lnTo>
                  <a:cubicBezTo>
                    <a:pt x="525759" y="147673"/>
                    <a:pt x="593923" y="320657"/>
                    <a:pt x="616441" y="507518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675436" y="3693445"/>
            <a:ext cx="555172" cy="539113"/>
            <a:chOff x="3511960" y="2935405"/>
            <a:chExt cx="555172" cy="539113"/>
          </a:xfrm>
        </p:grpSpPr>
        <p:sp>
          <p:nvSpPr>
            <p:cNvPr id="15" name="Rounded Rectangle 14"/>
            <p:cNvSpPr/>
            <p:nvPr/>
          </p:nvSpPr>
          <p:spPr>
            <a:xfrm>
              <a:off x="3511960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136763"/>
                  </a:moveTo>
                  <a:cubicBezTo>
                    <a:pt x="555172" y="278415"/>
                    <a:pt x="528989" y="413957"/>
                    <a:pt x="481422" y="539113"/>
                  </a:cubicBezTo>
                  <a:lnTo>
                    <a:pt x="0" y="356528"/>
                  </a:lnTo>
                  <a:cubicBezTo>
                    <a:pt x="25921" y="288190"/>
                    <a:pt x="40234" y="214179"/>
                    <a:pt x="40234" y="136763"/>
                  </a:cubicBezTo>
                  <a:cubicBezTo>
                    <a:pt x="40234" y="111453"/>
                    <a:pt x="38576" y="86579"/>
                    <a:pt x="35609" y="62054"/>
                  </a:cubicBezTo>
                  <a:lnTo>
                    <a:pt x="546881" y="0"/>
                  </a:lnTo>
                  <a:cubicBezTo>
                    <a:pt x="552292" y="44860"/>
                    <a:pt x="555172" y="90506"/>
                    <a:pt x="555172" y="136763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511960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136763"/>
                  </a:moveTo>
                  <a:cubicBezTo>
                    <a:pt x="555172" y="278415"/>
                    <a:pt x="528989" y="413957"/>
                    <a:pt x="481422" y="539113"/>
                  </a:cubicBezTo>
                  <a:lnTo>
                    <a:pt x="0" y="356528"/>
                  </a:lnTo>
                  <a:cubicBezTo>
                    <a:pt x="25921" y="288190"/>
                    <a:pt x="40234" y="214179"/>
                    <a:pt x="40234" y="136763"/>
                  </a:cubicBezTo>
                  <a:cubicBezTo>
                    <a:pt x="40234" y="111453"/>
                    <a:pt x="38576" y="86579"/>
                    <a:pt x="35609" y="62054"/>
                  </a:cubicBezTo>
                  <a:lnTo>
                    <a:pt x="546881" y="0"/>
                  </a:lnTo>
                  <a:cubicBezTo>
                    <a:pt x="552292" y="44860"/>
                    <a:pt x="555172" y="90506"/>
                    <a:pt x="555172" y="136763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506817" y="4049971"/>
            <a:ext cx="650043" cy="629009"/>
            <a:chOff x="3343340" y="3291931"/>
            <a:chExt cx="650043" cy="629009"/>
          </a:xfrm>
        </p:grpSpPr>
        <p:sp>
          <p:nvSpPr>
            <p:cNvPr id="18" name="Rounded Rectangle 17"/>
            <p:cNvSpPr/>
            <p:nvPr/>
          </p:nvSpPr>
          <p:spPr>
            <a:xfrm>
              <a:off x="3343340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182584"/>
                  </a:moveTo>
                  <a:cubicBezTo>
                    <a:pt x="584235" y="355481"/>
                    <a:pt x="477233" y="508304"/>
                    <a:pt x="341167" y="629009"/>
                  </a:cubicBezTo>
                  <a:lnTo>
                    <a:pt x="0" y="243940"/>
                  </a:lnTo>
                  <a:cubicBezTo>
                    <a:pt x="74360" y="178046"/>
                    <a:pt x="132749" y="94521"/>
                    <a:pt x="168620" y="0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343340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182584"/>
                  </a:moveTo>
                  <a:cubicBezTo>
                    <a:pt x="584235" y="355481"/>
                    <a:pt x="477233" y="508304"/>
                    <a:pt x="341167" y="629009"/>
                  </a:cubicBezTo>
                  <a:lnTo>
                    <a:pt x="0" y="243940"/>
                  </a:lnTo>
                  <a:cubicBezTo>
                    <a:pt x="74360" y="178046"/>
                    <a:pt x="132749" y="94521"/>
                    <a:pt x="168620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244285" y="4293921"/>
            <a:ext cx="603698" cy="637998"/>
            <a:chOff x="3080809" y="3535882"/>
            <a:chExt cx="603698" cy="637998"/>
          </a:xfrm>
        </p:grpSpPr>
        <p:sp>
          <p:nvSpPr>
            <p:cNvPr id="21" name="Rounded Rectangle 20"/>
            <p:cNvSpPr/>
            <p:nvPr/>
          </p:nvSpPr>
          <p:spPr>
            <a:xfrm>
              <a:off x="3080809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385068"/>
                  </a:moveTo>
                  <a:cubicBezTo>
                    <a:pt x="468418" y="505075"/>
                    <a:pt x="304336" y="593312"/>
                    <a:pt x="123235" y="637998"/>
                  </a:cubicBezTo>
                  <a:lnTo>
                    <a:pt x="0" y="137985"/>
                  </a:lnTo>
                  <a:cubicBezTo>
                    <a:pt x="99060" y="113635"/>
                    <a:pt x="188694" y="65545"/>
                    <a:pt x="262530" y="0"/>
                  </a:cubicBez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80809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385068"/>
                  </a:moveTo>
                  <a:cubicBezTo>
                    <a:pt x="468418" y="505075"/>
                    <a:pt x="304336" y="593312"/>
                    <a:pt x="123235" y="637998"/>
                  </a:cubicBezTo>
                  <a:lnTo>
                    <a:pt x="0" y="137985"/>
                  </a:lnTo>
                  <a:cubicBezTo>
                    <a:pt x="99060" y="113635"/>
                    <a:pt x="188694" y="65545"/>
                    <a:pt x="262530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808247" y="4431894"/>
            <a:ext cx="559273" cy="532916"/>
            <a:chOff x="2644771" y="3673855"/>
            <a:chExt cx="559273" cy="532916"/>
          </a:xfrm>
        </p:grpSpPr>
        <p:sp>
          <p:nvSpPr>
            <p:cNvPr id="24" name="Rounded Rectangle 23"/>
            <p:cNvSpPr/>
            <p:nvPr/>
          </p:nvSpPr>
          <p:spPr>
            <a:xfrm>
              <a:off x="2644771" y="3673855"/>
              <a:ext cx="543040" cy="532916"/>
            </a:xfrm>
            <a:custGeom>
              <a:avLst/>
              <a:gdLst/>
              <a:ahLst/>
              <a:cxnLst/>
              <a:rect l="0" t="0" r="0" b="0"/>
              <a:pathLst>
                <a:path w="543040" h="532916">
                  <a:moveTo>
                    <a:pt x="543040" y="500012"/>
                  </a:moveTo>
                  <a:cubicBezTo>
                    <a:pt x="456025" y="521483"/>
                    <a:pt x="365081" y="532916"/>
                    <a:pt x="271520" y="532916"/>
                  </a:cubicBezTo>
                  <a:cubicBezTo>
                    <a:pt x="177958" y="532916"/>
                    <a:pt x="87015" y="521483"/>
                    <a:pt x="0" y="500012"/>
                  </a:cubicBezTo>
                  <a:lnTo>
                    <a:pt x="123235" y="0"/>
                  </a:lnTo>
                  <a:cubicBezTo>
                    <a:pt x="170714" y="11695"/>
                    <a:pt x="220375" y="17979"/>
                    <a:pt x="271520" y="17979"/>
                  </a:cubicBezTo>
                  <a:cubicBezTo>
                    <a:pt x="322665" y="17979"/>
                    <a:pt x="372325" y="11695"/>
                    <a:pt x="419804" y="0"/>
                  </a:cubicBezTo>
                  <a:close/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661004" y="3673855"/>
              <a:ext cx="543040" cy="532916"/>
            </a:xfrm>
            <a:custGeom>
              <a:avLst/>
              <a:gdLst/>
              <a:ahLst/>
              <a:cxnLst/>
              <a:rect l="0" t="0" r="0" b="0"/>
              <a:pathLst>
                <a:path w="543040" h="532916">
                  <a:moveTo>
                    <a:pt x="543040" y="500012"/>
                  </a:moveTo>
                  <a:cubicBezTo>
                    <a:pt x="456025" y="521483"/>
                    <a:pt x="365081" y="532916"/>
                    <a:pt x="271520" y="532916"/>
                  </a:cubicBezTo>
                  <a:cubicBezTo>
                    <a:pt x="177958" y="532916"/>
                    <a:pt x="87015" y="521483"/>
                    <a:pt x="0" y="500012"/>
                  </a:cubicBezTo>
                  <a:lnTo>
                    <a:pt x="123235" y="0"/>
                  </a:lnTo>
                  <a:cubicBezTo>
                    <a:pt x="170714" y="11695"/>
                    <a:pt x="220375" y="17979"/>
                    <a:pt x="271520" y="17979"/>
                  </a:cubicBezTo>
                  <a:cubicBezTo>
                    <a:pt x="322665" y="17979"/>
                    <a:pt x="372325" y="11695"/>
                    <a:pt x="419804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344017" y="4293921"/>
            <a:ext cx="603698" cy="637998"/>
            <a:chOff x="2180541" y="3535882"/>
            <a:chExt cx="603698" cy="637998"/>
          </a:xfrm>
        </p:grpSpPr>
        <p:sp>
          <p:nvSpPr>
            <p:cNvPr id="27" name="Rounded Rectangle 26"/>
            <p:cNvSpPr/>
            <p:nvPr/>
          </p:nvSpPr>
          <p:spPr>
            <a:xfrm>
              <a:off x="2180541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137985"/>
                  </a:moveTo>
                  <a:lnTo>
                    <a:pt x="480462" y="637998"/>
                  </a:lnTo>
                  <a:cubicBezTo>
                    <a:pt x="299361" y="593312"/>
                    <a:pt x="135280" y="505075"/>
                    <a:pt x="0" y="385068"/>
                  </a:cubicBezTo>
                  <a:lnTo>
                    <a:pt x="341167" y="0"/>
                  </a:lnTo>
                  <a:cubicBezTo>
                    <a:pt x="415004" y="65545"/>
                    <a:pt x="504638" y="113635"/>
                    <a:pt x="603698" y="137985"/>
                  </a:cubicBezTo>
                  <a:close/>
                </a:path>
              </a:pathLst>
            </a:custGeom>
            <a:solidFill>
              <a:srgbClr val="DE58A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180541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137985"/>
                  </a:moveTo>
                  <a:lnTo>
                    <a:pt x="480462" y="637998"/>
                  </a:lnTo>
                  <a:cubicBezTo>
                    <a:pt x="299361" y="593312"/>
                    <a:pt x="135280" y="505075"/>
                    <a:pt x="0" y="385068"/>
                  </a:cubicBezTo>
                  <a:lnTo>
                    <a:pt x="341167" y="0"/>
                  </a:lnTo>
                  <a:cubicBezTo>
                    <a:pt x="415004" y="65545"/>
                    <a:pt x="504638" y="113635"/>
                    <a:pt x="603698" y="137985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035143" y="4049971"/>
            <a:ext cx="650043" cy="629009"/>
            <a:chOff x="1871666" y="3291931"/>
            <a:chExt cx="650043" cy="629009"/>
          </a:xfrm>
        </p:grpSpPr>
        <p:sp>
          <p:nvSpPr>
            <p:cNvPr id="30" name="Rounded Rectangle 29"/>
            <p:cNvSpPr/>
            <p:nvPr/>
          </p:nvSpPr>
          <p:spPr>
            <a:xfrm>
              <a:off x="1871666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243940"/>
                  </a:moveTo>
                  <a:lnTo>
                    <a:pt x="308875" y="629009"/>
                  </a:lnTo>
                  <a:cubicBezTo>
                    <a:pt x="172809" y="508304"/>
                    <a:pt x="65807" y="355481"/>
                    <a:pt x="0" y="182584"/>
                  </a:cubicBezTo>
                  <a:lnTo>
                    <a:pt x="481422" y="0"/>
                  </a:lnTo>
                  <a:cubicBezTo>
                    <a:pt x="517293" y="94521"/>
                    <a:pt x="575682" y="178046"/>
                    <a:pt x="650043" y="243940"/>
                  </a:cubicBezTo>
                  <a:close/>
                </a:path>
              </a:pathLst>
            </a:custGeom>
            <a:solidFill>
              <a:srgbClr val="BA5D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871666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243940"/>
                  </a:moveTo>
                  <a:lnTo>
                    <a:pt x="308875" y="629009"/>
                  </a:lnTo>
                  <a:cubicBezTo>
                    <a:pt x="172809" y="508304"/>
                    <a:pt x="65807" y="355481"/>
                    <a:pt x="0" y="182584"/>
                  </a:cubicBezTo>
                  <a:lnTo>
                    <a:pt x="481422" y="0"/>
                  </a:lnTo>
                  <a:cubicBezTo>
                    <a:pt x="517293" y="94521"/>
                    <a:pt x="575682" y="178046"/>
                    <a:pt x="650043" y="24394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961393" y="3693445"/>
            <a:ext cx="555172" cy="539113"/>
            <a:chOff x="1797917" y="2935405"/>
            <a:chExt cx="555172" cy="539113"/>
          </a:xfrm>
        </p:grpSpPr>
        <p:sp>
          <p:nvSpPr>
            <p:cNvPr id="33" name="Rounded Rectangle 32"/>
            <p:cNvSpPr/>
            <p:nvPr/>
          </p:nvSpPr>
          <p:spPr>
            <a:xfrm>
              <a:off x="1797917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356528"/>
                  </a:moveTo>
                  <a:lnTo>
                    <a:pt x="73749" y="539113"/>
                  </a:lnTo>
                  <a:cubicBezTo>
                    <a:pt x="26183" y="413957"/>
                    <a:pt x="0" y="278415"/>
                    <a:pt x="0" y="136763"/>
                  </a:cubicBezTo>
                  <a:cubicBezTo>
                    <a:pt x="0" y="90506"/>
                    <a:pt x="2880" y="44860"/>
                    <a:pt x="8291" y="0"/>
                  </a:cubicBezTo>
                  <a:lnTo>
                    <a:pt x="519563" y="62054"/>
                  </a:lnTo>
                  <a:cubicBezTo>
                    <a:pt x="516595" y="86579"/>
                    <a:pt x="514937" y="111453"/>
                    <a:pt x="514937" y="136763"/>
                  </a:cubicBezTo>
                  <a:cubicBezTo>
                    <a:pt x="514937" y="214179"/>
                    <a:pt x="529250" y="288190"/>
                    <a:pt x="555172" y="356528"/>
                  </a:cubicBezTo>
                  <a:close/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797917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356528"/>
                  </a:moveTo>
                  <a:lnTo>
                    <a:pt x="73749" y="539113"/>
                  </a:lnTo>
                  <a:cubicBezTo>
                    <a:pt x="26183" y="413957"/>
                    <a:pt x="0" y="278415"/>
                    <a:pt x="0" y="136763"/>
                  </a:cubicBezTo>
                  <a:cubicBezTo>
                    <a:pt x="0" y="90506"/>
                    <a:pt x="2880" y="44860"/>
                    <a:pt x="8291" y="0"/>
                  </a:cubicBezTo>
                  <a:lnTo>
                    <a:pt x="519563" y="62054"/>
                  </a:lnTo>
                  <a:cubicBezTo>
                    <a:pt x="516595" y="86579"/>
                    <a:pt x="514937" y="111453"/>
                    <a:pt x="514937" y="136763"/>
                  </a:cubicBezTo>
                  <a:cubicBezTo>
                    <a:pt x="514937" y="214179"/>
                    <a:pt x="529250" y="288190"/>
                    <a:pt x="555172" y="356528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969685" y="3185923"/>
            <a:ext cx="616441" cy="569573"/>
            <a:chOff x="1806208" y="2427883"/>
            <a:chExt cx="616441" cy="569573"/>
          </a:xfrm>
        </p:grpSpPr>
        <p:sp>
          <p:nvSpPr>
            <p:cNvPr id="36" name="Rounded Rectangle 35"/>
            <p:cNvSpPr/>
            <p:nvPr/>
          </p:nvSpPr>
          <p:spPr>
            <a:xfrm>
              <a:off x="1806208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292292"/>
                  </a:moveTo>
                  <a:cubicBezTo>
                    <a:pt x="560670" y="372936"/>
                    <a:pt x="523577" y="467458"/>
                    <a:pt x="511271" y="569573"/>
                  </a:cubicBezTo>
                  <a:lnTo>
                    <a:pt x="0" y="507518"/>
                  </a:lnTo>
                  <a:cubicBezTo>
                    <a:pt x="22517" y="320657"/>
                    <a:pt x="90681" y="147673"/>
                    <a:pt x="192970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806208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292292"/>
                  </a:moveTo>
                  <a:cubicBezTo>
                    <a:pt x="560670" y="372936"/>
                    <a:pt x="523577" y="467458"/>
                    <a:pt x="511271" y="569573"/>
                  </a:cubicBezTo>
                  <a:lnTo>
                    <a:pt x="0" y="507518"/>
                  </a:lnTo>
                  <a:cubicBezTo>
                    <a:pt x="22517" y="320657"/>
                    <a:pt x="90681" y="147673"/>
                    <a:pt x="192970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162656" y="2825732"/>
            <a:ext cx="645417" cy="652486"/>
            <a:chOff x="1999179" y="2067693"/>
            <a:chExt cx="645417" cy="652486"/>
          </a:xfrm>
        </p:grpSpPr>
        <p:sp>
          <p:nvSpPr>
            <p:cNvPr id="39" name="Rounded Rectangle 38"/>
            <p:cNvSpPr/>
            <p:nvPr/>
          </p:nvSpPr>
          <p:spPr>
            <a:xfrm>
              <a:off x="1999179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455850"/>
                  </a:moveTo>
                  <a:cubicBezTo>
                    <a:pt x="556481" y="502631"/>
                    <a:pt x="480288" y="570358"/>
                    <a:pt x="423470" y="652486"/>
                  </a:cubicBezTo>
                  <a:lnTo>
                    <a:pt x="0" y="360194"/>
                  </a:lnTo>
                  <a:cubicBezTo>
                    <a:pt x="104034" y="209815"/>
                    <a:pt x="243504" y="85793"/>
                    <a:pt x="406189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999179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455850"/>
                  </a:moveTo>
                  <a:cubicBezTo>
                    <a:pt x="556481" y="502631"/>
                    <a:pt x="480288" y="570358"/>
                    <a:pt x="423470" y="652486"/>
                  </a:cubicBezTo>
                  <a:lnTo>
                    <a:pt x="0" y="360194"/>
                  </a:lnTo>
                  <a:cubicBezTo>
                    <a:pt x="104034" y="209815"/>
                    <a:pt x="243504" y="85793"/>
                    <a:pt x="406189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C08305E-A936-558F-03C9-BC99D969DD47}"/>
              </a:ext>
            </a:extLst>
          </p:cNvPr>
          <p:cNvGrpSpPr/>
          <p:nvPr/>
        </p:nvGrpSpPr>
        <p:grpSpPr>
          <a:xfrm>
            <a:off x="3202342" y="427926"/>
            <a:ext cx="6080221" cy="879545"/>
            <a:chOff x="890230" y="402243"/>
            <a:chExt cx="3770389" cy="487987"/>
          </a:xfrm>
          <a:solidFill>
            <a:schemeClr val="accent2"/>
          </a:solidFill>
        </p:grpSpPr>
        <p:sp>
          <p:nvSpPr>
            <p:cNvPr id="90" name="Rounded Rectangle 41">
              <a:extLst>
                <a:ext uri="{FF2B5EF4-FFF2-40B4-BE49-F238E27FC236}">
                  <a16:creationId xmlns:a16="http://schemas.microsoft.com/office/drawing/2014/main" id="{3621317D-D205-86E7-E3A1-F8B4E0502C2F}"/>
                </a:ext>
              </a:extLst>
            </p:cNvPr>
            <p:cNvSpPr/>
            <p:nvPr/>
          </p:nvSpPr>
          <p:spPr>
            <a:xfrm>
              <a:off x="890230" y="418932"/>
              <a:ext cx="3770389" cy="471298"/>
            </a:xfrm>
            <a:custGeom>
              <a:avLst/>
              <a:gdLst/>
              <a:ahLst/>
              <a:cxnLst/>
              <a:rect l="0" t="0" r="0" b="0"/>
              <a:pathLst>
                <a:path w="3770389" h="471298">
                  <a:moveTo>
                    <a:pt x="104733" y="0"/>
                  </a:moveTo>
                  <a:lnTo>
                    <a:pt x="3665656" y="0"/>
                  </a:lnTo>
                  <a:cubicBezTo>
                    <a:pt x="3665656" y="0"/>
                    <a:pt x="3770389" y="0"/>
                    <a:pt x="3770389" y="104733"/>
                  </a:cubicBezTo>
                  <a:lnTo>
                    <a:pt x="3770389" y="366565"/>
                  </a:lnTo>
                  <a:cubicBezTo>
                    <a:pt x="3770389" y="366565"/>
                    <a:pt x="3770389" y="471298"/>
                    <a:pt x="3665656" y="471298"/>
                  </a:cubicBezTo>
                  <a:lnTo>
                    <a:pt x="104733" y="471298"/>
                  </a:lnTo>
                  <a:cubicBezTo>
                    <a:pt x="104733" y="471298"/>
                    <a:pt x="0" y="471298"/>
                    <a:pt x="0" y="366565"/>
                  </a:cubicBezTo>
                  <a:lnTo>
                    <a:pt x="0" y="104733"/>
                  </a:lnTo>
                  <a:cubicBezTo>
                    <a:pt x="0" y="104733"/>
                    <a:pt x="0" y="0"/>
                    <a:pt x="104733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1" name="Rounded Rectangle 42">
              <a:extLst>
                <a:ext uri="{FF2B5EF4-FFF2-40B4-BE49-F238E27FC236}">
                  <a16:creationId xmlns:a16="http://schemas.microsoft.com/office/drawing/2014/main" id="{454DE6C0-8030-2222-F85F-1C6DD7E40BF1}"/>
                </a:ext>
              </a:extLst>
            </p:cNvPr>
            <p:cNvSpPr/>
            <p:nvPr/>
          </p:nvSpPr>
          <p:spPr>
            <a:xfrm>
              <a:off x="890230" y="402243"/>
              <a:ext cx="3770389" cy="471298"/>
            </a:xfrm>
            <a:custGeom>
              <a:avLst/>
              <a:gdLst/>
              <a:ahLst/>
              <a:cxnLst/>
              <a:rect l="0" t="0" r="0" b="0"/>
              <a:pathLst>
                <a:path w="3770389" h="471298">
                  <a:moveTo>
                    <a:pt x="104733" y="0"/>
                  </a:moveTo>
                  <a:lnTo>
                    <a:pt x="3665656" y="0"/>
                  </a:lnTo>
                  <a:cubicBezTo>
                    <a:pt x="3665656" y="0"/>
                    <a:pt x="3770389" y="0"/>
                    <a:pt x="3770389" y="104733"/>
                  </a:cubicBezTo>
                  <a:lnTo>
                    <a:pt x="3770389" y="366565"/>
                  </a:lnTo>
                  <a:cubicBezTo>
                    <a:pt x="3770389" y="366565"/>
                    <a:pt x="3770389" y="471298"/>
                    <a:pt x="3665656" y="471298"/>
                  </a:cubicBezTo>
                  <a:lnTo>
                    <a:pt x="104733" y="471298"/>
                  </a:lnTo>
                  <a:cubicBezTo>
                    <a:pt x="104733" y="471298"/>
                    <a:pt x="0" y="471298"/>
                    <a:pt x="0" y="366565"/>
                  </a:cubicBezTo>
                  <a:lnTo>
                    <a:pt x="0" y="104733"/>
                  </a:lnTo>
                  <a:cubicBezTo>
                    <a:pt x="0" y="104733"/>
                    <a:pt x="0" y="0"/>
                    <a:pt x="104733" y="0"/>
                  </a:cubicBezTo>
                </a:path>
              </a:pathLst>
            </a:custGeom>
            <a:grp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E3521585-9B91-FE97-F23F-5A8976FBD409}"/>
              </a:ext>
            </a:extLst>
          </p:cNvPr>
          <p:cNvSpPr txBox="1"/>
          <p:nvPr/>
        </p:nvSpPr>
        <p:spPr>
          <a:xfrm>
            <a:off x="3979689" y="700657"/>
            <a:ext cx="528014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dirty="0">
                <a:solidFill>
                  <a:srgbClr val="F669BE"/>
                </a:solidFill>
                <a:latin typeface="Roboto"/>
              </a:rPr>
              <a:t>Core Components of the Fitness Trainer</a:t>
            </a:r>
          </a:p>
        </p:txBody>
      </p:sp>
      <p:sp>
        <p:nvSpPr>
          <p:cNvPr id="93" name="Rounded Rectangle 79">
            <a:extLst>
              <a:ext uri="{FF2B5EF4-FFF2-40B4-BE49-F238E27FC236}">
                <a16:creationId xmlns:a16="http://schemas.microsoft.com/office/drawing/2014/main" id="{78C71295-C6F8-5F00-2B3A-CAD4FE0235A0}"/>
              </a:ext>
            </a:extLst>
          </p:cNvPr>
          <p:cNvSpPr/>
          <p:nvPr/>
        </p:nvSpPr>
        <p:spPr>
          <a:xfrm>
            <a:off x="3417498" y="608527"/>
            <a:ext cx="564728" cy="568182"/>
          </a:xfrm>
          <a:custGeom>
            <a:avLst/>
            <a:gdLst/>
            <a:ahLst/>
            <a:cxnLst/>
            <a:rect l="0" t="0" r="0" b="0"/>
            <a:pathLst>
              <a:path w="250922" h="250922">
                <a:moveTo>
                  <a:pt x="10909" y="0"/>
                </a:moveTo>
                <a:lnTo>
                  <a:pt x="32729" y="0"/>
                </a:lnTo>
                <a:cubicBezTo>
                  <a:pt x="32729" y="0"/>
                  <a:pt x="43638" y="0"/>
                  <a:pt x="43638" y="10909"/>
                </a:cubicBezTo>
                <a:lnTo>
                  <a:pt x="43638" y="130916"/>
                </a:lnTo>
                <a:cubicBezTo>
                  <a:pt x="43638" y="130916"/>
                  <a:pt x="43638" y="141825"/>
                  <a:pt x="32729" y="141825"/>
                </a:cubicBezTo>
                <a:lnTo>
                  <a:pt x="10909" y="141825"/>
                </a:lnTo>
                <a:cubicBezTo>
                  <a:pt x="10909" y="141825"/>
                  <a:pt x="0" y="141825"/>
                  <a:pt x="0" y="130916"/>
                </a:cubicBezTo>
                <a:lnTo>
                  <a:pt x="0" y="10909"/>
                </a:lnTo>
                <a:cubicBezTo>
                  <a:pt x="0" y="10909"/>
                  <a:pt x="0" y="0"/>
                  <a:pt x="10909" y="0"/>
                </a:cubicBezTo>
                <a:moveTo>
                  <a:pt x="218193" y="0"/>
                </a:moveTo>
                <a:lnTo>
                  <a:pt x="240013" y="0"/>
                </a:lnTo>
                <a:cubicBezTo>
                  <a:pt x="240013" y="0"/>
                  <a:pt x="250922" y="0"/>
                  <a:pt x="250922" y="10909"/>
                </a:cubicBezTo>
                <a:lnTo>
                  <a:pt x="250922" y="130916"/>
                </a:lnTo>
                <a:cubicBezTo>
                  <a:pt x="250922" y="130916"/>
                  <a:pt x="250922" y="141825"/>
                  <a:pt x="240013" y="141825"/>
                </a:cubicBezTo>
                <a:lnTo>
                  <a:pt x="218193" y="141825"/>
                </a:lnTo>
                <a:cubicBezTo>
                  <a:pt x="218193" y="141825"/>
                  <a:pt x="207284" y="141825"/>
                  <a:pt x="207284" y="130916"/>
                </a:cubicBezTo>
                <a:lnTo>
                  <a:pt x="207284" y="10909"/>
                </a:lnTo>
                <a:cubicBezTo>
                  <a:pt x="207284" y="10909"/>
                  <a:pt x="207284" y="0"/>
                  <a:pt x="218193" y="0"/>
                </a:cubicBezTo>
                <a:moveTo>
                  <a:pt x="65458" y="114551"/>
                </a:moveTo>
                <a:lnTo>
                  <a:pt x="65458" y="120006"/>
                </a:lnTo>
                <a:cubicBezTo>
                  <a:pt x="65449" y="126167"/>
                  <a:pt x="68054" y="132043"/>
                  <a:pt x="72625" y="136174"/>
                </a:cubicBezTo>
                <a:cubicBezTo>
                  <a:pt x="81003" y="143777"/>
                  <a:pt x="84860" y="155167"/>
                  <a:pt x="82826" y="166296"/>
                </a:cubicBezTo>
                <a:lnTo>
                  <a:pt x="65458" y="250922"/>
                </a:lnTo>
                <a:moveTo>
                  <a:pt x="43638" y="87277"/>
                </a:moveTo>
                <a:lnTo>
                  <a:pt x="76367" y="87277"/>
                </a:lnTo>
                <a:cubicBezTo>
                  <a:pt x="82393" y="87277"/>
                  <a:pt x="87277" y="82393"/>
                  <a:pt x="87277" y="76367"/>
                </a:cubicBezTo>
                <a:lnTo>
                  <a:pt x="87277" y="43638"/>
                </a:lnTo>
                <a:cubicBezTo>
                  <a:pt x="87277" y="37613"/>
                  <a:pt x="92161" y="32729"/>
                  <a:pt x="98187" y="32729"/>
                </a:cubicBezTo>
                <a:lnTo>
                  <a:pt x="163645" y="32729"/>
                </a:lnTo>
                <a:cubicBezTo>
                  <a:pt x="169670" y="32729"/>
                  <a:pt x="174555" y="37613"/>
                  <a:pt x="174555" y="43638"/>
                </a:cubicBezTo>
                <a:lnTo>
                  <a:pt x="174555" y="106358"/>
                </a:lnTo>
                <a:cubicBezTo>
                  <a:pt x="174553" y="115081"/>
                  <a:pt x="171088" y="123447"/>
                  <a:pt x="164921" y="129618"/>
                </a:cubicBezTo>
                <a:cubicBezTo>
                  <a:pt x="157284" y="137250"/>
                  <a:pt x="153880" y="148145"/>
                  <a:pt x="155812" y="158768"/>
                </a:cubicBezTo>
                <a:lnTo>
                  <a:pt x="174555" y="250922"/>
                </a:lnTo>
                <a:moveTo>
                  <a:pt x="43638" y="54548"/>
                </a:moveTo>
                <a:lnTo>
                  <a:pt x="87299" y="54548"/>
                </a:lnTo>
                <a:moveTo>
                  <a:pt x="174576" y="54548"/>
                </a:moveTo>
                <a:lnTo>
                  <a:pt x="207284" y="54548"/>
                </a:lnTo>
                <a:moveTo>
                  <a:pt x="174555" y="87277"/>
                </a:moveTo>
                <a:lnTo>
                  <a:pt x="207284" y="87277"/>
                </a:lnTo>
                <a:moveTo>
                  <a:pt x="109096" y="70934"/>
                </a:moveTo>
                <a:lnTo>
                  <a:pt x="109096" y="32750"/>
                </a:lnTo>
                <a:moveTo>
                  <a:pt x="130916" y="32750"/>
                </a:moveTo>
                <a:lnTo>
                  <a:pt x="130916" y="70934"/>
                </a:lnTo>
                <a:moveTo>
                  <a:pt x="152735" y="32750"/>
                </a:moveTo>
                <a:lnTo>
                  <a:pt x="152735" y="70934"/>
                </a:lnTo>
              </a:path>
            </a:pathLst>
          </a:custGeom>
          <a:noFill/>
          <a:ln w="130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94" name="Date Placeholder 93">
            <a:extLst>
              <a:ext uri="{FF2B5EF4-FFF2-40B4-BE49-F238E27FC236}">
                <a16:creationId xmlns:a16="http://schemas.microsoft.com/office/drawing/2014/main" id="{4E04CAA5-CAAE-0F53-6CF7-4515E760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8A2AB-C58C-4FED-95DF-A5B47F2DDF7E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95" name="Footer Placeholder 94">
            <a:extLst>
              <a:ext uri="{FF2B5EF4-FFF2-40B4-BE49-F238E27FC236}">
                <a16:creationId xmlns:a16="http://schemas.microsoft.com/office/drawing/2014/main" id="{74EA202F-3E4B-04BC-50F6-4EC36703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id="{F794D5A9-16E8-DCFA-B83F-DBDD57A5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87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6129-818D-9615-F8EA-8D7E6419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12324F1-4DB9-EE6F-4B9A-AD5FA4BF1F93}"/>
              </a:ext>
            </a:extLst>
          </p:cNvPr>
          <p:cNvGrpSpPr/>
          <p:nvPr/>
        </p:nvGrpSpPr>
        <p:grpSpPr>
          <a:xfrm>
            <a:off x="5334767" y="1529143"/>
            <a:ext cx="1501173" cy="2609597"/>
            <a:chOff x="2181938" y="1082241"/>
            <a:chExt cx="1501173" cy="2609597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27053F74-BD8B-7429-7D00-2F3ECE4A4DC4}"/>
                </a:ext>
              </a:extLst>
            </p:cNvPr>
            <p:cNvSpPr/>
            <p:nvPr/>
          </p:nvSpPr>
          <p:spPr>
            <a:xfrm>
              <a:off x="2181938" y="1082241"/>
              <a:ext cx="1501173" cy="1139931"/>
            </a:xfrm>
            <a:custGeom>
              <a:avLst/>
              <a:gdLst/>
              <a:ahLst/>
              <a:cxnLst/>
              <a:rect l="0" t="0" r="0" b="0"/>
              <a:pathLst>
                <a:path w="1501173" h="1139931">
                  <a:moveTo>
                    <a:pt x="1501173" y="750586"/>
                  </a:moveTo>
                  <a:lnTo>
                    <a:pt x="1501173" y="1139931"/>
                  </a:lnTo>
                  <a:cubicBezTo>
                    <a:pt x="1425154" y="1072640"/>
                    <a:pt x="1340146" y="1015474"/>
                    <a:pt x="1248068" y="970438"/>
                  </a:cubicBezTo>
                  <a:lnTo>
                    <a:pt x="1248068" y="759838"/>
                  </a:lnTo>
                  <a:cubicBezTo>
                    <a:pt x="1248068" y="473131"/>
                    <a:pt x="1009975" y="238529"/>
                    <a:pt x="723705" y="253803"/>
                  </a:cubicBezTo>
                  <a:cubicBezTo>
                    <a:pt x="461872" y="267854"/>
                    <a:pt x="253104" y="485263"/>
                    <a:pt x="253104" y="750586"/>
                  </a:cubicBezTo>
                  <a:lnTo>
                    <a:pt x="253104" y="970438"/>
                  </a:lnTo>
                  <a:cubicBezTo>
                    <a:pt x="161027" y="1015474"/>
                    <a:pt x="76018" y="1072640"/>
                    <a:pt x="0" y="1139931"/>
                  </a:cubicBezTo>
                  <a:lnTo>
                    <a:pt x="0" y="750586"/>
                  </a:lnTo>
                  <a:cubicBezTo>
                    <a:pt x="0" y="336018"/>
                    <a:pt x="336018" y="0"/>
                    <a:pt x="750586" y="0"/>
                  </a:cubicBezTo>
                  <a:cubicBezTo>
                    <a:pt x="957870" y="0"/>
                    <a:pt x="1145517" y="83960"/>
                    <a:pt x="1281321" y="219852"/>
                  </a:cubicBezTo>
                  <a:cubicBezTo>
                    <a:pt x="1417212" y="355655"/>
                    <a:pt x="1501173" y="543302"/>
                    <a:pt x="1501173" y="750586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36726DC-A231-5A8B-412F-D93EF452866F}"/>
                </a:ext>
              </a:extLst>
            </p:cNvPr>
            <p:cNvSpPr/>
            <p:nvPr/>
          </p:nvSpPr>
          <p:spPr>
            <a:xfrm>
              <a:off x="2312854" y="2452498"/>
              <a:ext cx="1239340" cy="1239340"/>
            </a:xfrm>
            <a:custGeom>
              <a:avLst/>
              <a:gdLst/>
              <a:ahLst/>
              <a:cxnLst/>
              <a:rect l="0" t="0" r="0" b="0"/>
              <a:pathLst>
                <a:path w="1239340" h="1239340">
                  <a:moveTo>
                    <a:pt x="1239340" y="619670"/>
                  </a:moveTo>
                  <a:cubicBezTo>
                    <a:pt x="1239340" y="961904"/>
                    <a:pt x="961904" y="1239340"/>
                    <a:pt x="619670" y="1239340"/>
                  </a:cubicBezTo>
                  <a:cubicBezTo>
                    <a:pt x="277436" y="1239340"/>
                    <a:pt x="0" y="961904"/>
                    <a:pt x="0" y="619670"/>
                  </a:cubicBezTo>
                  <a:cubicBezTo>
                    <a:pt x="0" y="277436"/>
                    <a:pt x="277436" y="0"/>
                    <a:pt x="619670" y="0"/>
                  </a:cubicBezTo>
                  <a:cubicBezTo>
                    <a:pt x="961904" y="0"/>
                    <a:pt x="1239340" y="277436"/>
                    <a:pt x="1239340" y="61967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17906CC-EB3A-7285-0B12-CED7E276658A}"/>
                </a:ext>
              </a:extLst>
            </p:cNvPr>
            <p:cNvSpPr/>
            <p:nvPr/>
          </p:nvSpPr>
          <p:spPr>
            <a:xfrm>
              <a:off x="2408859" y="1937561"/>
              <a:ext cx="1054312" cy="585981"/>
            </a:xfrm>
            <a:custGeom>
              <a:avLst/>
              <a:gdLst/>
              <a:ahLst/>
              <a:cxnLst/>
              <a:rect l="0" t="0" r="0" b="0"/>
              <a:pathLst>
                <a:path w="1054312" h="585981">
                  <a:moveTo>
                    <a:pt x="1054312" y="130130"/>
                  </a:moveTo>
                  <a:lnTo>
                    <a:pt x="815084" y="585981"/>
                  </a:lnTo>
                  <a:cubicBezTo>
                    <a:pt x="729029" y="540684"/>
                    <a:pt x="631103" y="514937"/>
                    <a:pt x="527156" y="514937"/>
                  </a:cubicBezTo>
                  <a:cubicBezTo>
                    <a:pt x="423208" y="514937"/>
                    <a:pt x="325283" y="540684"/>
                    <a:pt x="239227" y="585981"/>
                  </a:cubicBezTo>
                  <a:lnTo>
                    <a:pt x="0" y="130130"/>
                  </a:lnTo>
                  <a:cubicBezTo>
                    <a:pt x="157623" y="47129"/>
                    <a:pt x="336978" y="0"/>
                    <a:pt x="527156" y="0"/>
                  </a:cubicBezTo>
                  <a:cubicBezTo>
                    <a:pt x="717334" y="0"/>
                    <a:pt x="896689" y="47129"/>
                    <a:pt x="1054312" y="13013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1C7230D-30E5-06E0-C7E2-7ECB82D9A330}"/>
                </a:ext>
              </a:extLst>
            </p:cNvPr>
            <p:cNvSpPr/>
            <p:nvPr/>
          </p:nvSpPr>
          <p:spPr>
            <a:xfrm>
              <a:off x="2181938" y="1082241"/>
              <a:ext cx="1501173" cy="1139931"/>
            </a:xfrm>
            <a:custGeom>
              <a:avLst/>
              <a:gdLst/>
              <a:ahLst/>
              <a:cxnLst/>
              <a:rect l="0" t="0" r="0" b="0"/>
              <a:pathLst>
                <a:path w="1501173" h="1139931">
                  <a:moveTo>
                    <a:pt x="1501173" y="750586"/>
                  </a:moveTo>
                  <a:lnTo>
                    <a:pt x="1501173" y="1139931"/>
                  </a:lnTo>
                  <a:cubicBezTo>
                    <a:pt x="1425154" y="1072640"/>
                    <a:pt x="1340146" y="1015474"/>
                    <a:pt x="1248068" y="970438"/>
                  </a:cubicBezTo>
                  <a:lnTo>
                    <a:pt x="1248068" y="759838"/>
                  </a:lnTo>
                  <a:cubicBezTo>
                    <a:pt x="1248068" y="473131"/>
                    <a:pt x="1009975" y="238529"/>
                    <a:pt x="723705" y="253803"/>
                  </a:cubicBezTo>
                  <a:cubicBezTo>
                    <a:pt x="461872" y="267854"/>
                    <a:pt x="253104" y="485263"/>
                    <a:pt x="253104" y="750586"/>
                  </a:cubicBezTo>
                  <a:lnTo>
                    <a:pt x="253104" y="970438"/>
                  </a:lnTo>
                  <a:cubicBezTo>
                    <a:pt x="161027" y="1015474"/>
                    <a:pt x="76018" y="1072640"/>
                    <a:pt x="0" y="1139931"/>
                  </a:cubicBezTo>
                  <a:lnTo>
                    <a:pt x="0" y="750586"/>
                  </a:lnTo>
                  <a:cubicBezTo>
                    <a:pt x="0" y="336018"/>
                    <a:pt x="336018" y="0"/>
                    <a:pt x="750586" y="0"/>
                  </a:cubicBezTo>
                  <a:cubicBezTo>
                    <a:pt x="957870" y="0"/>
                    <a:pt x="1145517" y="83960"/>
                    <a:pt x="1281321" y="219852"/>
                  </a:cubicBezTo>
                  <a:cubicBezTo>
                    <a:pt x="1417212" y="355655"/>
                    <a:pt x="1501173" y="543302"/>
                    <a:pt x="1501173" y="750586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CE8F894-3B4E-1848-0FEC-1D504765A17E}"/>
                </a:ext>
              </a:extLst>
            </p:cNvPr>
            <p:cNvSpPr/>
            <p:nvPr/>
          </p:nvSpPr>
          <p:spPr>
            <a:xfrm>
              <a:off x="2312854" y="2452498"/>
              <a:ext cx="1239340" cy="1239340"/>
            </a:xfrm>
            <a:custGeom>
              <a:avLst/>
              <a:gdLst/>
              <a:ahLst/>
              <a:cxnLst/>
              <a:rect l="0" t="0" r="0" b="0"/>
              <a:pathLst>
                <a:path w="1239340" h="1239340">
                  <a:moveTo>
                    <a:pt x="1239340" y="619670"/>
                  </a:moveTo>
                  <a:cubicBezTo>
                    <a:pt x="1239340" y="961904"/>
                    <a:pt x="961904" y="1239340"/>
                    <a:pt x="619670" y="1239340"/>
                  </a:cubicBezTo>
                  <a:cubicBezTo>
                    <a:pt x="277436" y="1239340"/>
                    <a:pt x="0" y="961904"/>
                    <a:pt x="0" y="619670"/>
                  </a:cubicBezTo>
                  <a:cubicBezTo>
                    <a:pt x="0" y="277436"/>
                    <a:pt x="277436" y="0"/>
                    <a:pt x="619670" y="0"/>
                  </a:cubicBezTo>
                  <a:cubicBezTo>
                    <a:pt x="961904" y="0"/>
                    <a:pt x="1239340" y="277436"/>
                    <a:pt x="1239340" y="61967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CC535CC-C49C-79AE-FDCD-E2238B0B8753}"/>
                </a:ext>
              </a:extLst>
            </p:cNvPr>
            <p:cNvSpPr/>
            <p:nvPr/>
          </p:nvSpPr>
          <p:spPr>
            <a:xfrm>
              <a:off x="2408859" y="1937561"/>
              <a:ext cx="1054312" cy="585981"/>
            </a:xfrm>
            <a:custGeom>
              <a:avLst/>
              <a:gdLst/>
              <a:ahLst/>
              <a:cxnLst/>
              <a:rect l="0" t="0" r="0" b="0"/>
              <a:pathLst>
                <a:path w="1054312" h="585981">
                  <a:moveTo>
                    <a:pt x="1054312" y="130130"/>
                  </a:moveTo>
                  <a:lnTo>
                    <a:pt x="815084" y="585981"/>
                  </a:lnTo>
                  <a:cubicBezTo>
                    <a:pt x="729029" y="540684"/>
                    <a:pt x="631103" y="514937"/>
                    <a:pt x="527156" y="514937"/>
                  </a:cubicBezTo>
                  <a:cubicBezTo>
                    <a:pt x="423208" y="514937"/>
                    <a:pt x="325283" y="540684"/>
                    <a:pt x="239227" y="585981"/>
                  </a:cubicBezTo>
                  <a:lnTo>
                    <a:pt x="0" y="130130"/>
                  </a:lnTo>
                  <a:cubicBezTo>
                    <a:pt x="157623" y="47129"/>
                    <a:pt x="336978" y="0"/>
                    <a:pt x="527156" y="0"/>
                  </a:cubicBezTo>
                  <a:cubicBezTo>
                    <a:pt x="717334" y="0"/>
                    <a:pt x="896689" y="47129"/>
                    <a:pt x="1054312" y="130130"/>
                  </a:cubicBezTo>
                  <a:close/>
                  <a:moveTo>
                    <a:pt x="511972" y="349110"/>
                  </a:moveTo>
                  <a:cubicBezTo>
                    <a:pt x="515331" y="354928"/>
                    <a:pt x="523729" y="354928"/>
                    <a:pt x="527088" y="349110"/>
                  </a:cubicBezTo>
                  <a:lnTo>
                    <a:pt x="595115" y="231285"/>
                  </a:lnTo>
                  <a:cubicBezTo>
                    <a:pt x="598474" y="225466"/>
                    <a:pt x="594274" y="218193"/>
                    <a:pt x="587556" y="218193"/>
                  </a:cubicBezTo>
                  <a:lnTo>
                    <a:pt x="451504" y="218193"/>
                  </a:lnTo>
                  <a:cubicBezTo>
                    <a:pt x="444786" y="218193"/>
                    <a:pt x="440587" y="225466"/>
                    <a:pt x="443946" y="231285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FEE0E1-4EC0-8A8B-5A49-4E92630359D1}"/>
              </a:ext>
            </a:extLst>
          </p:cNvPr>
          <p:cNvGrpSpPr/>
          <p:nvPr/>
        </p:nvGrpSpPr>
        <p:grpSpPr>
          <a:xfrm>
            <a:off x="6373282" y="2514594"/>
            <a:ext cx="645417" cy="652486"/>
            <a:chOff x="3220453" y="2067693"/>
            <a:chExt cx="645417" cy="652486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83F9316-B67A-E227-CFB7-843CB7F4B039}"/>
                </a:ext>
              </a:extLst>
            </p:cNvPr>
            <p:cNvSpPr/>
            <p:nvPr/>
          </p:nvSpPr>
          <p:spPr>
            <a:xfrm>
              <a:off x="3220453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360194"/>
                  </a:moveTo>
                  <a:lnTo>
                    <a:pt x="221946" y="652486"/>
                  </a:lnTo>
                  <a:cubicBezTo>
                    <a:pt x="165129" y="570358"/>
                    <a:pt x="88935" y="502631"/>
                    <a:pt x="0" y="455850"/>
                  </a:cubicBezTo>
                  <a:lnTo>
                    <a:pt x="239227" y="0"/>
                  </a:lnTo>
                  <a:cubicBezTo>
                    <a:pt x="401913" y="85793"/>
                    <a:pt x="541382" y="209815"/>
                    <a:pt x="645417" y="360194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540DC07-C755-37F6-09ED-333DFA3F22A0}"/>
                </a:ext>
              </a:extLst>
            </p:cNvPr>
            <p:cNvSpPr/>
            <p:nvPr/>
          </p:nvSpPr>
          <p:spPr>
            <a:xfrm>
              <a:off x="3220453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360194"/>
                  </a:moveTo>
                  <a:lnTo>
                    <a:pt x="221946" y="652486"/>
                  </a:lnTo>
                  <a:cubicBezTo>
                    <a:pt x="165129" y="570358"/>
                    <a:pt x="88935" y="502631"/>
                    <a:pt x="0" y="455850"/>
                  </a:cubicBezTo>
                  <a:lnTo>
                    <a:pt x="239227" y="0"/>
                  </a:lnTo>
                  <a:cubicBezTo>
                    <a:pt x="401913" y="85793"/>
                    <a:pt x="541382" y="209815"/>
                    <a:pt x="645417" y="360194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9D6EBB-8888-7038-4D33-F05822E63836}"/>
              </a:ext>
            </a:extLst>
          </p:cNvPr>
          <p:cNvGrpSpPr/>
          <p:nvPr/>
        </p:nvGrpSpPr>
        <p:grpSpPr>
          <a:xfrm>
            <a:off x="6595229" y="2874785"/>
            <a:ext cx="616441" cy="569573"/>
            <a:chOff x="3442400" y="2427883"/>
            <a:chExt cx="616441" cy="56957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569EB54-1920-982E-0DCF-CA4271BE9402}"/>
                </a:ext>
              </a:extLst>
            </p:cNvPr>
            <p:cNvSpPr/>
            <p:nvPr/>
          </p:nvSpPr>
          <p:spPr>
            <a:xfrm>
              <a:off x="3442400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507518"/>
                  </a:moveTo>
                  <a:lnTo>
                    <a:pt x="105169" y="569573"/>
                  </a:lnTo>
                  <a:cubicBezTo>
                    <a:pt x="92863" y="467458"/>
                    <a:pt x="55770" y="372936"/>
                    <a:pt x="0" y="292292"/>
                  </a:cubicBezTo>
                  <a:lnTo>
                    <a:pt x="423470" y="0"/>
                  </a:lnTo>
                  <a:cubicBezTo>
                    <a:pt x="525759" y="147673"/>
                    <a:pt x="593923" y="320657"/>
                    <a:pt x="616441" y="507518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C1C57F9-5813-B6BE-AF1F-1CB69F31F29C}"/>
                </a:ext>
              </a:extLst>
            </p:cNvPr>
            <p:cNvSpPr/>
            <p:nvPr/>
          </p:nvSpPr>
          <p:spPr>
            <a:xfrm>
              <a:off x="3442400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507518"/>
                  </a:moveTo>
                  <a:lnTo>
                    <a:pt x="105169" y="569573"/>
                  </a:lnTo>
                  <a:cubicBezTo>
                    <a:pt x="92863" y="467458"/>
                    <a:pt x="55770" y="372936"/>
                    <a:pt x="0" y="292292"/>
                  </a:cubicBezTo>
                  <a:lnTo>
                    <a:pt x="423470" y="0"/>
                  </a:lnTo>
                  <a:cubicBezTo>
                    <a:pt x="525759" y="147673"/>
                    <a:pt x="593923" y="320657"/>
                    <a:pt x="616441" y="507518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45DAE9B-B1CA-C3E2-4F48-82971537B496}"/>
              </a:ext>
            </a:extLst>
          </p:cNvPr>
          <p:cNvGrpSpPr/>
          <p:nvPr/>
        </p:nvGrpSpPr>
        <p:grpSpPr>
          <a:xfrm>
            <a:off x="6664788" y="3382307"/>
            <a:ext cx="555172" cy="539113"/>
            <a:chOff x="3511960" y="2935405"/>
            <a:chExt cx="555172" cy="539113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BA0A81B-0F1C-D18B-5BBE-77E26EA5807E}"/>
                </a:ext>
              </a:extLst>
            </p:cNvPr>
            <p:cNvSpPr/>
            <p:nvPr/>
          </p:nvSpPr>
          <p:spPr>
            <a:xfrm>
              <a:off x="3511960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136763"/>
                  </a:moveTo>
                  <a:cubicBezTo>
                    <a:pt x="555172" y="278415"/>
                    <a:pt x="528989" y="413957"/>
                    <a:pt x="481422" y="539113"/>
                  </a:cubicBezTo>
                  <a:lnTo>
                    <a:pt x="0" y="356528"/>
                  </a:lnTo>
                  <a:cubicBezTo>
                    <a:pt x="25921" y="288190"/>
                    <a:pt x="40234" y="214179"/>
                    <a:pt x="40234" y="136763"/>
                  </a:cubicBezTo>
                  <a:cubicBezTo>
                    <a:pt x="40234" y="111453"/>
                    <a:pt x="38576" y="86579"/>
                    <a:pt x="35609" y="62054"/>
                  </a:cubicBezTo>
                  <a:lnTo>
                    <a:pt x="546881" y="0"/>
                  </a:lnTo>
                  <a:cubicBezTo>
                    <a:pt x="552292" y="44860"/>
                    <a:pt x="555172" y="90506"/>
                    <a:pt x="555172" y="136763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677EC215-463E-1355-26BD-3486B52A37BD}"/>
                </a:ext>
              </a:extLst>
            </p:cNvPr>
            <p:cNvSpPr/>
            <p:nvPr/>
          </p:nvSpPr>
          <p:spPr>
            <a:xfrm>
              <a:off x="3511960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136763"/>
                  </a:moveTo>
                  <a:cubicBezTo>
                    <a:pt x="555172" y="278415"/>
                    <a:pt x="528989" y="413957"/>
                    <a:pt x="481422" y="539113"/>
                  </a:cubicBezTo>
                  <a:lnTo>
                    <a:pt x="0" y="356528"/>
                  </a:lnTo>
                  <a:cubicBezTo>
                    <a:pt x="25921" y="288190"/>
                    <a:pt x="40234" y="214179"/>
                    <a:pt x="40234" y="136763"/>
                  </a:cubicBezTo>
                  <a:cubicBezTo>
                    <a:pt x="40234" y="111453"/>
                    <a:pt x="38576" y="86579"/>
                    <a:pt x="35609" y="62054"/>
                  </a:cubicBezTo>
                  <a:lnTo>
                    <a:pt x="546881" y="0"/>
                  </a:lnTo>
                  <a:cubicBezTo>
                    <a:pt x="552292" y="44860"/>
                    <a:pt x="555172" y="90506"/>
                    <a:pt x="555172" y="136763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5F3EEE-F6D8-BE8F-7171-DAEAB9267616}"/>
              </a:ext>
            </a:extLst>
          </p:cNvPr>
          <p:cNvGrpSpPr/>
          <p:nvPr/>
        </p:nvGrpSpPr>
        <p:grpSpPr>
          <a:xfrm>
            <a:off x="6496169" y="3738833"/>
            <a:ext cx="650043" cy="629009"/>
            <a:chOff x="3343340" y="3291931"/>
            <a:chExt cx="650043" cy="629009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95F2EF3-42CB-046E-B259-C409CEB3E0A6}"/>
                </a:ext>
              </a:extLst>
            </p:cNvPr>
            <p:cNvSpPr/>
            <p:nvPr/>
          </p:nvSpPr>
          <p:spPr>
            <a:xfrm>
              <a:off x="3343340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182584"/>
                  </a:moveTo>
                  <a:cubicBezTo>
                    <a:pt x="584235" y="355481"/>
                    <a:pt x="477233" y="508304"/>
                    <a:pt x="341167" y="629009"/>
                  </a:cubicBezTo>
                  <a:lnTo>
                    <a:pt x="0" y="243940"/>
                  </a:lnTo>
                  <a:cubicBezTo>
                    <a:pt x="74360" y="178046"/>
                    <a:pt x="132749" y="94521"/>
                    <a:pt x="168620" y="0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AF44775-45E7-D986-78DB-1C082ED9FCF2}"/>
                </a:ext>
              </a:extLst>
            </p:cNvPr>
            <p:cNvSpPr/>
            <p:nvPr/>
          </p:nvSpPr>
          <p:spPr>
            <a:xfrm>
              <a:off x="3343340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182584"/>
                  </a:moveTo>
                  <a:cubicBezTo>
                    <a:pt x="584235" y="355481"/>
                    <a:pt x="477233" y="508304"/>
                    <a:pt x="341167" y="629009"/>
                  </a:cubicBezTo>
                  <a:lnTo>
                    <a:pt x="0" y="243940"/>
                  </a:lnTo>
                  <a:cubicBezTo>
                    <a:pt x="74360" y="178046"/>
                    <a:pt x="132749" y="94521"/>
                    <a:pt x="168620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C8AC85-0F15-A5AC-41BA-EFCC7F3597D3}"/>
              </a:ext>
            </a:extLst>
          </p:cNvPr>
          <p:cNvGrpSpPr/>
          <p:nvPr/>
        </p:nvGrpSpPr>
        <p:grpSpPr>
          <a:xfrm>
            <a:off x="6233637" y="3982783"/>
            <a:ext cx="603698" cy="637998"/>
            <a:chOff x="3080809" y="3535882"/>
            <a:chExt cx="603698" cy="637998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2629CC8-7E5D-A600-9081-082FAEBE00BA}"/>
                </a:ext>
              </a:extLst>
            </p:cNvPr>
            <p:cNvSpPr/>
            <p:nvPr/>
          </p:nvSpPr>
          <p:spPr>
            <a:xfrm>
              <a:off x="3080809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385068"/>
                  </a:moveTo>
                  <a:cubicBezTo>
                    <a:pt x="468418" y="505075"/>
                    <a:pt x="304336" y="593312"/>
                    <a:pt x="123235" y="637998"/>
                  </a:cubicBezTo>
                  <a:lnTo>
                    <a:pt x="0" y="137985"/>
                  </a:lnTo>
                  <a:cubicBezTo>
                    <a:pt x="99060" y="113635"/>
                    <a:pt x="188694" y="65545"/>
                    <a:pt x="262530" y="0"/>
                  </a:cubicBez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F142C47-DF86-F784-1149-43434DD624DE}"/>
                </a:ext>
              </a:extLst>
            </p:cNvPr>
            <p:cNvSpPr/>
            <p:nvPr/>
          </p:nvSpPr>
          <p:spPr>
            <a:xfrm>
              <a:off x="3080809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385068"/>
                  </a:moveTo>
                  <a:cubicBezTo>
                    <a:pt x="468418" y="505075"/>
                    <a:pt x="304336" y="593312"/>
                    <a:pt x="123235" y="637998"/>
                  </a:cubicBezTo>
                  <a:lnTo>
                    <a:pt x="0" y="137985"/>
                  </a:lnTo>
                  <a:cubicBezTo>
                    <a:pt x="99060" y="113635"/>
                    <a:pt x="188694" y="65545"/>
                    <a:pt x="262530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D8EC84-BA45-3CE8-B02E-34BBE8B57E29}"/>
              </a:ext>
            </a:extLst>
          </p:cNvPr>
          <p:cNvGrpSpPr/>
          <p:nvPr/>
        </p:nvGrpSpPr>
        <p:grpSpPr>
          <a:xfrm>
            <a:off x="5813832" y="4120756"/>
            <a:ext cx="543040" cy="532916"/>
            <a:chOff x="2661004" y="3673855"/>
            <a:chExt cx="543040" cy="532916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68982C31-DD9C-F67D-872B-724AC89B3826}"/>
                </a:ext>
              </a:extLst>
            </p:cNvPr>
            <p:cNvSpPr/>
            <p:nvPr/>
          </p:nvSpPr>
          <p:spPr>
            <a:xfrm>
              <a:off x="2661004" y="3673855"/>
              <a:ext cx="543040" cy="532916"/>
            </a:xfrm>
            <a:custGeom>
              <a:avLst/>
              <a:gdLst/>
              <a:ahLst/>
              <a:cxnLst/>
              <a:rect l="0" t="0" r="0" b="0"/>
              <a:pathLst>
                <a:path w="543040" h="532916">
                  <a:moveTo>
                    <a:pt x="543040" y="500012"/>
                  </a:moveTo>
                  <a:cubicBezTo>
                    <a:pt x="456025" y="521483"/>
                    <a:pt x="365081" y="532916"/>
                    <a:pt x="271520" y="532916"/>
                  </a:cubicBezTo>
                  <a:cubicBezTo>
                    <a:pt x="177958" y="532916"/>
                    <a:pt x="87015" y="521483"/>
                    <a:pt x="0" y="500012"/>
                  </a:cubicBezTo>
                  <a:lnTo>
                    <a:pt x="123235" y="0"/>
                  </a:lnTo>
                  <a:cubicBezTo>
                    <a:pt x="170714" y="11695"/>
                    <a:pt x="220375" y="17979"/>
                    <a:pt x="271520" y="17979"/>
                  </a:cubicBezTo>
                  <a:cubicBezTo>
                    <a:pt x="322665" y="17979"/>
                    <a:pt x="372325" y="11695"/>
                    <a:pt x="419804" y="0"/>
                  </a:cubicBezTo>
                  <a:close/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4F88554D-AF0F-F7D5-37A5-5ADC5A653EF2}"/>
                </a:ext>
              </a:extLst>
            </p:cNvPr>
            <p:cNvSpPr/>
            <p:nvPr/>
          </p:nvSpPr>
          <p:spPr>
            <a:xfrm>
              <a:off x="2661004" y="3673855"/>
              <a:ext cx="543040" cy="532916"/>
            </a:xfrm>
            <a:custGeom>
              <a:avLst/>
              <a:gdLst/>
              <a:ahLst/>
              <a:cxnLst/>
              <a:rect l="0" t="0" r="0" b="0"/>
              <a:pathLst>
                <a:path w="543040" h="532916">
                  <a:moveTo>
                    <a:pt x="543040" y="500012"/>
                  </a:moveTo>
                  <a:cubicBezTo>
                    <a:pt x="456025" y="521483"/>
                    <a:pt x="365081" y="532916"/>
                    <a:pt x="271520" y="532916"/>
                  </a:cubicBezTo>
                  <a:cubicBezTo>
                    <a:pt x="177958" y="532916"/>
                    <a:pt x="87015" y="521483"/>
                    <a:pt x="0" y="500012"/>
                  </a:cubicBezTo>
                  <a:lnTo>
                    <a:pt x="123235" y="0"/>
                  </a:lnTo>
                  <a:cubicBezTo>
                    <a:pt x="170714" y="11695"/>
                    <a:pt x="220375" y="17979"/>
                    <a:pt x="271520" y="17979"/>
                  </a:cubicBezTo>
                  <a:cubicBezTo>
                    <a:pt x="322665" y="17979"/>
                    <a:pt x="372325" y="11695"/>
                    <a:pt x="419804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1739F2E-5DBF-1D57-B081-4F788B1DAD41}"/>
              </a:ext>
            </a:extLst>
          </p:cNvPr>
          <p:cNvGrpSpPr/>
          <p:nvPr/>
        </p:nvGrpSpPr>
        <p:grpSpPr>
          <a:xfrm>
            <a:off x="5333369" y="3982783"/>
            <a:ext cx="603698" cy="637998"/>
            <a:chOff x="2180541" y="3535882"/>
            <a:chExt cx="603698" cy="637998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DC083C0-E065-83BB-3E1A-BDE91C472BEE}"/>
                </a:ext>
              </a:extLst>
            </p:cNvPr>
            <p:cNvSpPr/>
            <p:nvPr/>
          </p:nvSpPr>
          <p:spPr>
            <a:xfrm>
              <a:off x="2180541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137985"/>
                  </a:moveTo>
                  <a:lnTo>
                    <a:pt x="480462" y="637998"/>
                  </a:lnTo>
                  <a:cubicBezTo>
                    <a:pt x="299361" y="593312"/>
                    <a:pt x="135280" y="505075"/>
                    <a:pt x="0" y="385068"/>
                  </a:cubicBezTo>
                  <a:lnTo>
                    <a:pt x="341167" y="0"/>
                  </a:lnTo>
                  <a:cubicBezTo>
                    <a:pt x="415004" y="65545"/>
                    <a:pt x="504638" y="113635"/>
                    <a:pt x="603698" y="137985"/>
                  </a:cubicBezTo>
                  <a:close/>
                </a:path>
              </a:pathLst>
            </a:custGeom>
            <a:solidFill>
              <a:srgbClr val="DE58A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11884820-EA67-428E-48D5-F70E6D056849}"/>
                </a:ext>
              </a:extLst>
            </p:cNvPr>
            <p:cNvSpPr/>
            <p:nvPr/>
          </p:nvSpPr>
          <p:spPr>
            <a:xfrm>
              <a:off x="2180541" y="3535882"/>
              <a:ext cx="603698" cy="637998"/>
            </a:xfrm>
            <a:custGeom>
              <a:avLst/>
              <a:gdLst/>
              <a:ahLst/>
              <a:cxnLst/>
              <a:rect l="0" t="0" r="0" b="0"/>
              <a:pathLst>
                <a:path w="603698" h="637998">
                  <a:moveTo>
                    <a:pt x="603698" y="137985"/>
                  </a:moveTo>
                  <a:lnTo>
                    <a:pt x="480462" y="637998"/>
                  </a:lnTo>
                  <a:cubicBezTo>
                    <a:pt x="299361" y="593312"/>
                    <a:pt x="135280" y="505075"/>
                    <a:pt x="0" y="385068"/>
                  </a:cubicBezTo>
                  <a:lnTo>
                    <a:pt x="341167" y="0"/>
                  </a:lnTo>
                  <a:cubicBezTo>
                    <a:pt x="415004" y="65545"/>
                    <a:pt x="504638" y="113635"/>
                    <a:pt x="603698" y="137985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6092E8-9A12-472A-48D0-8B67B5869D79}"/>
              </a:ext>
            </a:extLst>
          </p:cNvPr>
          <p:cNvGrpSpPr/>
          <p:nvPr/>
        </p:nvGrpSpPr>
        <p:grpSpPr>
          <a:xfrm>
            <a:off x="5024495" y="3738833"/>
            <a:ext cx="650043" cy="629009"/>
            <a:chOff x="1871666" y="3291931"/>
            <a:chExt cx="650043" cy="629009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0A4A7B25-C0FD-B1F1-9BB2-8EB20D64690F}"/>
                </a:ext>
              </a:extLst>
            </p:cNvPr>
            <p:cNvSpPr/>
            <p:nvPr/>
          </p:nvSpPr>
          <p:spPr>
            <a:xfrm>
              <a:off x="1871666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243940"/>
                  </a:moveTo>
                  <a:lnTo>
                    <a:pt x="308875" y="629009"/>
                  </a:lnTo>
                  <a:cubicBezTo>
                    <a:pt x="172809" y="508304"/>
                    <a:pt x="65807" y="355481"/>
                    <a:pt x="0" y="182584"/>
                  </a:cubicBezTo>
                  <a:lnTo>
                    <a:pt x="481422" y="0"/>
                  </a:lnTo>
                  <a:cubicBezTo>
                    <a:pt x="517293" y="94521"/>
                    <a:pt x="575682" y="178046"/>
                    <a:pt x="650043" y="243940"/>
                  </a:cubicBezTo>
                  <a:close/>
                </a:path>
              </a:pathLst>
            </a:custGeom>
            <a:solidFill>
              <a:srgbClr val="BA5D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A76B56A4-40CC-45A2-4FA1-399F45B5B744}"/>
                </a:ext>
              </a:extLst>
            </p:cNvPr>
            <p:cNvSpPr/>
            <p:nvPr/>
          </p:nvSpPr>
          <p:spPr>
            <a:xfrm>
              <a:off x="1871666" y="3291931"/>
              <a:ext cx="650043" cy="629009"/>
            </a:xfrm>
            <a:custGeom>
              <a:avLst/>
              <a:gdLst/>
              <a:ahLst/>
              <a:cxnLst/>
              <a:rect l="0" t="0" r="0" b="0"/>
              <a:pathLst>
                <a:path w="650043" h="629009">
                  <a:moveTo>
                    <a:pt x="650043" y="243940"/>
                  </a:moveTo>
                  <a:lnTo>
                    <a:pt x="308875" y="629009"/>
                  </a:lnTo>
                  <a:cubicBezTo>
                    <a:pt x="172809" y="508304"/>
                    <a:pt x="65807" y="355481"/>
                    <a:pt x="0" y="182584"/>
                  </a:cubicBezTo>
                  <a:lnTo>
                    <a:pt x="481422" y="0"/>
                  </a:lnTo>
                  <a:cubicBezTo>
                    <a:pt x="517293" y="94521"/>
                    <a:pt x="575682" y="178046"/>
                    <a:pt x="650043" y="24394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9685711-7E01-4AFE-B295-4A3FE6B16740}"/>
              </a:ext>
            </a:extLst>
          </p:cNvPr>
          <p:cNvGrpSpPr/>
          <p:nvPr/>
        </p:nvGrpSpPr>
        <p:grpSpPr>
          <a:xfrm>
            <a:off x="4950745" y="3382307"/>
            <a:ext cx="555172" cy="539113"/>
            <a:chOff x="1797917" y="2935405"/>
            <a:chExt cx="555172" cy="539113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AC9E55EF-3D0E-544A-FDD3-D4A4C30D470F}"/>
                </a:ext>
              </a:extLst>
            </p:cNvPr>
            <p:cNvSpPr/>
            <p:nvPr/>
          </p:nvSpPr>
          <p:spPr>
            <a:xfrm>
              <a:off x="1797917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356528"/>
                  </a:moveTo>
                  <a:lnTo>
                    <a:pt x="73749" y="539113"/>
                  </a:lnTo>
                  <a:cubicBezTo>
                    <a:pt x="26183" y="413957"/>
                    <a:pt x="0" y="278415"/>
                    <a:pt x="0" y="136763"/>
                  </a:cubicBezTo>
                  <a:cubicBezTo>
                    <a:pt x="0" y="90506"/>
                    <a:pt x="2880" y="44860"/>
                    <a:pt x="8291" y="0"/>
                  </a:cubicBezTo>
                  <a:lnTo>
                    <a:pt x="519563" y="62054"/>
                  </a:lnTo>
                  <a:cubicBezTo>
                    <a:pt x="516595" y="86579"/>
                    <a:pt x="514937" y="111453"/>
                    <a:pt x="514937" y="136763"/>
                  </a:cubicBezTo>
                  <a:cubicBezTo>
                    <a:pt x="514937" y="214179"/>
                    <a:pt x="529250" y="288190"/>
                    <a:pt x="555172" y="356528"/>
                  </a:cubicBezTo>
                  <a:close/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72897083-302F-F6A9-FAD6-1DD5D4655EE6}"/>
                </a:ext>
              </a:extLst>
            </p:cNvPr>
            <p:cNvSpPr/>
            <p:nvPr/>
          </p:nvSpPr>
          <p:spPr>
            <a:xfrm>
              <a:off x="1797917" y="2935405"/>
              <a:ext cx="555172" cy="539113"/>
            </a:xfrm>
            <a:custGeom>
              <a:avLst/>
              <a:gdLst/>
              <a:ahLst/>
              <a:cxnLst/>
              <a:rect l="0" t="0" r="0" b="0"/>
              <a:pathLst>
                <a:path w="555172" h="539113">
                  <a:moveTo>
                    <a:pt x="555172" y="356528"/>
                  </a:moveTo>
                  <a:lnTo>
                    <a:pt x="73749" y="539113"/>
                  </a:lnTo>
                  <a:cubicBezTo>
                    <a:pt x="26183" y="413957"/>
                    <a:pt x="0" y="278415"/>
                    <a:pt x="0" y="136763"/>
                  </a:cubicBezTo>
                  <a:cubicBezTo>
                    <a:pt x="0" y="90506"/>
                    <a:pt x="2880" y="44860"/>
                    <a:pt x="8291" y="0"/>
                  </a:cubicBezTo>
                  <a:lnTo>
                    <a:pt x="519563" y="62054"/>
                  </a:lnTo>
                  <a:cubicBezTo>
                    <a:pt x="516595" y="86579"/>
                    <a:pt x="514937" y="111453"/>
                    <a:pt x="514937" y="136763"/>
                  </a:cubicBezTo>
                  <a:cubicBezTo>
                    <a:pt x="514937" y="214179"/>
                    <a:pt x="529250" y="288190"/>
                    <a:pt x="555172" y="356528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092883D-4155-25AF-93A9-40CDED0995AC}"/>
              </a:ext>
            </a:extLst>
          </p:cNvPr>
          <p:cNvGrpSpPr/>
          <p:nvPr/>
        </p:nvGrpSpPr>
        <p:grpSpPr>
          <a:xfrm>
            <a:off x="4959037" y="2874785"/>
            <a:ext cx="616441" cy="569573"/>
            <a:chOff x="1806208" y="2427883"/>
            <a:chExt cx="616441" cy="569573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C7E1943F-58C4-BD16-4EFE-56E7070C5C36}"/>
                </a:ext>
              </a:extLst>
            </p:cNvPr>
            <p:cNvSpPr/>
            <p:nvPr/>
          </p:nvSpPr>
          <p:spPr>
            <a:xfrm>
              <a:off x="1806208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292292"/>
                  </a:moveTo>
                  <a:cubicBezTo>
                    <a:pt x="560670" y="372936"/>
                    <a:pt x="523577" y="467458"/>
                    <a:pt x="511271" y="569573"/>
                  </a:cubicBezTo>
                  <a:lnTo>
                    <a:pt x="0" y="507518"/>
                  </a:lnTo>
                  <a:cubicBezTo>
                    <a:pt x="22517" y="320657"/>
                    <a:pt x="90681" y="147673"/>
                    <a:pt x="192970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3DCE578C-1AF8-284B-05CF-9A82DFCE2E8E}"/>
                </a:ext>
              </a:extLst>
            </p:cNvPr>
            <p:cNvSpPr/>
            <p:nvPr/>
          </p:nvSpPr>
          <p:spPr>
            <a:xfrm>
              <a:off x="1806208" y="2427883"/>
              <a:ext cx="616441" cy="569573"/>
            </a:xfrm>
            <a:custGeom>
              <a:avLst/>
              <a:gdLst/>
              <a:ahLst/>
              <a:cxnLst/>
              <a:rect l="0" t="0" r="0" b="0"/>
              <a:pathLst>
                <a:path w="616441" h="569573">
                  <a:moveTo>
                    <a:pt x="616441" y="292292"/>
                  </a:moveTo>
                  <a:cubicBezTo>
                    <a:pt x="560670" y="372936"/>
                    <a:pt x="523577" y="467458"/>
                    <a:pt x="511271" y="569573"/>
                  </a:cubicBezTo>
                  <a:lnTo>
                    <a:pt x="0" y="507518"/>
                  </a:lnTo>
                  <a:cubicBezTo>
                    <a:pt x="22517" y="320657"/>
                    <a:pt x="90681" y="147673"/>
                    <a:pt x="192970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B07860E-BAB8-5C8C-F1DE-C0D55F443A7E}"/>
              </a:ext>
            </a:extLst>
          </p:cNvPr>
          <p:cNvGrpSpPr/>
          <p:nvPr/>
        </p:nvGrpSpPr>
        <p:grpSpPr>
          <a:xfrm>
            <a:off x="5152008" y="2514594"/>
            <a:ext cx="645417" cy="652486"/>
            <a:chOff x="1999179" y="2067693"/>
            <a:chExt cx="645417" cy="652486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6BD9B7FD-A223-3D8C-E1EB-632DAC912346}"/>
                </a:ext>
              </a:extLst>
            </p:cNvPr>
            <p:cNvSpPr/>
            <p:nvPr/>
          </p:nvSpPr>
          <p:spPr>
            <a:xfrm>
              <a:off x="1999179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455850"/>
                  </a:moveTo>
                  <a:cubicBezTo>
                    <a:pt x="556481" y="502631"/>
                    <a:pt x="480288" y="570358"/>
                    <a:pt x="423470" y="652486"/>
                  </a:cubicBezTo>
                  <a:lnTo>
                    <a:pt x="0" y="360194"/>
                  </a:lnTo>
                  <a:cubicBezTo>
                    <a:pt x="104034" y="209815"/>
                    <a:pt x="243504" y="85793"/>
                    <a:pt x="406189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52E04D3E-2DF2-5CCF-C58D-19F29794BCFC}"/>
                </a:ext>
              </a:extLst>
            </p:cNvPr>
            <p:cNvSpPr/>
            <p:nvPr/>
          </p:nvSpPr>
          <p:spPr>
            <a:xfrm>
              <a:off x="1999179" y="2067693"/>
              <a:ext cx="645417" cy="652486"/>
            </a:xfrm>
            <a:custGeom>
              <a:avLst/>
              <a:gdLst/>
              <a:ahLst/>
              <a:cxnLst/>
              <a:rect l="0" t="0" r="0" b="0"/>
              <a:pathLst>
                <a:path w="645417" h="652486">
                  <a:moveTo>
                    <a:pt x="645417" y="455850"/>
                  </a:moveTo>
                  <a:cubicBezTo>
                    <a:pt x="556481" y="502631"/>
                    <a:pt x="480288" y="570358"/>
                    <a:pt x="423470" y="652486"/>
                  </a:cubicBezTo>
                  <a:lnTo>
                    <a:pt x="0" y="360194"/>
                  </a:lnTo>
                  <a:cubicBezTo>
                    <a:pt x="104034" y="209815"/>
                    <a:pt x="243504" y="85793"/>
                    <a:pt x="406189" y="0"/>
                  </a:cubicBezTo>
                  <a:close/>
                </a:path>
              </a:pathLst>
            </a:custGeom>
            <a:no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7150166-8DA8-1D37-D773-339E3807781A}"/>
              </a:ext>
            </a:extLst>
          </p:cNvPr>
          <p:cNvGrpSpPr/>
          <p:nvPr/>
        </p:nvGrpSpPr>
        <p:grpSpPr>
          <a:xfrm>
            <a:off x="3202342" y="427926"/>
            <a:ext cx="6080221" cy="879545"/>
            <a:chOff x="890230" y="402243"/>
            <a:chExt cx="3770389" cy="487987"/>
          </a:xfrm>
          <a:solidFill>
            <a:schemeClr val="accent2"/>
          </a:solidFill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CF0A48B-CBB9-B87F-E738-204BCD2DDEFA}"/>
                </a:ext>
              </a:extLst>
            </p:cNvPr>
            <p:cNvSpPr/>
            <p:nvPr/>
          </p:nvSpPr>
          <p:spPr>
            <a:xfrm>
              <a:off x="890230" y="418932"/>
              <a:ext cx="3770389" cy="471298"/>
            </a:xfrm>
            <a:custGeom>
              <a:avLst/>
              <a:gdLst/>
              <a:ahLst/>
              <a:cxnLst/>
              <a:rect l="0" t="0" r="0" b="0"/>
              <a:pathLst>
                <a:path w="3770389" h="471298">
                  <a:moveTo>
                    <a:pt x="104733" y="0"/>
                  </a:moveTo>
                  <a:lnTo>
                    <a:pt x="3665656" y="0"/>
                  </a:lnTo>
                  <a:cubicBezTo>
                    <a:pt x="3665656" y="0"/>
                    <a:pt x="3770389" y="0"/>
                    <a:pt x="3770389" y="104733"/>
                  </a:cubicBezTo>
                  <a:lnTo>
                    <a:pt x="3770389" y="366565"/>
                  </a:lnTo>
                  <a:cubicBezTo>
                    <a:pt x="3770389" y="366565"/>
                    <a:pt x="3770389" y="471298"/>
                    <a:pt x="3665656" y="471298"/>
                  </a:cubicBezTo>
                  <a:lnTo>
                    <a:pt x="104733" y="471298"/>
                  </a:lnTo>
                  <a:cubicBezTo>
                    <a:pt x="104733" y="471298"/>
                    <a:pt x="0" y="471298"/>
                    <a:pt x="0" y="366565"/>
                  </a:cubicBezTo>
                  <a:lnTo>
                    <a:pt x="0" y="104733"/>
                  </a:lnTo>
                  <a:cubicBezTo>
                    <a:pt x="0" y="104733"/>
                    <a:pt x="0" y="0"/>
                    <a:pt x="104733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BA83EFB7-B17B-33DE-67F2-1ACC63722775}"/>
                </a:ext>
              </a:extLst>
            </p:cNvPr>
            <p:cNvSpPr/>
            <p:nvPr/>
          </p:nvSpPr>
          <p:spPr>
            <a:xfrm>
              <a:off x="890230" y="402243"/>
              <a:ext cx="3770389" cy="471298"/>
            </a:xfrm>
            <a:custGeom>
              <a:avLst/>
              <a:gdLst/>
              <a:ahLst/>
              <a:cxnLst/>
              <a:rect l="0" t="0" r="0" b="0"/>
              <a:pathLst>
                <a:path w="3770389" h="471298">
                  <a:moveTo>
                    <a:pt x="104733" y="0"/>
                  </a:moveTo>
                  <a:lnTo>
                    <a:pt x="3665656" y="0"/>
                  </a:lnTo>
                  <a:cubicBezTo>
                    <a:pt x="3665656" y="0"/>
                    <a:pt x="3770389" y="0"/>
                    <a:pt x="3770389" y="104733"/>
                  </a:cubicBezTo>
                  <a:lnTo>
                    <a:pt x="3770389" y="366565"/>
                  </a:lnTo>
                  <a:cubicBezTo>
                    <a:pt x="3770389" y="366565"/>
                    <a:pt x="3770389" y="471298"/>
                    <a:pt x="3665656" y="471298"/>
                  </a:cubicBezTo>
                  <a:lnTo>
                    <a:pt x="104733" y="471298"/>
                  </a:lnTo>
                  <a:cubicBezTo>
                    <a:pt x="104733" y="471298"/>
                    <a:pt x="0" y="471298"/>
                    <a:pt x="0" y="366565"/>
                  </a:cubicBezTo>
                  <a:lnTo>
                    <a:pt x="0" y="104733"/>
                  </a:lnTo>
                  <a:cubicBezTo>
                    <a:pt x="0" y="104733"/>
                    <a:pt x="0" y="0"/>
                    <a:pt x="104733" y="0"/>
                  </a:cubicBezTo>
                </a:path>
              </a:pathLst>
            </a:custGeom>
            <a:grpFill/>
            <a:ln w="130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45689D5-DCA5-BD7E-A340-96A3DB575FC2}"/>
              </a:ext>
            </a:extLst>
          </p:cNvPr>
          <p:cNvSpPr/>
          <p:nvPr/>
        </p:nvSpPr>
        <p:spPr>
          <a:xfrm>
            <a:off x="5777698" y="3179612"/>
            <a:ext cx="615308" cy="636096"/>
          </a:xfrm>
          <a:custGeom>
            <a:avLst/>
            <a:gdLst/>
            <a:ahLst/>
            <a:cxnLst/>
            <a:rect l="0" t="0" r="0" b="0"/>
            <a:pathLst>
              <a:path w="615308" h="636096">
                <a:moveTo>
                  <a:pt x="214887" y="107691"/>
                </a:moveTo>
                <a:cubicBezTo>
                  <a:pt x="204663" y="117922"/>
                  <a:pt x="188081" y="117928"/>
                  <a:pt x="177850" y="107704"/>
                </a:cubicBezTo>
                <a:cubicBezTo>
                  <a:pt x="167619" y="97481"/>
                  <a:pt x="167614" y="80899"/>
                  <a:pt x="177837" y="70668"/>
                </a:cubicBezTo>
                <a:cubicBezTo>
                  <a:pt x="248532" y="0"/>
                  <a:pt x="364315" y="549"/>
                  <a:pt x="437052" y="70275"/>
                </a:cubicBezTo>
                <a:cubicBezTo>
                  <a:pt x="447492" y="80282"/>
                  <a:pt x="447844" y="96858"/>
                  <a:pt x="437837" y="107298"/>
                </a:cubicBezTo>
                <a:cubicBezTo>
                  <a:pt x="427830" y="117739"/>
                  <a:pt x="411255" y="118091"/>
                  <a:pt x="400814" y="108084"/>
                </a:cubicBezTo>
                <a:cubicBezTo>
                  <a:pt x="347898" y="57341"/>
                  <a:pt x="264661" y="57891"/>
                  <a:pt x="214887" y="107691"/>
                </a:cubicBezTo>
                <a:close/>
                <a:moveTo>
                  <a:pt x="1" y="99784"/>
                </a:moveTo>
                <a:cubicBezTo>
                  <a:pt x="1" y="92554"/>
                  <a:pt x="5862" y="86692"/>
                  <a:pt x="13092" y="86692"/>
                </a:cubicBezTo>
                <a:lnTo>
                  <a:pt x="107352" y="86692"/>
                </a:lnTo>
                <a:cubicBezTo>
                  <a:pt x="114582" y="86692"/>
                  <a:pt x="120444" y="92554"/>
                  <a:pt x="120444" y="99784"/>
                </a:cubicBezTo>
                <a:lnTo>
                  <a:pt x="120444" y="191268"/>
                </a:lnTo>
                <a:lnTo>
                  <a:pt x="157729" y="250914"/>
                </a:lnTo>
                <a:cubicBezTo>
                  <a:pt x="169249" y="269347"/>
                  <a:pt x="169773" y="292964"/>
                  <a:pt x="159666" y="311449"/>
                </a:cubicBezTo>
                <a:lnTo>
                  <a:pt x="202581" y="377065"/>
                </a:lnTo>
                <a:cubicBezTo>
                  <a:pt x="207866" y="384895"/>
                  <a:pt x="208523" y="394966"/>
                  <a:pt x="204301" y="403417"/>
                </a:cubicBezTo>
                <a:cubicBezTo>
                  <a:pt x="200078" y="411868"/>
                  <a:pt x="191630" y="417389"/>
                  <a:pt x="182195" y="417864"/>
                </a:cubicBezTo>
                <a:cubicBezTo>
                  <a:pt x="172759" y="418339"/>
                  <a:pt x="163800" y="413694"/>
                  <a:pt x="158750" y="405709"/>
                </a:cubicBezTo>
                <a:lnTo>
                  <a:pt x="116385" y="340932"/>
                </a:lnTo>
                <a:cubicBezTo>
                  <a:pt x="109069" y="341787"/>
                  <a:pt x="101658" y="341344"/>
                  <a:pt x="94496" y="339623"/>
                </a:cubicBezTo>
                <a:cubicBezTo>
                  <a:pt x="79284" y="335957"/>
                  <a:pt x="64333" y="326426"/>
                  <a:pt x="56583" y="311240"/>
                </a:cubicBezTo>
                <a:lnTo>
                  <a:pt x="1781" y="217321"/>
                </a:lnTo>
                <a:cubicBezTo>
                  <a:pt x="614" y="215318"/>
                  <a:pt x="0" y="213041"/>
                  <a:pt x="1" y="210722"/>
                </a:cubicBezTo>
                <a:close/>
                <a:moveTo>
                  <a:pt x="477845" y="452813"/>
                </a:moveTo>
                <a:cubicBezTo>
                  <a:pt x="513873" y="452813"/>
                  <a:pt x="543303" y="482243"/>
                  <a:pt x="543303" y="518271"/>
                </a:cubicBezTo>
                <a:lnTo>
                  <a:pt x="543303" y="583729"/>
                </a:lnTo>
                <a:lnTo>
                  <a:pt x="582578" y="583729"/>
                </a:lnTo>
                <a:cubicBezTo>
                  <a:pt x="597039" y="583729"/>
                  <a:pt x="608761" y="595452"/>
                  <a:pt x="608761" y="609912"/>
                </a:cubicBezTo>
                <a:cubicBezTo>
                  <a:pt x="608761" y="624373"/>
                  <a:pt x="597039" y="636096"/>
                  <a:pt x="582578" y="636096"/>
                </a:cubicBezTo>
                <a:lnTo>
                  <a:pt x="32730" y="636096"/>
                </a:lnTo>
                <a:cubicBezTo>
                  <a:pt x="18269" y="636096"/>
                  <a:pt x="6546" y="624373"/>
                  <a:pt x="6546" y="609912"/>
                </a:cubicBezTo>
                <a:cubicBezTo>
                  <a:pt x="6546" y="595452"/>
                  <a:pt x="18269" y="583729"/>
                  <a:pt x="32730" y="583729"/>
                </a:cubicBezTo>
                <a:lnTo>
                  <a:pt x="96486" y="583729"/>
                </a:lnTo>
                <a:cubicBezTo>
                  <a:pt x="71429" y="565897"/>
                  <a:pt x="60775" y="533911"/>
                  <a:pt x="70135" y="504615"/>
                </a:cubicBezTo>
                <a:cubicBezTo>
                  <a:pt x="79495" y="475319"/>
                  <a:pt x="106721" y="455436"/>
                  <a:pt x="137476" y="455436"/>
                </a:cubicBezTo>
                <a:cubicBezTo>
                  <a:pt x="168231" y="455436"/>
                  <a:pt x="195457" y="475319"/>
                  <a:pt x="204817" y="504615"/>
                </a:cubicBezTo>
                <a:cubicBezTo>
                  <a:pt x="214177" y="533911"/>
                  <a:pt x="203523" y="565897"/>
                  <a:pt x="178466" y="583729"/>
                </a:cubicBezTo>
                <a:lnTo>
                  <a:pt x="242196" y="583729"/>
                </a:lnTo>
                <a:lnTo>
                  <a:pt x="242196" y="465904"/>
                </a:lnTo>
                <a:cubicBezTo>
                  <a:pt x="242196" y="458674"/>
                  <a:pt x="248057" y="452813"/>
                  <a:pt x="255287" y="452813"/>
                </a:cubicBezTo>
                <a:close/>
                <a:moveTo>
                  <a:pt x="602216" y="86692"/>
                </a:moveTo>
                <a:cubicBezTo>
                  <a:pt x="609446" y="86692"/>
                  <a:pt x="615307" y="92554"/>
                  <a:pt x="615307" y="99784"/>
                </a:cubicBezTo>
                <a:lnTo>
                  <a:pt x="615307" y="210722"/>
                </a:lnTo>
                <a:cubicBezTo>
                  <a:pt x="615308" y="213041"/>
                  <a:pt x="614694" y="215318"/>
                  <a:pt x="613527" y="217321"/>
                </a:cubicBezTo>
                <a:lnTo>
                  <a:pt x="558725" y="311240"/>
                </a:lnTo>
                <a:cubicBezTo>
                  <a:pt x="550975" y="326426"/>
                  <a:pt x="536024" y="335957"/>
                  <a:pt x="520812" y="339596"/>
                </a:cubicBezTo>
                <a:cubicBezTo>
                  <a:pt x="513651" y="341326"/>
                  <a:pt x="506241" y="341779"/>
                  <a:pt x="498923" y="340932"/>
                </a:cubicBezTo>
                <a:lnTo>
                  <a:pt x="456558" y="405709"/>
                </a:lnTo>
                <a:cubicBezTo>
                  <a:pt x="448553" y="417569"/>
                  <a:pt x="432510" y="420806"/>
                  <a:pt x="420532" y="412978"/>
                </a:cubicBezTo>
                <a:cubicBezTo>
                  <a:pt x="408555" y="405151"/>
                  <a:pt x="405079" y="389157"/>
                  <a:pt x="412727" y="377065"/>
                </a:cubicBezTo>
                <a:lnTo>
                  <a:pt x="455642" y="311449"/>
                </a:lnTo>
                <a:cubicBezTo>
                  <a:pt x="445432" y="292372"/>
                  <a:pt x="446171" y="269299"/>
                  <a:pt x="457579" y="250914"/>
                </a:cubicBezTo>
                <a:lnTo>
                  <a:pt x="494864" y="191268"/>
                </a:lnTo>
                <a:lnTo>
                  <a:pt x="494864" y="99784"/>
                </a:lnTo>
                <a:cubicBezTo>
                  <a:pt x="494864" y="92554"/>
                  <a:pt x="500726" y="86692"/>
                  <a:pt x="507956" y="86692"/>
                </a:cubicBezTo>
                <a:close/>
                <a:moveTo>
                  <a:pt x="281942" y="210094"/>
                </a:moveTo>
                <a:cubicBezTo>
                  <a:pt x="288731" y="203194"/>
                  <a:pt x="297974" y="199259"/>
                  <a:pt x="307654" y="199149"/>
                </a:cubicBezTo>
                <a:cubicBezTo>
                  <a:pt x="317333" y="199260"/>
                  <a:pt x="326577" y="203194"/>
                  <a:pt x="333366" y="210094"/>
                </a:cubicBezTo>
                <a:cubicBezTo>
                  <a:pt x="340266" y="216883"/>
                  <a:pt x="344200" y="226126"/>
                  <a:pt x="344311" y="235806"/>
                </a:cubicBezTo>
                <a:cubicBezTo>
                  <a:pt x="344200" y="245485"/>
                  <a:pt x="340266" y="254729"/>
                  <a:pt x="333366" y="261518"/>
                </a:cubicBezTo>
                <a:cubicBezTo>
                  <a:pt x="326577" y="268418"/>
                  <a:pt x="317334" y="272352"/>
                  <a:pt x="307654" y="272463"/>
                </a:cubicBezTo>
                <a:cubicBezTo>
                  <a:pt x="297974" y="272352"/>
                  <a:pt x="288731" y="268418"/>
                  <a:pt x="281942" y="261518"/>
                </a:cubicBezTo>
                <a:cubicBezTo>
                  <a:pt x="275042" y="254729"/>
                  <a:pt x="271107" y="245486"/>
                  <a:pt x="270997" y="235806"/>
                </a:cubicBezTo>
                <a:cubicBezTo>
                  <a:pt x="271107" y="226126"/>
                  <a:pt x="275042" y="216883"/>
                  <a:pt x="281942" y="210094"/>
                </a:cubicBezTo>
                <a:close/>
                <a:moveTo>
                  <a:pt x="343342" y="174930"/>
                </a:moveTo>
                <a:cubicBezTo>
                  <a:pt x="325354" y="155292"/>
                  <a:pt x="292860" y="154088"/>
                  <a:pt x="271181" y="175768"/>
                </a:cubicBezTo>
                <a:cubicBezTo>
                  <a:pt x="260950" y="185991"/>
                  <a:pt x="244368" y="185986"/>
                  <a:pt x="234144" y="175755"/>
                </a:cubicBezTo>
                <a:cubicBezTo>
                  <a:pt x="223921" y="165524"/>
                  <a:pt x="223927" y="148942"/>
                  <a:pt x="234158" y="138718"/>
                </a:cubicBezTo>
                <a:cubicBezTo>
                  <a:pt x="275344" y="97532"/>
                  <a:pt x="342347" y="96302"/>
                  <a:pt x="381936" y="139504"/>
                </a:cubicBezTo>
                <a:cubicBezTo>
                  <a:pt x="391711" y="150161"/>
                  <a:pt x="390996" y="166725"/>
                  <a:pt x="380339" y="176501"/>
                </a:cubicBezTo>
                <a:cubicBezTo>
                  <a:pt x="369681" y="186276"/>
                  <a:pt x="353117" y="185561"/>
                  <a:pt x="343342" y="17490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47A6D0F-7BE2-CF24-F922-0E6E1C736B00}"/>
              </a:ext>
            </a:extLst>
          </p:cNvPr>
          <p:cNvSpPr/>
          <p:nvPr/>
        </p:nvSpPr>
        <p:spPr>
          <a:xfrm>
            <a:off x="7084454" y="2358764"/>
            <a:ext cx="308753" cy="312575"/>
          </a:xfrm>
          <a:custGeom>
            <a:avLst/>
            <a:gdLst/>
            <a:ahLst/>
            <a:cxnLst/>
            <a:rect l="0" t="0" r="0" b="0"/>
            <a:pathLst>
              <a:path w="308753" h="312575">
                <a:moveTo>
                  <a:pt x="126190" y="20370"/>
                </a:moveTo>
                <a:cubicBezTo>
                  <a:pt x="125993" y="20566"/>
                  <a:pt x="125470" y="21221"/>
                  <a:pt x="125470" y="22923"/>
                </a:cubicBezTo>
                <a:lnTo>
                  <a:pt x="125470" y="75368"/>
                </a:lnTo>
                <a:cubicBezTo>
                  <a:pt x="121007" y="68509"/>
                  <a:pt x="113894" y="63814"/>
                  <a:pt x="105832" y="62407"/>
                </a:cubicBezTo>
                <a:lnTo>
                  <a:pt x="105832" y="22910"/>
                </a:lnTo>
                <a:cubicBezTo>
                  <a:pt x="105832" y="16757"/>
                  <a:pt x="107927" y="10852"/>
                  <a:pt x="112313" y="6467"/>
                </a:cubicBezTo>
                <a:cubicBezTo>
                  <a:pt x="116685" y="2094"/>
                  <a:pt x="122590" y="0"/>
                  <a:pt x="128743" y="0"/>
                </a:cubicBezTo>
                <a:lnTo>
                  <a:pt x="254422" y="0"/>
                </a:lnTo>
                <a:cubicBezTo>
                  <a:pt x="257106" y="0"/>
                  <a:pt x="259829" y="615"/>
                  <a:pt x="261950" y="1309"/>
                </a:cubicBezTo>
                <a:cubicBezTo>
                  <a:pt x="263626" y="1872"/>
                  <a:pt x="266493" y="2997"/>
                  <a:pt x="268784" y="5066"/>
                </a:cubicBezTo>
                <a:lnTo>
                  <a:pt x="299981" y="31066"/>
                </a:lnTo>
                <a:cubicBezTo>
                  <a:pt x="300217" y="31262"/>
                  <a:pt x="300426" y="31459"/>
                  <a:pt x="300636" y="31668"/>
                </a:cubicBezTo>
                <a:cubicBezTo>
                  <a:pt x="303896" y="34928"/>
                  <a:pt x="308753" y="41238"/>
                  <a:pt x="308753" y="49080"/>
                </a:cubicBezTo>
                <a:lnTo>
                  <a:pt x="308753" y="212725"/>
                </a:lnTo>
                <a:cubicBezTo>
                  <a:pt x="308753" y="218878"/>
                  <a:pt x="306658" y="224783"/>
                  <a:pt x="302272" y="229168"/>
                </a:cubicBezTo>
                <a:cubicBezTo>
                  <a:pt x="297900" y="233541"/>
                  <a:pt x="291995" y="235649"/>
                  <a:pt x="285842" y="235649"/>
                </a:cubicBezTo>
                <a:lnTo>
                  <a:pt x="144060" y="235649"/>
                </a:lnTo>
                <a:cubicBezTo>
                  <a:pt x="149375" y="229810"/>
                  <a:pt x="153879" y="223212"/>
                  <a:pt x="157400" y="216011"/>
                </a:cubicBezTo>
                <a:lnTo>
                  <a:pt x="285842" y="216011"/>
                </a:lnTo>
                <a:cubicBezTo>
                  <a:pt x="287544" y="216011"/>
                  <a:pt x="288199" y="215488"/>
                  <a:pt x="288395" y="215278"/>
                </a:cubicBezTo>
                <a:cubicBezTo>
                  <a:pt x="288591" y="215082"/>
                  <a:pt x="289115" y="214427"/>
                  <a:pt x="289115" y="212738"/>
                </a:cubicBezTo>
                <a:lnTo>
                  <a:pt x="289115" y="49132"/>
                </a:lnTo>
                <a:cubicBezTo>
                  <a:pt x="289032" y="48753"/>
                  <a:pt x="288886" y="48390"/>
                  <a:pt x="288683" y="48059"/>
                </a:cubicBezTo>
                <a:cubicBezTo>
                  <a:pt x="288223" y="47251"/>
                  <a:pt x="287665" y="46504"/>
                  <a:pt x="287020" y="45833"/>
                </a:cubicBezTo>
                <a:lnTo>
                  <a:pt x="256124" y="20095"/>
                </a:lnTo>
                <a:cubicBezTo>
                  <a:pt x="255580" y="19868"/>
                  <a:pt x="255007" y="19714"/>
                  <a:pt x="254422" y="19637"/>
                </a:cubicBezTo>
                <a:lnTo>
                  <a:pt x="254383" y="19637"/>
                </a:lnTo>
                <a:lnTo>
                  <a:pt x="128743" y="19637"/>
                </a:lnTo>
                <a:cubicBezTo>
                  <a:pt x="127041" y="19637"/>
                  <a:pt x="126386" y="20161"/>
                  <a:pt x="126190" y="20357"/>
                </a:cubicBezTo>
                <a:close/>
                <a:moveTo>
                  <a:pt x="203169" y="114630"/>
                </a:moveTo>
                <a:cubicBezTo>
                  <a:pt x="201790" y="117909"/>
                  <a:pt x="198746" y="120187"/>
                  <a:pt x="195211" y="120583"/>
                </a:cubicBezTo>
                <a:cubicBezTo>
                  <a:pt x="191676" y="120980"/>
                  <a:pt x="188203" y="119434"/>
                  <a:pt x="186133" y="116541"/>
                </a:cubicBezTo>
                <a:cubicBezTo>
                  <a:pt x="184062" y="113649"/>
                  <a:pt x="183718" y="109862"/>
                  <a:pt x="185233" y="106644"/>
                </a:cubicBezTo>
                <a:lnTo>
                  <a:pt x="211416" y="47732"/>
                </a:lnTo>
                <a:cubicBezTo>
                  <a:pt x="213692" y="42898"/>
                  <a:pt x="219413" y="40771"/>
                  <a:pt x="224294" y="42944"/>
                </a:cubicBezTo>
                <a:cubicBezTo>
                  <a:pt x="229174" y="45117"/>
                  <a:pt x="231421" y="50793"/>
                  <a:pt x="229352" y="55717"/>
                </a:cubicBezTo>
                <a:close/>
                <a:moveTo>
                  <a:pt x="174956" y="57865"/>
                </a:moveTo>
                <a:cubicBezTo>
                  <a:pt x="178785" y="61698"/>
                  <a:pt x="178785" y="67908"/>
                  <a:pt x="174956" y="71742"/>
                </a:cubicBezTo>
                <a:lnTo>
                  <a:pt x="162257" y="84441"/>
                </a:lnTo>
                <a:lnTo>
                  <a:pt x="174956" y="97139"/>
                </a:lnTo>
                <a:cubicBezTo>
                  <a:pt x="178561" y="101008"/>
                  <a:pt x="178455" y="107037"/>
                  <a:pt x="174716" y="110776"/>
                </a:cubicBezTo>
                <a:cubicBezTo>
                  <a:pt x="170976" y="114515"/>
                  <a:pt x="164948" y="114622"/>
                  <a:pt x="161079" y="111017"/>
                </a:cubicBezTo>
                <a:lnTo>
                  <a:pt x="141441" y="91379"/>
                </a:lnTo>
                <a:cubicBezTo>
                  <a:pt x="137613" y="87546"/>
                  <a:pt x="137613" y="81336"/>
                  <a:pt x="141441" y="77502"/>
                </a:cubicBezTo>
                <a:lnTo>
                  <a:pt x="161079" y="57865"/>
                </a:lnTo>
                <a:cubicBezTo>
                  <a:pt x="164912" y="54036"/>
                  <a:pt x="171123" y="54036"/>
                  <a:pt x="174956" y="57865"/>
                </a:cubicBezTo>
                <a:close/>
                <a:moveTo>
                  <a:pt x="239629" y="57865"/>
                </a:moveTo>
                <a:cubicBezTo>
                  <a:pt x="243462" y="54036"/>
                  <a:pt x="249672" y="54036"/>
                  <a:pt x="253506" y="57865"/>
                </a:cubicBezTo>
                <a:lnTo>
                  <a:pt x="273143" y="77502"/>
                </a:lnTo>
                <a:cubicBezTo>
                  <a:pt x="276972" y="81335"/>
                  <a:pt x="276972" y="87546"/>
                  <a:pt x="273143" y="91379"/>
                </a:cubicBezTo>
                <a:lnTo>
                  <a:pt x="253506" y="111017"/>
                </a:lnTo>
                <a:cubicBezTo>
                  <a:pt x="249637" y="114621"/>
                  <a:pt x="243608" y="114515"/>
                  <a:pt x="239869" y="110776"/>
                </a:cubicBezTo>
                <a:cubicBezTo>
                  <a:pt x="236130" y="107037"/>
                  <a:pt x="236024" y="101008"/>
                  <a:pt x="239629" y="97139"/>
                </a:cubicBezTo>
                <a:lnTo>
                  <a:pt x="252327" y="84441"/>
                </a:lnTo>
                <a:lnTo>
                  <a:pt x="239629" y="71742"/>
                </a:lnTo>
                <a:cubicBezTo>
                  <a:pt x="235800" y="67908"/>
                  <a:pt x="235800" y="61698"/>
                  <a:pt x="239629" y="57865"/>
                </a:cubicBezTo>
                <a:close/>
                <a:moveTo>
                  <a:pt x="161956" y="312562"/>
                </a:moveTo>
                <a:lnTo>
                  <a:pt x="3063" y="312562"/>
                </a:lnTo>
                <a:cubicBezTo>
                  <a:pt x="14322" y="280043"/>
                  <a:pt x="46854" y="256268"/>
                  <a:pt x="83144" y="256268"/>
                </a:cubicBezTo>
                <a:cubicBezTo>
                  <a:pt x="119421" y="256268"/>
                  <a:pt x="150697" y="280043"/>
                  <a:pt x="161956" y="312575"/>
                </a:cubicBezTo>
                <a:close/>
                <a:moveTo>
                  <a:pt x="81901" y="243150"/>
                </a:moveTo>
                <a:cubicBezTo>
                  <a:pt x="51947" y="243150"/>
                  <a:pt x="27086" y="222204"/>
                  <a:pt x="19702" y="194633"/>
                </a:cubicBezTo>
                <a:lnTo>
                  <a:pt x="47457" y="194633"/>
                </a:lnTo>
                <a:cubicBezTo>
                  <a:pt x="53728" y="207842"/>
                  <a:pt x="66963" y="216967"/>
                  <a:pt x="81888" y="216967"/>
                </a:cubicBezTo>
                <a:cubicBezTo>
                  <a:pt x="97729" y="216967"/>
                  <a:pt x="110938" y="207960"/>
                  <a:pt x="116816" y="194633"/>
                </a:cubicBezTo>
                <a:lnTo>
                  <a:pt x="144374" y="194633"/>
                </a:lnTo>
                <a:cubicBezTo>
                  <a:pt x="137449" y="222780"/>
                  <a:pt x="112417" y="243150"/>
                  <a:pt x="81901" y="243150"/>
                </a:cubicBezTo>
                <a:close/>
                <a:moveTo>
                  <a:pt x="90960" y="91340"/>
                </a:moveTo>
                <a:lnTo>
                  <a:pt x="90960" y="122393"/>
                </a:lnTo>
                <a:cubicBezTo>
                  <a:pt x="90960" y="127816"/>
                  <a:pt x="95356" y="132212"/>
                  <a:pt x="100779" y="132212"/>
                </a:cubicBezTo>
                <a:cubicBezTo>
                  <a:pt x="106202" y="132212"/>
                  <a:pt x="110598" y="127816"/>
                  <a:pt x="110598" y="122393"/>
                </a:cubicBezTo>
                <a:lnTo>
                  <a:pt x="110598" y="102075"/>
                </a:lnTo>
                <a:cubicBezTo>
                  <a:pt x="129733" y="112100"/>
                  <a:pt x="142065" y="131574"/>
                  <a:pt x="142947" y="153158"/>
                </a:cubicBezTo>
                <a:lnTo>
                  <a:pt x="150710" y="153158"/>
                </a:lnTo>
                <a:cubicBezTo>
                  <a:pt x="157941" y="153158"/>
                  <a:pt x="163802" y="159020"/>
                  <a:pt x="163802" y="166250"/>
                </a:cubicBezTo>
                <a:cubicBezTo>
                  <a:pt x="163802" y="173480"/>
                  <a:pt x="157941" y="179342"/>
                  <a:pt x="150710" y="179342"/>
                </a:cubicBezTo>
                <a:lnTo>
                  <a:pt x="13091" y="179342"/>
                </a:lnTo>
                <a:cubicBezTo>
                  <a:pt x="5861" y="179342"/>
                  <a:pt x="0" y="173480"/>
                  <a:pt x="0" y="166250"/>
                </a:cubicBezTo>
                <a:cubicBezTo>
                  <a:pt x="0" y="159020"/>
                  <a:pt x="5861" y="153158"/>
                  <a:pt x="13091" y="153158"/>
                </a:cubicBezTo>
                <a:lnTo>
                  <a:pt x="20868" y="153158"/>
                </a:lnTo>
                <a:cubicBezTo>
                  <a:pt x="22635" y="127080"/>
                  <a:pt x="40544" y="104850"/>
                  <a:pt x="64816" y="97611"/>
                </a:cubicBezTo>
                <a:lnTo>
                  <a:pt x="64816" y="92426"/>
                </a:lnTo>
                <a:cubicBezTo>
                  <a:pt x="64767" y="85375"/>
                  <a:pt x="70312" y="79552"/>
                  <a:pt x="77357" y="79256"/>
                </a:cubicBezTo>
                <a:cubicBezTo>
                  <a:pt x="84402" y="78960"/>
                  <a:pt x="90416" y="84296"/>
                  <a:pt x="90960" y="91327"/>
                </a:cubicBezTo>
                <a:close/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9ACB591-C841-93FF-3E55-762B8C48689E}"/>
              </a:ext>
            </a:extLst>
          </p:cNvPr>
          <p:cNvSpPr/>
          <p:nvPr/>
        </p:nvSpPr>
        <p:spPr>
          <a:xfrm>
            <a:off x="4783129" y="2367206"/>
            <a:ext cx="300321" cy="271889"/>
          </a:xfrm>
          <a:custGeom>
            <a:avLst/>
            <a:gdLst/>
            <a:ahLst/>
            <a:cxnLst/>
            <a:rect l="0" t="0" r="0" b="0"/>
            <a:pathLst>
              <a:path w="300321" h="271889">
                <a:moveTo>
                  <a:pt x="127237" y="44094"/>
                </a:moveTo>
                <a:cubicBezTo>
                  <a:pt x="127228" y="51994"/>
                  <a:pt x="128906" y="59805"/>
                  <a:pt x="132160" y="67004"/>
                </a:cubicBezTo>
                <a:lnTo>
                  <a:pt x="110506" y="67004"/>
                </a:lnTo>
                <a:cubicBezTo>
                  <a:pt x="103332" y="67004"/>
                  <a:pt x="96550" y="69243"/>
                  <a:pt x="90855" y="73040"/>
                </a:cubicBezTo>
                <a:cubicBezTo>
                  <a:pt x="75894" y="59304"/>
                  <a:pt x="73863" y="36430"/>
                  <a:pt x="86171" y="20273"/>
                </a:cubicBezTo>
                <a:cubicBezTo>
                  <a:pt x="98479" y="4116"/>
                  <a:pt x="121070" y="0"/>
                  <a:pt x="138286" y="10776"/>
                </a:cubicBezTo>
                <a:cubicBezTo>
                  <a:pt x="131335" y="20071"/>
                  <a:pt x="127224" y="31605"/>
                  <a:pt x="127224" y="44094"/>
                </a:cubicBezTo>
                <a:close/>
                <a:moveTo>
                  <a:pt x="218611" y="27686"/>
                </a:moveTo>
                <a:cubicBezTo>
                  <a:pt x="225022" y="41641"/>
                  <a:pt x="222718" y="58052"/>
                  <a:pt x="212712" y="69701"/>
                </a:cubicBezTo>
                <a:cubicBezTo>
                  <a:pt x="208615" y="67973"/>
                  <a:pt x="204163" y="67004"/>
                  <a:pt x="199516" y="67004"/>
                </a:cubicBezTo>
                <a:lnTo>
                  <a:pt x="150946" y="67004"/>
                </a:lnTo>
                <a:cubicBezTo>
                  <a:pt x="142354" y="55029"/>
                  <a:pt x="141185" y="39254"/>
                  <a:pt x="147917" y="26142"/>
                </a:cubicBezTo>
                <a:cubicBezTo>
                  <a:pt x="154649" y="13031"/>
                  <a:pt x="168151" y="4789"/>
                  <a:pt x="182890" y="4793"/>
                </a:cubicBezTo>
                <a:cubicBezTo>
                  <a:pt x="198247" y="4789"/>
                  <a:pt x="212199" y="13731"/>
                  <a:pt x="218611" y="27686"/>
                </a:cubicBezTo>
                <a:close/>
                <a:moveTo>
                  <a:pt x="253192" y="163228"/>
                </a:moveTo>
                <a:lnTo>
                  <a:pt x="295085" y="244396"/>
                </a:lnTo>
                <a:cubicBezTo>
                  <a:pt x="300321" y="253560"/>
                  <a:pt x="296394" y="265343"/>
                  <a:pt x="287230" y="269270"/>
                </a:cubicBezTo>
                <a:cubicBezTo>
                  <a:pt x="284612" y="270579"/>
                  <a:pt x="280684" y="271888"/>
                  <a:pt x="278066" y="271888"/>
                </a:cubicBezTo>
                <a:cubicBezTo>
                  <a:pt x="271520" y="271888"/>
                  <a:pt x="264974" y="267961"/>
                  <a:pt x="261047" y="261415"/>
                </a:cubicBezTo>
                <a:lnTo>
                  <a:pt x="228318" y="198575"/>
                </a:lnTo>
                <a:lnTo>
                  <a:pt x="199516" y="216904"/>
                </a:lnTo>
                <a:lnTo>
                  <a:pt x="182497" y="260106"/>
                </a:lnTo>
                <a:cubicBezTo>
                  <a:pt x="179878" y="266652"/>
                  <a:pt x="172024" y="271889"/>
                  <a:pt x="164169" y="271889"/>
                </a:cubicBezTo>
                <a:cubicBezTo>
                  <a:pt x="161550" y="271889"/>
                  <a:pt x="158932" y="271889"/>
                  <a:pt x="156314" y="270579"/>
                </a:cubicBezTo>
                <a:cubicBezTo>
                  <a:pt x="147149" y="266652"/>
                  <a:pt x="141913" y="256179"/>
                  <a:pt x="145840" y="245705"/>
                </a:cubicBezTo>
                <a:lnTo>
                  <a:pt x="165478" y="197266"/>
                </a:lnTo>
                <a:cubicBezTo>
                  <a:pt x="166787" y="193339"/>
                  <a:pt x="169405" y="190720"/>
                  <a:pt x="173333" y="188102"/>
                </a:cubicBezTo>
                <a:lnTo>
                  <a:pt x="209989" y="165846"/>
                </a:lnTo>
                <a:lnTo>
                  <a:pt x="187733" y="122644"/>
                </a:lnTo>
                <a:lnTo>
                  <a:pt x="110493" y="122644"/>
                </a:lnTo>
                <a:cubicBezTo>
                  <a:pt x="100020" y="122644"/>
                  <a:pt x="90855" y="113480"/>
                  <a:pt x="90855" y="103007"/>
                </a:cubicBezTo>
                <a:cubicBezTo>
                  <a:pt x="90855" y="92533"/>
                  <a:pt x="100020" y="83369"/>
                  <a:pt x="110493" y="83369"/>
                </a:cubicBezTo>
                <a:lnTo>
                  <a:pt x="199516" y="83369"/>
                </a:lnTo>
                <a:cubicBezTo>
                  <a:pt x="206062" y="83369"/>
                  <a:pt x="212608" y="87297"/>
                  <a:pt x="216535" y="93842"/>
                </a:cubicBezTo>
                <a:close/>
                <a:moveTo>
                  <a:pt x="110493" y="139008"/>
                </a:moveTo>
                <a:lnTo>
                  <a:pt x="162336" y="139008"/>
                </a:lnTo>
                <a:lnTo>
                  <a:pt x="160634" y="151445"/>
                </a:lnTo>
                <a:cubicBezTo>
                  <a:pt x="159325" y="159300"/>
                  <a:pt x="154088" y="165846"/>
                  <a:pt x="146233" y="167155"/>
                </a:cubicBezTo>
                <a:cubicBezTo>
                  <a:pt x="138378" y="169774"/>
                  <a:pt x="130523" y="167155"/>
                  <a:pt x="125286" y="160610"/>
                </a:cubicBezTo>
                <a:lnTo>
                  <a:pt x="105806" y="138681"/>
                </a:lnTo>
                <a:cubicBezTo>
                  <a:pt x="107351" y="138904"/>
                  <a:pt x="108909" y="139008"/>
                  <a:pt x="110493" y="139008"/>
                </a:cubicBezTo>
                <a:close/>
                <a:moveTo>
                  <a:pt x="130929" y="198575"/>
                </a:moveTo>
                <a:lnTo>
                  <a:pt x="139216" y="218488"/>
                </a:lnTo>
                <a:lnTo>
                  <a:pt x="130680" y="239565"/>
                </a:lnTo>
                <a:lnTo>
                  <a:pt x="130523" y="239958"/>
                </a:lnTo>
                <a:cubicBezTo>
                  <a:pt x="126470" y="250454"/>
                  <a:pt x="127626" y="262248"/>
                  <a:pt x="133639" y="271758"/>
                </a:cubicBezTo>
                <a:cubicBezTo>
                  <a:pt x="126674" y="270998"/>
                  <a:pt x="120154" y="267123"/>
                  <a:pt x="117824" y="260106"/>
                </a:cubicBezTo>
                <a:lnTo>
                  <a:pt x="100805" y="216904"/>
                </a:lnTo>
                <a:lnTo>
                  <a:pt x="72003" y="198575"/>
                </a:lnTo>
                <a:lnTo>
                  <a:pt x="39274" y="261415"/>
                </a:lnTo>
                <a:cubicBezTo>
                  <a:pt x="36656" y="267961"/>
                  <a:pt x="28801" y="271888"/>
                  <a:pt x="22255" y="271888"/>
                </a:cubicBezTo>
                <a:cubicBezTo>
                  <a:pt x="19637" y="271888"/>
                  <a:pt x="15709" y="270579"/>
                  <a:pt x="13091" y="269270"/>
                </a:cubicBezTo>
                <a:cubicBezTo>
                  <a:pt x="3927" y="264034"/>
                  <a:pt x="0" y="252251"/>
                  <a:pt x="5236" y="243087"/>
                </a:cubicBezTo>
                <a:lnTo>
                  <a:pt x="47129" y="161919"/>
                </a:lnTo>
                <a:lnTo>
                  <a:pt x="75041" y="109081"/>
                </a:lnTo>
                <a:cubicBezTo>
                  <a:pt x="77789" y="123739"/>
                  <a:pt x="89111" y="135288"/>
                  <a:pt x="103711" y="138328"/>
                </a:cubicBezTo>
                <a:lnTo>
                  <a:pt x="93866" y="15799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41724EE-315F-473C-FDC9-1928BD663945}"/>
              </a:ext>
            </a:extLst>
          </p:cNvPr>
          <p:cNvSpPr/>
          <p:nvPr/>
        </p:nvSpPr>
        <p:spPr>
          <a:xfrm>
            <a:off x="4618747" y="4140638"/>
            <a:ext cx="314123" cy="309435"/>
          </a:xfrm>
          <a:custGeom>
            <a:avLst/>
            <a:gdLst/>
            <a:ahLst/>
            <a:cxnLst/>
            <a:rect l="0" t="0" r="0" b="0"/>
            <a:pathLst>
              <a:path w="314123" h="309435">
                <a:moveTo>
                  <a:pt x="117749" y="221066"/>
                </a:moveTo>
                <a:cubicBezTo>
                  <a:pt x="117749" y="213836"/>
                  <a:pt x="123610" y="207975"/>
                  <a:pt x="130841" y="207975"/>
                </a:cubicBezTo>
                <a:lnTo>
                  <a:pt x="274849" y="207975"/>
                </a:lnTo>
                <a:cubicBezTo>
                  <a:pt x="282079" y="207975"/>
                  <a:pt x="287940" y="213836"/>
                  <a:pt x="287940" y="221066"/>
                </a:cubicBezTo>
                <a:cubicBezTo>
                  <a:pt x="287940" y="228297"/>
                  <a:pt x="282079" y="234158"/>
                  <a:pt x="274849" y="234158"/>
                </a:cubicBezTo>
                <a:lnTo>
                  <a:pt x="130841" y="234158"/>
                </a:lnTo>
                <a:cubicBezTo>
                  <a:pt x="123610" y="234158"/>
                  <a:pt x="117749" y="228297"/>
                  <a:pt x="117749" y="221066"/>
                </a:cubicBezTo>
                <a:close/>
                <a:moveTo>
                  <a:pt x="117749" y="273433"/>
                </a:moveTo>
                <a:cubicBezTo>
                  <a:pt x="117749" y="266203"/>
                  <a:pt x="123610" y="260341"/>
                  <a:pt x="130841" y="260341"/>
                </a:cubicBezTo>
                <a:lnTo>
                  <a:pt x="301032" y="260341"/>
                </a:lnTo>
                <a:cubicBezTo>
                  <a:pt x="308262" y="260341"/>
                  <a:pt x="314123" y="266203"/>
                  <a:pt x="314123" y="273433"/>
                </a:cubicBezTo>
                <a:cubicBezTo>
                  <a:pt x="314123" y="280663"/>
                  <a:pt x="308262" y="286524"/>
                  <a:pt x="301032" y="286524"/>
                </a:cubicBezTo>
                <a:lnTo>
                  <a:pt x="130841" y="286524"/>
                </a:lnTo>
                <a:cubicBezTo>
                  <a:pt x="123610" y="286524"/>
                  <a:pt x="117749" y="280663"/>
                  <a:pt x="117749" y="273433"/>
                </a:cubicBezTo>
                <a:close/>
                <a:moveTo>
                  <a:pt x="117749" y="168700"/>
                </a:moveTo>
                <a:cubicBezTo>
                  <a:pt x="117749" y="161469"/>
                  <a:pt x="123610" y="155608"/>
                  <a:pt x="130841" y="155608"/>
                </a:cubicBezTo>
                <a:lnTo>
                  <a:pt x="235574" y="155608"/>
                </a:lnTo>
                <a:cubicBezTo>
                  <a:pt x="242804" y="155608"/>
                  <a:pt x="248665" y="161469"/>
                  <a:pt x="248665" y="168700"/>
                </a:cubicBezTo>
                <a:cubicBezTo>
                  <a:pt x="248665" y="175930"/>
                  <a:pt x="242804" y="181791"/>
                  <a:pt x="235574" y="181791"/>
                </a:cubicBezTo>
                <a:lnTo>
                  <a:pt x="130841" y="181791"/>
                </a:lnTo>
                <a:cubicBezTo>
                  <a:pt x="123610" y="181791"/>
                  <a:pt x="117749" y="175930"/>
                  <a:pt x="117749" y="168700"/>
                </a:cubicBezTo>
                <a:close/>
                <a:moveTo>
                  <a:pt x="117749" y="116333"/>
                </a:moveTo>
                <a:cubicBezTo>
                  <a:pt x="117749" y="109103"/>
                  <a:pt x="123610" y="103242"/>
                  <a:pt x="130841" y="103242"/>
                </a:cubicBezTo>
                <a:lnTo>
                  <a:pt x="196299" y="103242"/>
                </a:lnTo>
                <a:cubicBezTo>
                  <a:pt x="203529" y="103242"/>
                  <a:pt x="209390" y="109103"/>
                  <a:pt x="209390" y="116333"/>
                </a:cubicBezTo>
                <a:cubicBezTo>
                  <a:pt x="209390" y="123564"/>
                  <a:pt x="203529" y="129425"/>
                  <a:pt x="196299" y="129425"/>
                </a:cubicBezTo>
                <a:lnTo>
                  <a:pt x="130841" y="129425"/>
                </a:lnTo>
                <a:cubicBezTo>
                  <a:pt x="123610" y="129425"/>
                  <a:pt x="117749" y="123564"/>
                  <a:pt x="117749" y="116333"/>
                </a:cubicBezTo>
                <a:close/>
                <a:moveTo>
                  <a:pt x="62542" y="3837"/>
                </a:moveTo>
                <a:cubicBezTo>
                  <a:pt x="66377" y="0"/>
                  <a:pt x="72597" y="0"/>
                  <a:pt x="76432" y="3837"/>
                </a:cubicBezTo>
                <a:lnTo>
                  <a:pt x="135344" y="62749"/>
                </a:lnTo>
                <a:cubicBezTo>
                  <a:pt x="138149" y="65557"/>
                  <a:pt x="138987" y="69777"/>
                  <a:pt x="137469" y="73444"/>
                </a:cubicBezTo>
                <a:cubicBezTo>
                  <a:pt x="135951" y="77111"/>
                  <a:pt x="132374" y="79503"/>
                  <a:pt x="128406" y="79507"/>
                </a:cubicBezTo>
                <a:lnTo>
                  <a:pt x="82585" y="79507"/>
                </a:lnTo>
                <a:lnTo>
                  <a:pt x="82585" y="296343"/>
                </a:lnTo>
                <a:cubicBezTo>
                  <a:pt x="82585" y="303574"/>
                  <a:pt x="76724" y="309435"/>
                  <a:pt x="69493" y="309435"/>
                </a:cubicBezTo>
                <a:cubicBezTo>
                  <a:pt x="62263" y="309435"/>
                  <a:pt x="56402" y="303574"/>
                  <a:pt x="56402" y="296343"/>
                </a:cubicBezTo>
                <a:lnTo>
                  <a:pt x="56402" y="79520"/>
                </a:lnTo>
                <a:lnTo>
                  <a:pt x="10581" y="79520"/>
                </a:lnTo>
                <a:cubicBezTo>
                  <a:pt x="6612" y="79516"/>
                  <a:pt x="3036" y="77124"/>
                  <a:pt x="1518" y="73457"/>
                </a:cubicBezTo>
                <a:cubicBezTo>
                  <a:pt x="0" y="69791"/>
                  <a:pt x="838" y="65570"/>
                  <a:pt x="3642" y="62762"/>
                </a:cubicBezTo>
                <a:lnTo>
                  <a:pt x="62555" y="3850"/>
                </a:lnTo>
                <a:close/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F089DE3-6A26-2759-3C97-EAE905C9096C}"/>
              </a:ext>
            </a:extLst>
          </p:cNvPr>
          <p:cNvSpPr/>
          <p:nvPr/>
        </p:nvSpPr>
        <p:spPr>
          <a:xfrm>
            <a:off x="7257053" y="4138741"/>
            <a:ext cx="281470" cy="314199"/>
          </a:xfrm>
          <a:custGeom>
            <a:avLst/>
            <a:gdLst/>
            <a:ahLst/>
            <a:cxnLst/>
            <a:rect l="0" t="0" r="0" b="0"/>
            <a:pathLst>
              <a:path w="281470" h="314199">
                <a:moveTo>
                  <a:pt x="281470" y="39274"/>
                </a:moveTo>
                <a:cubicBezTo>
                  <a:pt x="281470" y="60965"/>
                  <a:pt x="263886" y="78549"/>
                  <a:pt x="242195" y="78549"/>
                </a:cubicBezTo>
                <a:cubicBezTo>
                  <a:pt x="220504" y="78549"/>
                  <a:pt x="202920" y="60965"/>
                  <a:pt x="202920" y="39274"/>
                </a:cubicBezTo>
                <a:cubicBezTo>
                  <a:pt x="202920" y="17583"/>
                  <a:pt x="220504" y="0"/>
                  <a:pt x="242195" y="0"/>
                </a:cubicBezTo>
                <a:cubicBezTo>
                  <a:pt x="263886" y="0"/>
                  <a:pt x="281470" y="17583"/>
                  <a:pt x="281470" y="39274"/>
                </a:cubicBezTo>
                <a:close/>
                <a:moveTo>
                  <a:pt x="0" y="26183"/>
                </a:moveTo>
                <a:cubicBezTo>
                  <a:pt x="0" y="18952"/>
                  <a:pt x="5861" y="13091"/>
                  <a:pt x="13091" y="13091"/>
                </a:cubicBezTo>
                <a:lnTo>
                  <a:pt x="65458" y="13091"/>
                </a:lnTo>
                <a:cubicBezTo>
                  <a:pt x="72688" y="13091"/>
                  <a:pt x="78549" y="18952"/>
                  <a:pt x="78549" y="26183"/>
                </a:cubicBezTo>
                <a:cubicBezTo>
                  <a:pt x="78549" y="33413"/>
                  <a:pt x="72688" y="39274"/>
                  <a:pt x="65458" y="39274"/>
                </a:cubicBezTo>
                <a:lnTo>
                  <a:pt x="13091" y="39274"/>
                </a:lnTo>
                <a:cubicBezTo>
                  <a:pt x="5861" y="39274"/>
                  <a:pt x="0" y="33413"/>
                  <a:pt x="0" y="26183"/>
                </a:cubicBezTo>
                <a:close/>
                <a:moveTo>
                  <a:pt x="65458" y="58912"/>
                </a:moveTo>
                <a:cubicBezTo>
                  <a:pt x="72688" y="58912"/>
                  <a:pt x="78549" y="64773"/>
                  <a:pt x="78549" y="72003"/>
                </a:cubicBezTo>
                <a:cubicBezTo>
                  <a:pt x="78549" y="79234"/>
                  <a:pt x="72688" y="85095"/>
                  <a:pt x="65458" y="85095"/>
                </a:cubicBezTo>
                <a:lnTo>
                  <a:pt x="13091" y="85095"/>
                </a:lnTo>
                <a:cubicBezTo>
                  <a:pt x="5861" y="85095"/>
                  <a:pt x="0" y="79234"/>
                  <a:pt x="0" y="72003"/>
                </a:cubicBezTo>
                <a:cubicBezTo>
                  <a:pt x="0" y="64773"/>
                  <a:pt x="5861" y="58912"/>
                  <a:pt x="13091" y="58912"/>
                </a:cubicBezTo>
                <a:close/>
                <a:moveTo>
                  <a:pt x="0" y="117824"/>
                </a:moveTo>
                <a:cubicBezTo>
                  <a:pt x="0" y="110594"/>
                  <a:pt x="5861" y="104733"/>
                  <a:pt x="13091" y="104733"/>
                </a:cubicBezTo>
                <a:lnTo>
                  <a:pt x="65458" y="104733"/>
                </a:lnTo>
                <a:cubicBezTo>
                  <a:pt x="72688" y="104733"/>
                  <a:pt x="78549" y="110594"/>
                  <a:pt x="78549" y="117824"/>
                </a:cubicBezTo>
                <a:cubicBezTo>
                  <a:pt x="78549" y="125055"/>
                  <a:pt x="72688" y="130916"/>
                  <a:pt x="65458" y="130916"/>
                </a:cubicBezTo>
                <a:lnTo>
                  <a:pt x="13091" y="130916"/>
                </a:lnTo>
                <a:cubicBezTo>
                  <a:pt x="5861" y="130916"/>
                  <a:pt x="0" y="125055"/>
                  <a:pt x="0" y="117824"/>
                </a:cubicBezTo>
                <a:close/>
                <a:moveTo>
                  <a:pt x="111278" y="288015"/>
                </a:moveTo>
                <a:lnTo>
                  <a:pt x="130916" y="288015"/>
                </a:lnTo>
                <a:cubicBezTo>
                  <a:pt x="138146" y="288015"/>
                  <a:pt x="144007" y="293877"/>
                  <a:pt x="144007" y="301107"/>
                </a:cubicBezTo>
                <a:cubicBezTo>
                  <a:pt x="144007" y="308337"/>
                  <a:pt x="138146" y="314199"/>
                  <a:pt x="130916" y="314199"/>
                </a:cubicBezTo>
                <a:lnTo>
                  <a:pt x="13091" y="314199"/>
                </a:lnTo>
                <a:cubicBezTo>
                  <a:pt x="5861" y="314199"/>
                  <a:pt x="0" y="308337"/>
                  <a:pt x="0" y="301107"/>
                </a:cubicBezTo>
                <a:lnTo>
                  <a:pt x="0" y="163645"/>
                </a:lnTo>
                <a:cubicBezTo>
                  <a:pt x="0" y="156415"/>
                  <a:pt x="5861" y="150553"/>
                  <a:pt x="13091" y="150553"/>
                </a:cubicBezTo>
                <a:lnTo>
                  <a:pt x="128585" y="150553"/>
                </a:lnTo>
                <a:cubicBezTo>
                  <a:pt x="126518" y="143617"/>
                  <a:pt x="127849" y="136113"/>
                  <a:pt x="132175" y="130311"/>
                </a:cubicBezTo>
                <a:cubicBezTo>
                  <a:pt x="136502" y="124509"/>
                  <a:pt x="143316" y="121093"/>
                  <a:pt x="150553" y="121097"/>
                </a:cubicBezTo>
                <a:lnTo>
                  <a:pt x="156235" y="121097"/>
                </a:lnTo>
                <a:lnTo>
                  <a:pt x="167297" y="82398"/>
                </a:lnTo>
                <a:cubicBezTo>
                  <a:pt x="168206" y="78962"/>
                  <a:pt x="170900" y="76284"/>
                  <a:pt x="174343" y="75398"/>
                </a:cubicBezTo>
                <a:cubicBezTo>
                  <a:pt x="177785" y="74512"/>
                  <a:pt x="181437" y="75556"/>
                  <a:pt x="183892" y="78127"/>
                </a:cubicBezTo>
                <a:cubicBezTo>
                  <a:pt x="186346" y="80698"/>
                  <a:pt x="187220" y="84394"/>
                  <a:pt x="186175" y="87792"/>
                </a:cubicBezTo>
                <a:lnTo>
                  <a:pt x="176658" y="121097"/>
                </a:lnTo>
                <a:lnTo>
                  <a:pt x="187066" y="121097"/>
                </a:lnTo>
                <a:cubicBezTo>
                  <a:pt x="192881" y="121096"/>
                  <a:pt x="198566" y="119375"/>
                  <a:pt x="203404" y="116148"/>
                </a:cubicBezTo>
                <a:lnTo>
                  <a:pt x="229496" y="98763"/>
                </a:lnTo>
                <a:cubicBezTo>
                  <a:pt x="236525" y="94081"/>
                  <a:pt x="245561" y="93647"/>
                  <a:pt x="253007" y="97633"/>
                </a:cubicBezTo>
                <a:cubicBezTo>
                  <a:pt x="260453" y="101619"/>
                  <a:pt x="265102" y="109378"/>
                  <a:pt x="265105" y="117824"/>
                </a:cubicBezTo>
                <a:lnTo>
                  <a:pt x="265105" y="291288"/>
                </a:lnTo>
                <a:cubicBezTo>
                  <a:pt x="265105" y="303941"/>
                  <a:pt x="254848" y="314199"/>
                  <a:pt x="242195" y="314199"/>
                </a:cubicBezTo>
                <a:cubicBezTo>
                  <a:pt x="229542" y="314199"/>
                  <a:pt x="219284" y="303941"/>
                  <a:pt x="219284" y="291288"/>
                </a:cubicBezTo>
                <a:lnTo>
                  <a:pt x="219284" y="159678"/>
                </a:lnTo>
                <a:cubicBezTo>
                  <a:pt x="209213" y="164446"/>
                  <a:pt x="198209" y="166919"/>
                  <a:pt x="187066" y="166918"/>
                </a:cubicBezTo>
                <a:lnTo>
                  <a:pt x="182876" y="166918"/>
                </a:lnTo>
                <a:cubicBezTo>
                  <a:pt x="181383" y="172701"/>
                  <a:pt x="176164" y="176741"/>
                  <a:pt x="170191" y="176737"/>
                </a:cubicBezTo>
                <a:lnTo>
                  <a:pt x="111278" y="176737"/>
                </a:lnTo>
                <a:close/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83D43ED-A5FD-FAA6-D671-C99022D8F2AF}"/>
              </a:ext>
            </a:extLst>
          </p:cNvPr>
          <p:cNvSpPr/>
          <p:nvPr/>
        </p:nvSpPr>
        <p:spPr>
          <a:xfrm>
            <a:off x="4514357" y="2881945"/>
            <a:ext cx="307382" cy="313151"/>
          </a:xfrm>
          <a:custGeom>
            <a:avLst/>
            <a:gdLst/>
            <a:ahLst/>
            <a:cxnLst/>
            <a:rect l="0" t="0" r="0" b="0"/>
            <a:pathLst>
              <a:path w="307382" h="313151">
                <a:moveTo>
                  <a:pt x="185508" y="261439"/>
                </a:moveTo>
                <a:cubicBezTo>
                  <a:pt x="196676" y="261168"/>
                  <a:pt x="206767" y="254710"/>
                  <a:pt x="211691" y="244682"/>
                </a:cubicBezTo>
                <a:cubicBezTo>
                  <a:pt x="212629" y="242939"/>
                  <a:pt x="214162" y="241592"/>
                  <a:pt x="216011" y="240885"/>
                </a:cubicBezTo>
                <a:lnTo>
                  <a:pt x="232245" y="235649"/>
                </a:lnTo>
                <a:lnTo>
                  <a:pt x="248610" y="272044"/>
                </a:lnTo>
                <a:cubicBezTo>
                  <a:pt x="229234" y="282386"/>
                  <a:pt x="214571" y="290765"/>
                  <a:pt x="201480" y="297049"/>
                </a:cubicBezTo>
                <a:close/>
                <a:moveTo>
                  <a:pt x="7069" y="231852"/>
                </a:moveTo>
                <a:lnTo>
                  <a:pt x="7069" y="196636"/>
                </a:lnTo>
                <a:cubicBezTo>
                  <a:pt x="7069" y="195196"/>
                  <a:pt x="6414" y="193887"/>
                  <a:pt x="9164" y="193887"/>
                </a:cubicBezTo>
                <a:lnTo>
                  <a:pt x="71349" y="193887"/>
                </a:lnTo>
                <a:lnTo>
                  <a:pt x="79989" y="193887"/>
                </a:lnTo>
                <a:cubicBezTo>
                  <a:pt x="79525" y="200319"/>
                  <a:pt x="77256" y="206490"/>
                  <a:pt x="73444" y="211691"/>
                </a:cubicBezTo>
                <a:cubicBezTo>
                  <a:pt x="63101" y="225568"/>
                  <a:pt x="40060" y="232245"/>
                  <a:pt x="7069" y="231852"/>
                </a:cubicBezTo>
                <a:close/>
                <a:moveTo>
                  <a:pt x="307090" y="237681"/>
                </a:moveTo>
                <a:cubicBezTo>
                  <a:pt x="306798" y="240308"/>
                  <a:pt x="305183" y="242604"/>
                  <a:pt x="302809" y="243766"/>
                </a:cubicBezTo>
                <a:cubicBezTo>
                  <a:pt x="287361" y="251882"/>
                  <a:pt x="274007" y="258559"/>
                  <a:pt x="261832" y="264974"/>
                </a:cubicBezTo>
                <a:lnTo>
                  <a:pt x="246646" y="230543"/>
                </a:lnTo>
                <a:lnTo>
                  <a:pt x="267723" y="223474"/>
                </a:lnTo>
                <a:cubicBezTo>
                  <a:pt x="280340" y="219312"/>
                  <a:pt x="294216" y="222097"/>
                  <a:pt x="304249" y="230805"/>
                </a:cubicBezTo>
                <a:cubicBezTo>
                  <a:pt x="306310" y="232460"/>
                  <a:pt x="307382" y="235054"/>
                  <a:pt x="307090" y="237681"/>
                </a:cubicBezTo>
                <a:close/>
                <a:moveTo>
                  <a:pt x="188126" y="303463"/>
                </a:moveTo>
                <a:cubicBezTo>
                  <a:pt x="175977" y="309732"/>
                  <a:pt x="162522" y="313051"/>
                  <a:pt x="148851" y="313151"/>
                </a:cubicBezTo>
                <a:cubicBezTo>
                  <a:pt x="124632" y="312759"/>
                  <a:pt x="10211" y="268640"/>
                  <a:pt x="9033" y="267985"/>
                </a:cubicBezTo>
                <a:cubicBezTo>
                  <a:pt x="7817" y="267348"/>
                  <a:pt x="7059" y="266085"/>
                  <a:pt x="7069" y="264712"/>
                </a:cubicBezTo>
                <a:lnTo>
                  <a:pt x="7069" y="246384"/>
                </a:lnTo>
                <a:lnTo>
                  <a:pt x="12698" y="246384"/>
                </a:lnTo>
                <a:cubicBezTo>
                  <a:pt x="48177" y="246384"/>
                  <a:pt x="72396" y="237482"/>
                  <a:pt x="85488" y="220201"/>
                </a:cubicBezTo>
                <a:cubicBezTo>
                  <a:pt x="90671" y="213238"/>
                  <a:pt x="93881" y="205007"/>
                  <a:pt x="94783" y="196374"/>
                </a:cubicBezTo>
                <a:cubicBezTo>
                  <a:pt x="107821" y="200685"/>
                  <a:pt x="120005" y="207242"/>
                  <a:pt x="130785" y="215750"/>
                </a:cubicBezTo>
                <a:cubicBezTo>
                  <a:pt x="131465" y="216259"/>
                  <a:pt x="132292" y="216535"/>
                  <a:pt x="133141" y="216535"/>
                </a:cubicBezTo>
                <a:lnTo>
                  <a:pt x="184722" y="216535"/>
                </a:lnTo>
                <a:cubicBezTo>
                  <a:pt x="193039" y="216533"/>
                  <a:pt x="199782" y="223274"/>
                  <a:pt x="199782" y="231590"/>
                </a:cubicBezTo>
                <a:cubicBezTo>
                  <a:pt x="199782" y="239907"/>
                  <a:pt x="193039" y="246648"/>
                  <a:pt x="184722" y="246646"/>
                </a:cubicBezTo>
                <a:lnTo>
                  <a:pt x="124239" y="246646"/>
                </a:lnTo>
                <a:cubicBezTo>
                  <a:pt x="120046" y="246647"/>
                  <a:pt x="116647" y="250046"/>
                  <a:pt x="116647" y="254239"/>
                </a:cubicBezTo>
                <a:cubicBezTo>
                  <a:pt x="116647" y="258432"/>
                  <a:pt x="120046" y="261831"/>
                  <a:pt x="124239" y="261832"/>
                </a:cubicBezTo>
                <a:lnTo>
                  <a:pt x="168882" y="261832"/>
                </a:lnTo>
                <a:close/>
                <a:moveTo>
                  <a:pt x="124894" y="131832"/>
                </a:moveTo>
                <a:lnTo>
                  <a:pt x="151077" y="131832"/>
                </a:lnTo>
                <a:cubicBezTo>
                  <a:pt x="151077" y="131832"/>
                  <a:pt x="164169" y="131832"/>
                  <a:pt x="164169" y="144924"/>
                </a:cubicBezTo>
                <a:lnTo>
                  <a:pt x="164169" y="171107"/>
                </a:lnTo>
                <a:cubicBezTo>
                  <a:pt x="164169" y="171107"/>
                  <a:pt x="164169" y="184199"/>
                  <a:pt x="151077" y="184199"/>
                </a:cubicBezTo>
                <a:lnTo>
                  <a:pt x="124894" y="184199"/>
                </a:lnTo>
                <a:cubicBezTo>
                  <a:pt x="124894" y="184199"/>
                  <a:pt x="111802" y="184199"/>
                  <a:pt x="111802" y="171107"/>
                </a:cubicBezTo>
                <a:lnTo>
                  <a:pt x="111802" y="144924"/>
                </a:lnTo>
                <a:cubicBezTo>
                  <a:pt x="111802" y="144924"/>
                  <a:pt x="111802" y="131832"/>
                  <a:pt x="124894" y="131832"/>
                </a:cubicBezTo>
                <a:moveTo>
                  <a:pt x="190352" y="131832"/>
                </a:moveTo>
                <a:lnTo>
                  <a:pt x="216535" y="131832"/>
                </a:lnTo>
                <a:cubicBezTo>
                  <a:pt x="216535" y="131832"/>
                  <a:pt x="229627" y="131832"/>
                  <a:pt x="229627" y="144924"/>
                </a:cubicBezTo>
                <a:lnTo>
                  <a:pt x="229627" y="171107"/>
                </a:lnTo>
                <a:cubicBezTo>
                  <a:pt x="229627" y="171107"/>
                  <a:pt x="229627" y="184199"/>
                  <a:pt x="216535" y="184199"/>
                </a:cubicBezTo>
                <a:lnTo>
                  <a:pt x="190352" y="184199"/>
                </a:lnTo>
                <a:cubicBezTo>
                  <a:pt x="190352" y="184199"/>
                  <a:pt x="177260" y="184199"/>
                  <a:pt x="177260" y="171107"/>
                </a:cubicBezTo>
                <a:lnTo>
                  <a:pt x="177260" y="144924"/>
                </a:lnTo>
                <a:cubicBezTo>
                  <a:pt x="177260" y="144924"/>
                  <a:pt x="177260" y="131832"/>
                  <a:pt x="190352" y="131832"/>
                </a:cubicBezTo>
                <a:moveTo>
                  <a:pt x="255810" y="131832"/>
                </a:moveTo>
                <a:lnTo>
                  <a:pt x="281993" y="131832"/>
                </a:lnTo>
                <a:cubicBezTo>
                  <a:pt x="281993" y="131832"/>
                  <a:pt x="295085" y="131832"/>
                  <a:pt x="295085" y="144924"/>
                </a:cubicBezTo>
                <a:lnTo>
                  <a:pt x="295085" y="171107"/>
                </a:lnTo>
                <a:cubicBezTo>
                  <a:pt x="295085" y="171107"/>
                  <a:pt x="295085" y="184199"/>
                  <a:pt x="281993" y="184199"/>
                </a:cubicBezTo>
                <a:lnTo>
                  <a:pt x="255810" y="184199"/>
                </a:lnTo>
                <a:cubicBezTo>
                  <a:pt x="255810" y="184199"/>
                  <a:pt x="242718" y="184199"/>
                  <a:pt x="242718" y="171107"/>
                </a:cubicBezTo>
                <a:lnTo>
                  <a:pt x="242718" y="144924"/>
                </a:lnTo>
                <a:cubicBezTo>
                  <a:pt x="242718" y="144924"/>
                  <a:pt x="242718" y="131832"/>
                  <a:pt x="255810" y="131832"/>
                </a:cubicBezTo>
                <a:moveTo>
                  <a:pt x="124894" y="66374"/>
                </a:moveTo>
                <a:lnTo>
                  <a:pt x="151077" y="66374"/>
                </a:lnTo>
                <a:cubicBezTo>
                  <a:pt x="151077" y="66374"/>
                  <a:pt x="164169" y="66374"/>
                  <a:pt x="164169" y="79466"/>
                </a:cubicBezTo>
                <a:lnTo>
                  <a:pt x="164169" y="105649"/>
                </a:lnTo>
                <a:cubicBezTo>
                  <a:pt x="164169" y="105649"/>
                  <a:pt x="164169" y="118741"/>
                  <a:pt x="151077" y="118741"/>
                </a:cubicBezTo>
                <a:lnTo>
                  <a:pt x="124894" y="118741"/>
                </a:lnTo>
                <a:cubicBezTo>
                  <a:pt x="124894" y="118741"/>
                  <a:pt x="111802" y="118741"/>
                  <a:pt x="111802" y="105649"/>
                </a:cubicBezTo>
                <a:lnTo>
                  <a:pt x="111802" y="79466"/>
                </a:lnTo>
                <a:cubicBezTo>
                  <a:pt x="111802" y="79466"/>
                  <a:pt x="111802" y="66374"/>
                  <a:pt x="124894" y="66374"/>
                </a:cubicBezTo>
                <a:moveTo>
                  <a:pt x="124894" y="916"/>
                </a:moveTo>
                <a:lnTo>
                  <a:pt x="151077" y="916"/>
                </a:lnTo>
                <a:cubicBezTo>
                  <a:pt x="151077" y="916"/>
                  <a:pt x="164169" y="916"/>
                  <a:pt x="164169" y="14008"/>
                </a:cubicBezTo>
                <a:lnTo>
                  <a:pt x="164169" y="40191"/>
                </a:lnTo>
                <a:cubicBezTo>
                  <a:pt x="164169" y="40191"/>
                  <a:pt x="164169" y="53282"/>
                  <a:pt x="151077" y="53282"/>
                </a:cubicBezTo>
                <a:lnTo>
                  <a:pt x="124894" y="53282"/>
                </a:lnTo>
                <a:cubicBezTo>
                  <a:pt x="124894" y="53282"/>
                  <a:pt x="111802" y="53282"/>
                  <a:pt x="111802" y="40191"/>
                </a:cubicBezTo>
                <a:lnTo>
                  <a:pt x="111802" y="14008"/>
                </a:lnTo>
                <a:cubicBezTo>
                  <a:pt x="111802" y="14008"/>
                  <a:pt x="111802" y="916"/>
                  <a:pt x="124894" y="916"/>
                </a:cubicBezTo>
                <a:moveTo>
                  <a:pt x="0" y="0"/>
                </a:moveTo>
                <a:moveTo>
                  <a:pt x="202187" y="52484"/>
                </a:moveTo>
                <a:lnTo>
                  <a:pt x="226053" y="41709"/>
                </a:lnTo>
                <a:cubicBezTo>
                  <a:pt x="226053" y="41709"/>
                  <a:pt x="237979" y="36316"/>
                  <a:pt x="243373" y="48255"/>
                </a:cubicBezTo>
                <a:lnTo>
                  <a:pt x="254147" y="72108"/>
                </a:lnTo>
                <a:cubicBezTo>
                  <a:pt x="254147" y="72108"/>
                  <a:pt x="259528" y="84048"/>
                  <a:pt x="247601" y="89428"/>
                </a:cubicBezTo>
                <a:lnTo>
                  <a:pt x="223735" y="100203"/>
                </a:lnTo>
                <a:cubicBezTo>
                  <a:pt x="223735" y="100203"/>
                  <a:pt x="211809" y="105597"/>
                  <a:pt x="206415" y="93657"/>
                </a:cubicBezTo>
                <a:lnTo>
                  <a:pt x="195641" y="69804"/>
                </a:lnTo>
                <a:cubicBezTo>
                  <a:pt x="195641" y="69804"/>
                  <a:pt x="190247" y="57865"/>
                  <a:pt x="202187" y="52484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232BA44-BC54-291E-5DF6-DB81696BA26D}"/>
              </a:ext>
            </a:extLst>
          </p:cNvPr>
          <p:cNvSpPr/>
          <p:nvPr/>
        </p:nvSpPr>
        <p:spPr>
          <a:xfrm>
            <a:off x="5149302" y="4767035"/>
            <a:ext cx="307331" cy="314609"/>
          </a:xfrm>
          <a:custGeom>
            <a:avLst/>
            <a:gdLst/>
            <a:ahLst/>
            <a:cxnLst/>
            <a:rect l="0" t="0" r="0" b="0"/>
            <a:pathLst>
              <a:path w="307331" h="314609">
                <a:moveTo>
                  <a:pt x="289586" y="267435"/>
                </a:moveTo>
                <a:cubicBezTo>
                  <a:pt x="292010" y="270863"/>
                  <a:pt x="292643" y="275244"/>
                  <a:pt x="291288" y="279218"/>
                </a:cubicBezTo>
                <a:lnTo>
                  <a:pt x="282648" y="305401"/>
                </a:lnTo>
                <a:cubicBezTo>
                  <a:pt x="280847" y="310733"/>
                  <a:pt x="275839" y="314318"/>
                  <a:pt x="270211" y="314303"/>
                </a:cubicBezTo>
                <a:lnTo>
                  <a:pt x="31550" y="314303"/>
                </a:lnTo>
                <a:cubicBezTo>
                  <a:pt x="25683" y="314609"/>
                  <a:pt x="20331" y="310970"/>
                  <a:pt x="18459" y="305401"/>
                </a:cubicBezTo>
                <a:lnTo>
                  <a:pt x="9818" y="279218"/>
                </a:lnTo>
                <a:cubicBezTo>
                  <a:pt x="8464" y="275244"/>
                  <a:pt x="9097" y="270863"/>
                  <a:pt x="11520" y="267435"/>
                </a:cubicBezTo>
                <a:cubicBezTo>
                  <a:pt x="13964" y="264003"/>
                  <a:pt x="17911" y="261956"/>
                  <a:pt x="22124" y="261937"/>
                </a:cubicBezTo>
                <a:lnTo>
                  <a:pt x="62185" y="261937"/>
                </a:lnTo>
                <a:cubicBezTo>
                  <a:pt x="63992" y="261937"/>
                  <a:pt x="65458" y="260471"/>
                  <a:pt x="65458" y="258664"/>
                </a:cubicBezTo>
                <a:lnTo>
                  <a:pt x="65458" y="245572"/>
                </a:lnTo>
                <a:cubicBezTo>
                  <a:pt x="65458" y="243765"/>
                  <a:pt x="63992" y="242299"/>
                  <a:pt x="62185" y="242299"/>
                </a:cubicBezTo>
                <a:lnTo>
                  <a:pt x="13091" y="242299"/>
                </a:lnTo>
                <a:cubicBezTo>
                  <a:pt x="5861" y="242299"/>
                  <a:pt x="0" y="236438"/>
                  <a:pt x="0" y="229208"/>
                </a:cubicBezTo>
                <a:cubicBezTo>
                  <a:pt x="0" y="221977"/>
                  <a:pt x="5861" y="216116"/>
                  <a:pt x="13091" y="216116"/>
                </a:cubicBezTo>
                <a:lnTo>
                  <a:pt x="144007" y="216116"/>
                </a:lnTo>
                <a:cubicBezTo>
                  <a:pt x="151238" y="216116"/>
                  <a:pt x="157099" y="221977"/>
                  <a:pt x="157099" y="229208"/>
                </a:cubicBezTo>
                <a:cubicBezTo>
                  <a:pt x="157099" y="236438"/>
                  <a:pt x="151238" y="242299"/>
                  <a:pt x="144007" y="242299"/>
                </a:cubicBezTo>
                <a:lnTo>
                  <a:pt x="94914" y="242299"/>
                </a:lnTo>
                <a:cubicBezTo>
                  <a:pt x="93106" y="242299"/>
                  <a:pt x="91641" y="243765"/>
                  <a:pt x="91641" y="245572"/>
                </a:cubicBezTo>
                <a:lnTo>
                  <a:pt x="91641" y="258664"/>
                </a:lnTo>
                <a:cubicBezTo>
                  <a:pt x="91641" y="260471"/>
                  <a:pt x="93106" y="261937"/>
                  <a:pt x="94914" y="261937"/>
                </a:cubicBezTo>
                <a:lnTo>
                  <a:pt x="186555" y="261937"/>
                </a:lnTo>
                <a:cubicBezTo>
                  <a:pt x="188363" y="261937"/>
                  <a:pt x="189828" y="260471"/>
                  <a:pt x="189828" y="258664"/>
                </a:cubicBezTo>
                <a:lnTo>
                  <a:pt x="189828" y="152098"/>
                </a:lnTo>
                <a:cubicBezTo>
                  <a:pt x="189891" y="150814"/>
                  <a:pt x="189165" y="149621"/>
                  <a:pt x="187995" y="149087"/>
                </a:cubicBezTo>
                <a:cubicBezTo>
                  <a:pt x="155175" y="133006"/>
                  <a:pt x="137783" y="96414"/>
                  <a:pt x="146037" y="60810"/>
                </a:cubicBezTo>
                <a:cubicBezTo>
                  <a:pt x="154290" y="25206"/>
                  <a:pt x="186009" y="0"/>
                  <a:pt x="222557" y="0"/>
                </a:cubicBezTo>
                <a:cubicBezTo>
                  <a:pt x="259105" y="0"/>
                  <a:pt x="290824" y="25206"/>
                  <a:pt x="299078" y="60810"/>
                </a:cubicBezTo>
                <a:cubicBezTo>
                  <a:pt x="307331" y="96414"/>
                  <a:pt x="289939" y="133006"/>
                  <a:pt x="257119" y="149087"/>
                </a:cubicBezTo>
                <a:cubicBezTo>
                  <a:pt x="255950" y="149621"/>
                  <a:pt x="255224" y="150814"/>
                  <a:pt x="255286" y="152098"/>
                </a:cubicBezTo>
                <a:lnTo>
                  <a:pt x="255286" y="258664"/>
                </a:lnTo>
                <a:cubicBezTo>
                  <a:pt x="255286" y="260471"/>
                  <a:pt x="256752" y="261937"/>
                  <a:pt x="258559" y="261937"/>
                </a:cubicBezTo>
                <a:lnTo>
                  <a:pt x="278982" y="261937"/>
                </a:lnTo>
                <a:cubicBezTo>
                  <a:pt x="283196" y="261956"/>
                  <a:pt x="287142" y="264003"/>
                  <a:pt x="289586" y="267435"/>
                </a:cubicBezTo>
                <a:close/>
                <a:moveTo>
                  <a:pt x="170191" y="78654"/>
                </a:moveTo>
                <a:cubicBezTo>
                  <a:pt x="170253" y="82131"/>
                  <a:pt x="170648" y="85594"/>
                  <a:pt x="171369" y="88996"/>
                </a:cubicBezTo>
                <a:cubicBezTo>
                  <a:pt x="171729" y="90517"/>
                  <a:pt x="173079" y="91597"/>
                  <a:pt x="174642" y="91615"/>
                </a:cubicBezTo>
                <a:lnTo>
                  <a:pt x="197552" y="91615"/>
                </a:lnTo>
                <a:cubicBezTo>
                  <a:pt x="198752" y="91618"/>
                  <a:pt x="199857" y="90965"/>
                  <a:pt x="200432" y="89913"/>
                </a:cubicBezTo>
                <a:cubicBezTo>
                  <a:pt x="200946" y="88882"/>
                  <a:pt x="200946" y="87670"/>
                  <a:pt x="200432" y="86640"/>
                </a:cubicBezTo>
                <a:lnTo>
                  <a:pt x="191661" y="72108"/>
                </a:lnTo>
                <a:cubicBezTo>
                  <a:pt x="188896" y="65990"/>
                  <a:pt x="191207" y="58773"/>
                  <a:pt x="197011" y="55399"/>
                </a:cubicBezTo>
                <a:cubicBezTo>
                  <a:pt x="202814" y="52024"/>
                  <a:pt x="210230" y="53587"/>
                  <a:pt x="214179" y="59016"/>
                </a:cubicBezTo>
                <a:lnTo>
                  <a:pt x="233816" y="91745"/>
                </a:lnTo>
                <a:lnTo>
                  <a:pt x="270473" y="91745"/>
                </a:lnTo>
                <a:cubicBezTo>
                  <a:pt x="272035" y="91727"/>
                  <a:pt x="273385" y="90648"/>
                  <a:pt x="273745" y="89127"/>
                </a:cubicBezTo>
                <a:cubicBezTo>
                  <a:pt x="274475" y="85682"/>
                  <a:pt x="274870" y="82175"/>
                  <a:pt x="274924" y="78654"/>
                </a:cubicBezTo>
                <a:cubicBezTo>
                  <a:pt x="274924" y="49733"/>
                  <a:pt x="251478" y="26287"/>
                  <a:pt x="222557" y="26287"/>
                </a:cubicBezTo>
                <a:cubicBezTo>
                  <a:pt x="193636" y="26287"/>
                  <a:pt x="170191" y="49733"/>
                  <a:pt x="170191" y="78654"/>
                </a:cubicBezTo>
                <a:close/>
                <a:moveTo>
                  <a:pt x="50961" y="203547"/>
                </a:moveTo>
                <a:cubicBezTo>
                  <a:pt x="42648" y="200659"/>
                  <a:pt x="35997" y="194307"/>
                  <a:pt x="32729" y="186136"/>
                </a:cubicBezTo>
                <a:cubicBezTo>
                  <a:pt x="25586" y="174141"/>
                  <a:pt x="21120" y="160743"/>
                  <a:pt x="19637" y="146861"/>
                </a:cubicBezTo>
                <a:cubicBezTo>
                  <a:pt x="19637" y="123296"/>
                  <a:pt x="35085" y="103528"/>
                  <a:pt x="53675" y="103004"/>
                </a:cubicBezTo>
                <a:cubicBezTo>
                  <a:pt x="56288" y="102772"/>
                  <a:pt x="58917" y="102772"/>
                  <a:pt x="61530" y="103004"/>
                </a:cubicBezTo>
                <a:cubicBezTo>
                  <a:pt x="62457" y="103259"/>
                  <a:pt x="63450" y="103011"/>
                  <a:pt x="64148" y="102350"/>
                </a:cubicBezTo>
                <a:cubicBezTo>
                  <a:pt x="64903" y="101789"/>
                  <a:pt x="65380" y="100930"/>
                  <a:pt x="65458" y="99993"/>
                </a:cubicBezTo>
                <a:cubicBezTo>
                  <a:pt x="65326" y="80360"/>
                  <a:pt x="79994" y="63774"/>
                  <a:pt x="99496" y="61504"/>
                </a:cubicBezTo>
                <a:cubicBezTo>
                  <a:pt x="106726" y="60093"/>
                  <a:pt x="113731" y="64812"/>
                  <a:pt x="115141" y="72042"/>
                </a:cubicBezTo>
                <a:cubicBezTo>
                  <a:pt x="116551" y="79273"/>
                  <a:pt x="111832" y="86277"/>
                  <a:pt x="104602" y="87687"/>
                </a:cubicBezTo>
                <a:cubicBezTo>
                  <a:pt x="94521" y="89651"/>
                  <a:pt x="91510" y="93709"/>
                  <a:pt x="91510" y="99993"/>
                </a:cubicBezTo>
                <a:cubicBezTo>
                  <a:pt x="91404" y="101024"/>
                  <a:pt x="91793" y="102043"/>
                  <a:pt x="92557" y="102742"/>
                </a:cubicBezTo>
                <a:cubicBezTo>
                  <a:pt x="93305" y="103412"/>
                  <a:pt x="94318" y="103701"/>
                  <a:pt x="95307" y="103528"/>
                </a:cubicBezTo>
                <a:cubicBezTo>
                  <a:pt x="97832" y="103300"/>
                  <a:pt x="100374" y="103300"/>
                  <a:pt x="102900" y="103528"/>
                </a:cubicBezTo>
                <a:cubicBezTo>
                  <a:pt x="121359" y="103528"/>
                  <a:pt x="137462" y="123296"/>
                  <a:pt x="136545" y="146992"/>
                </a:cubicBezTo>
                <a:cubicBezTo>
                  <a:pt x="135514" y="160837"/>
                  <a:pt x="131351" y="174267"/>
                  <a:pt x="124370" y="186267"/>
                </a:cubicBezTo>
                <a:cubicBezTo>
                  <a:pt x="120852" y="194553"/>
                  <a:pt x="113949" y="200932"/>
                  <a:pt x="105411" y="203786"/>
                </a:cubicBezTo>
                <a:cubicBezTo>
                  <a:pt x="96873" y="206641"/>
                  <a:pt x="87522" y="205696"/>
                  <a:pt x="79728" y="201191"/>
                </a:cubicBezTo>
                <a:cubicBezTo>
                  <a:pt x="78593" y="200537"/>
                  <a:pt x="77196" y="200537"/>
                  <a:pt x="76062" y="201191"/>
                </a:cubicBezTo>
                <a:cubicBezTo>
                  <a:pt x="68431" y="205576"/>
                  <a:pt x="59274" y="206436"/>
                  <a:pt x="50961" y="203547"/>
                </a:cubicBezTo>
                <a:close/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087AA61-85D6-72DA-19F4-FF669B0111C3}"/>
              </a:ext>
            </a:extLst>
          </p:cNvPr>
          <p:cNvSpPr/>
          <p:nvPr/>
        </p:nvSpPr>
        <p:spPr>
          <a:xfrm>
            <a:off x="5928254" y="4871872"/>
            <a:ext cx="314199" cy="314199"/>
          </a:xfrm>
          <a:custGeom>
            <a:avLst/>
            <a:gdLst/>
            <a:ahLst/>
            <a:cxnLst/>
            <a:rect l="0" t="0" r="0" b="0"/>
            <a:pathLst>
              <a:path w="314199" h="314199">
                <a:moveTo>
                  <a:pt x="142044" y="203443"/>
                </a:moveTo>
                <a:cubicBezTo>
                  <a:pt x="142040" y="188619"/>
                  <a:pt x="154526" y="176599"/>
                  <a:pt x="169929" y="176599"/>
                </a:cubicBezTo>
                <a:cubicBezTo>
                  <a:pt x="185332" y="176599"/>
                  <a:pt x="197818" y="188619"/>
                  <a:pt x="197814" y="203443"/>
                </a:cubicBezTo>
                <a:cubicBezTo>
                  <a:pt x="197818" y="218268"/>
                  <a:pt x="185332" y="230288"/>
                  <a:pt x="169929" y="230288"/>
                </a:cubicBezTo>
                <a:cubicBezTo>
                  <a:pt x="154526" y="230288"/>
                  <a:pt x="142040" y="218268"/>
                  <a:pt x="142044" y="203443"/>
                </a:cubicBezTo>
                <a:moveTo>
                  <a:pt x="265760" y="256072"/>
                </a:moveTo>
                <a:cubicBezTo>
                  <a:pt x="278386" y="255827"/>
                  <a:pt x="290591" y="260617"/>
                  <a:pt x="299680" y="269386"/>
                </a:cubicBezTo>
                <a:cubicBezTo>
                  <a:pt x="308768" y="278155"/>
                  <a:pt x="313992" y="290181"/>
                  <a:pt x="314199" y="302809"/>
                </a:cubicBezTo>
                <a:lnTo>
                  <a:pt x="314199" y="314199"/>
                </a:lnTo>
                <a:lnTo>
                  <a:pt x="120704" y="314199"/>
                </a:lnTo>
                <a:lnTo>
                  <a:pt x="120704" y="302809"/>
                </a:lnTo>
                <a:cubicBezTo>
                  <a:pt x="122044" y="277070"/>
                  <a:pt x="143304" y="256887"/>
                  <a:pt x="169078" y="256887"/>
                </a:cubicBezTo>
                <a:cubicBezTo>
                  <a:pt x="194852" y="256887"/>
                  <a:pt x="216112" y="277070"/>
                  <a:pt x="217451" y="302809"/>
                </a:cubicBezTo>
                <a:cubicBezTo>
                  <a:pt x="217882" y="276561"/>
                  <a:pt x="239512" y="255634"/>
                  <a:pt x="265760" y="256072"/>
                </a:cubicBezTo>
                <a:close/>
                <a:moveTo>
                  <a:pt x="238922" y="203443"/>
                </a:moveTo>
                <a:cubicBezTo>
                  <a:pt x="238918" y="188619"/>
                  <a:pt x="251404" y="176599"/>
                  <a:pt x="266807" y="176599"/>
                </a:cubicBezTo>
                <a:cubicBezTo>
                  <a:pt x="282210" y="176599"/>
                  <a:pt x="294696" y="188619"/>
                  <a:pt x="294692" y="203443"/>
                </a:cubicBezTo>
                <a:cubicBezTo>
                  <a:pt x="294696" y="218268"/>
                  <a:pt x="282210" y="230288"/>
                  <a:pt x="266807" y="230288"/>
                </a:cubicBezTo>
                <a:cubicBezTo>
                  <a:pt x="251404" y="230288"/>
                  <a:pt x="238918" y="218268"/>
                  <a:pt x="238922" y="203443"/>
                </a:cubicBezTo>
                <a:moveTo>
                  <a:pt x="275528" y="87061"/>
                </a:moveTo>
                <a:cubicBezTo>
                  <a:pt x="274957" y="89694"/>
                  <a:pt x="273315" y="91970"/>
                  <a:pt x="270996" y="93343"/>
                </a:cubicBezTo>
                <a:cubicBezTo>
                  <a:pt x="269444" y="94372"/>
                  <a:pt x="267622" y="94919"/>
                  <a:pt x="265760" y="94914"/>
                </a:cubicBezTo>
                <a:cubicBezTo>
                  <a:pt x="262409" y="94894"/>
                  <a:pt x="259299" y="93167"/>
                  <a:pt x="257512" y="90332"/>
                </a:cubicBezTo>
                <a:lnTo>
                  <a:pt x="249657" y="77240"/>
                </a:lnTo>
                <a:lnTo>
                  <a:pt x="233947" y="86535"/>
                </a:lnTo>
                <a:cubicBezTo>
                  <a:pt x="229699" y="89333"/>
                  <a:pt x="224018" y="88424"/>
                  <a:pt x="220855" y="84441"/>
                </a:cubicBezTo>
                <a:lnTo>
                  <a:pt x="202920" y="63101"/>
                </a:lnTo>
                <a:cubicBezTo>
                  <a:pt x="201228" y="61108"/>
                  <a:pt x="200402" y="58522"/>
                  <a:pt x="200623" y="55918"/>
                </a:cubicBezTo>
                <a:cubicBezTo>
                  <a:pt x="200844" y="53313"/>
                  <a:pt x="202095" y="50904"/>
                  <a:pt x="204098" y="49224"/>
                </a:cubicBezTo>
                <a:cubicBezTo>
                  <a:pt x="208295" y="45845"/>
                  <a:pt x="214408" y="46364"/>
                  <a:pt x="217975" y="50402"/>
                </a:cubicBezTo>
                <a:lnTo>
                  <a:pt x="231067" y="65458"/>
                </a:lnTo>
                <a:lnTo>
                  <a:pt x="248741" y="55770"/>
                </a:lnTo>
                <a:cubicBezTo>
                  <a:pt x="253249" y="53189"/>
                  <a:pt x="258986" y="54567"/>
                  <a:pt x="261832" y="58912"/>
                </a:cubicBezTo>
                <a:lnTo>
                  <a:pt x="274007" y="79466"/>
                </a:lnTo>
                <a:cubicBezTo>
                  <a:pt x="275548" y="81676"/>
                  <a:pt x="276099" y="84428"/>
                  <a:pt x="275528" y="87061"/>
                </a:cubicBezTo>
                <a:close/>
                <a:moveTo>
                  <a:pt x="19768" y="64148"/>
                </a:moveTo>
                <a:cubicBezTo>
                  <a:pt x="19768" y="45494"/>
                  <a:pt x="34890" y="30372"/>
                  <a:pt x="53544" y="30372"/>
                </a:cubicBezTo>
                <a:cubicBezTo>
                  <a:pt x="72198" y="30372"/>
                  <a:pt x="87321" y="45494"/>
                  <a:pt x="87321" y="64148"/>
                </a:cubicBezTo>
                <a:cubicBezTo>
                  <a:pt x="87321" y="82803"/>
                  <a:pt x="72198" y="97925"/>
                  <a:pt x="53544" y="97925"/>
                </a:cubicBezTo>
                <a:cubicBezTo>
                  <a:pt x="34890" y="97925"/>
                  <a:pt x="19768" y="82803"/>
                  <a:pt x="19768" y="64148"/>
                </a:cubicBezTo>
                <a:moveTo>
                  <a:pt x="0" y="212346"/>
                </a:moveTo>
                <a:lnTo>
                  <a:pt x="0" y="161157"/>
                </a:lnTo>
                <a:cubicBezTo>
                  <a:pt x="286" y="137141"/>
                  <a:pt x="19838" y="117822"/>
                  <a:pt x="43856" y="117824"/>
                </a:cubicBezTo>
                <a:lnTo>
                  <a:pt x="86404" y="117824"/>
                </a:lnTo>
                <a:cubicBezTo>
                  <a:pt x="90614" y="117735"/>
                  <a:pt x="94578" y="115825"/>
                  <a:pt x="97270" y="112588"/>
                </a:cubicBezTo>
                <a:lnTo>
                  <a:pt x="136545" y="62577"/>
                </a:lnTo>
                <a:cubicBezTo>
                  <a:pt x="140929" y="55584"/>
                  <a:pt x="148878" y="51655"/>
                  <a:pt x="157097" y="52420"/>
                </a:cubicBezTo>
                <a:cubicBezTo>
                  <a:pt x="165315" y="53186"/>
                  <a:pt x="172402" y="58514"/>
                  <a:pt x="175420" y="66197"/>
                </a:cubicBezTo>
                <a:cubicBezTo>
                  <a:pt x="178437" y="73880"/>
                  <a:pt x="176870" y="82607"/>
                  <a:pt x="171369" y="88761"/>
                </a:cubicBezTo>
                <a:lnTo>
                  <a:pt x="100020" y="182235"/>
                </a:lnTo>
                <a:lnTo>
                  <a:pt x="100020" y="213524"/>
                </a:lnTo>
                <a:close/>
                <a:moveTo>
                  <a:pt x="314199" y="24088"/>
                </a:moveTo>
                <a:lnTo>
                  <a:pt x="314199" y="116515"/>
                </a:lnTo>
                <a:cubicBezTo>
                  <a:pt x="314199" y="129819"/>
                  <a:pt x="303414" y="140604"/>
                  <a:pt x="290110" y="140604"/>
                </a:cubicBezTo>
                <a:lnTo>
                  <a:pt x="148197" y="140604"/>
                </a:lnTo>
                <a:lnTo>
                  <a:pt x="163252" y="120966"/>
                </a:lnTo>
                <a:lnTo>
                  <a:pt x="290110" y="120966"/>
                </a:lnTo>
                <a:cubicBezTo>
                  <a:pt x="292568" y="120966"/>
                  <a:pt x="294561" y="118973"/>
                  <a:pt x="294561" y="116515"/>
                </a:cubicBezTo>
                <a:lnTo>
                  <a:pt x="294561" y="24088"/>
                </a:lnTo>
                <a:cubicBezTo>
                  <a:pt x="294561" y="21630"/>
                  <a:pt x="292568" y="19637"/>
                  <a:pt x="290110" y="19637"/>
                </a:cubicBezTo>
                <a:lnTo>
                  <a:pt x="145186" y="19637"/>
                </a:lnTo>
                <a:cubicBezTo>
                  <a:pt x="142727" y="19637"/>
                  <a:pt x="140735" y="21630"/>
                  <a:pt x="140735" y="24088"/>
                </a:cubicBezTo>
                <a:lnTo>
                  <a:pt x="140735" y="42809"/>
                </a:lnTo>
                <a:cubicBezTo>
                  <a:pt x="135080" y="45132"/>
                  <a:pt x="130152" y="48930"/>
                  <a:pt x="126465" y="53806"/>
                </a:cubicBezTo>
                <a:lnTo>
                  <a:pt x="121097" y="60745"/>
                </a:lnTo>
                <a:lnTo>
                  <a:pt x="121097" y="24088"/>
                </a:lnTo>
                <a:cubicBezTo>
                  <a:pt x="121097" y="10784"/>
                  <a:pt x="131882" y="0"/>
                  <a:pt x="145186" y="0"/>
                </a:cubicBezTo>
                <a:lnTo>
                  <a:pt x="290110" y="0"/>
                </a:lnTo>
                <a:cubicBezTo>
                  <a:pt x="303414" y="0"/>
                  <a:pt x="314199" y="10784"/>
                  <a:pt x="314199" y="24088"/>
                </a:cubicBezTo>
                <a:close/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8B41401-0FB7-60ED-85E7-1E9F212E98B1}"/>
              </a:ext>
            </a:extLst>
          </p:cNvPr>
          <p:cNvSpPr/>
          <p:nvPr/>
        </p:nvSpPr>
        <p:spPr>
          <a:xfrm>
            <a:off x="7337012" y="2876681"/>
            <a:ext cx="320336" cy="319463"/>
          </a:xfrm>
          <a:custGeom>
            <a:avLst/>
            <a:gdLst/>
            <a:ahLst/>
            <a:cxnLst/>
            <a:rect l="0" t="0" r="0" b="0"/>
            <a:pathLst>
              <a:path w="320336" h="319463">
                <a:moveTo>
                  <a:pt x="126234" y="28174"/>
                </a:moveTo>
                <a:cubicBezTo>
                  <a:pt x="126234" y="20943"/>
                  <a:pt x="132095" y="15082"/>
                  <a:pt x="139325" y="15082"/>
                </a:cubicBezTo>
                <a:lnTo>
                  <a:pt x="145871" y="15082"/>
                </a:lnTo>
                <a:cubicBezTo>
                  <a:pt x="153102" y="15082"/>
                  <a:pt x="158963" y="20943"/>
                  <a:pt x="158963" y="28174"/>
                </a:cubicBezTo>
                <a:cubicBezTo>
                  <a:pt x="158963" y="35404"/>
                  <a:pt x="153102" y="41265"/>
                  <a:pt x="145871" y="41265"/>
                </a:cubicBezTo>
                <a:lnTo>
                  <a:pt x="139325" y="41265"/>
                </a:lnTo>
                <a:cubicBezTo>
                  <a:pt x="132095" y="41265"/>
                  <a:pt x="126234" y="35404"/>
                  <a:pt x="126234" y="28174"/>
                </a:cubicBezTo>
                <a:close/>
                <a:moveTo>
                  <a:pt x="172055" y="28174"/>
                </a:moveTo>
                <a:cubicBezTo>
                  <a:pt x="172055" y="20943"/>
                  <a:pt x="177916" y="15082"/>
                  <a:pt x="185146" y="15082"/>
                </a:cubicBezTo>
                <a:lnTo>
                  <a:pt x="191692" y="15082"/>
                </a:lnTo>
                <a:cubicBezTo>
                  <a:pt x="198922" y="15082"/>
                  <a:pt x="204784" y="20943"/>
                  <a:pt x="204784" y="28174"/>
                </a:cubicBezTo>
                <a:cubicBezTo>
                  <a:pt x="204784" y="35404"/>
                  <a:pt x="198922" y="41265"/>
                  <a:pt x="191692" y="41265"/>
                </a:cubicBezTo>
                <a:lnTo>
                  <a:pt x="185146" y="41265"/>
                </a:lnTo>
                <a:cubicBezTo>
                  <a:pt x="177916" y="41265"/>
                  <a:pt x="172055" y="35404"/>
                  <a:pt x="172055" y="28174"/>
                </a:cubicBezTo>
                <a:close/>
                <a:moveTo>
                  <a:pt x="217875" y="28174"/>
                </a:moveTo>
                <a:cubicBezTo>
                  <a:pt x="217875" y="20943"/>
                  <a:pt x="223737" y="15082"/>
                  <a:pt x="230967" y="15082"/>
                </a:cubicBezTo>
                <a:lnTo>
                  <a:pt x="237513" y="15082"/>
                </a:lnTo>
                <a:cubicBezTo>
                  <a:pt x="244743" y="15082"/>
                  <a:pt x="250604" y="20943"/>
                  <a:pt x="250604" y="28174"/>
                </a:cubicBezTo>
                <a:cubicBezTo>
                  <a:pt x="250604" y="35404"/>
                  <a:pt x="244743" y="41265"/>
                  <a:pt x="237513" y="41265"/>
                </a:cubicBezTo>
                <a:lnTo>
                  <a:pt x="230967" y="41265"/>
                </a:lnTo>
                <a:cubicBezTo>
                  <a:pt x="223737" y="41265"/>
                  <a:pt x="217875" y="35404"/>
                  <a:pt x="217875" y="28174"/>
                </a:cubicBezTo>
                <a:close/>
                <a:moveTo>
                  <a:pt x="263696" y="28174"/>
                </a:moveTo>
                <a:cubicBezTo>
                  <a:pt x="263696" y="20943"/>
                  <a:pt x="269557" y="15082"/>
                  <a:pt x="276788" y="15082"/>
                </a:cubicBezTo>
                <a:lnTo>
                  <a:pt x="283333" y="15082"/>
                </a:lnTo>
                <a:cubicBezTo>
                  <a:pt x="297794" y="15082"/>
                  <a:pt x="309517" y="26805"/>
                  <a:pt x="309517" y="41265"/>
                </a:cubicBezTo>
                <a:lnTo>
                  <a:pt x="309517" y="47811"/>
                </a:lnTo>
                <a:cubicBezTo>
                  <a:pt x="309517" y="55042"/>
                  <a:pt x="303655" y="60903"/>
                  <a:pt x="296425" y="60903"/>
                </a:cubicBezTo>
                <a:cubicBezTo>
                  <a:pt x="289195" y="60903"/>
                  <a:pt x="283333" y="55042"/>
                  <a:pt x="283333" y="47811"/>
                </a:cubicBezTo>
                <a:lnTo>
                  <a:pt x="283333" y="44538"/>
                </a:lnTo>
                <a:cubicBezTo>
                  <a:pt x="283333" y="42731"/>
                  <a:pt x="281868" y="41265"/>
                  <a:pt x="280060" y="41265"/>
                </a:cubicBezTo>
                <a:lnTo>
                  <a:pt x="276788" y="41265"/>
                </a:lnTo>
                <a:cubicBezTo>
                  <a:pt x="269557" y="41265"/>
                  <a:pt x="263696" y="35404"/>
                  <a:pt x="263696" y="28174"/>
                </a:cubicBezTo>
                <a:close/>
                <a:moveTo>
                  <a:pt x="309517" y="93632"/>
                </a:moveTo>
                <a:cubicBezTo>
                  <a:pt x="309517" y="100862"/>
                  <a:pt x="303655" y="106724"/>
                  <a:pt x="296425" y="106724"/>
                </a:cubicBezTo>
                <a:cubicBezTo>
                  <a:pt x="289195" y="106724"/>
                  <a:pt x="283333" y="100862"/>
                  <a:pt x="283333" y="93632"/>
                </a:cubicBezTo>
                <a:lnTo>
                  <a:pt x="283333" y="87086"/>
                </a:lnTo>
                <a:cubicBezTo>
                  <a:pt x="283333" y="79856"/>
                  <a:pt x="289195" y="73995"/>
                  <a:pt x="296425" y="73995"/>
                </a:cubicBezTo>
                <a:cubicBezTo>
                  <a:pt x="303655" y="73995"/>
                  <a:pt x="309517" y="79856"/>
                  <a:pt x="309517" y="87086"/>
                </a:cubicBezTo>
                <a:close/>
                <a:moveTo>
                  <a:pt x="309517" y="132907"/>
                </a:moveTo>
                <a:lnTo>
                  <a:pt x="309517" y="139453"/>
                </a:lnTo>
                <a:cubicBezTo>
                  <a:pt x="309517" y="146683"/>
                  <a:pt x="303655" y="152544"/>
                  <a:pt x="296425" y="152544"/>
                </a:cubicBezTo>
                <a:cubicBezTo>
                  <a:pt x="289195" y="152544"/>
                  <a:pt x="283333" y="146683"/>
                  <a:pt x="283333" y="139453"/>
                </a:cubicBezTo>
                <a:lnTo>
                  <a:pt x="283333" y="132907"/>
                </a:lnTo>
                <a:cubicBezTo>
                  <a:pt x="283333" y="125677"/>
                  <a:pt x="289195" y="119815"/>
                  <a:pt x="296425" y="119815"/>
                </a:cubicBezTo>
                <a:cubicBezTo>
                  <a:pt x="303655" y="119815"/>
                  <a:pt x="309517" y="125677"/>
                  <a:pt x="309517" y="132907"/>
                </a:cubicBezTo>
                <a:close/>
                <a:moveTo>
                  <a:pt x="95207" y="30268"/>
                </a:moveTo>
                <a:lnTo>
                  <a:pt x="29748" y="95072"/>
                </a:lnTo>
                <a:cubicBezTo>
                  <a:pt x="28486" y="96290"/>
                  <a:pt x="26789" y="96950"/>
                  <a:pt x="25035" y="96905"/>
                </a:cubicBezTo>
                <a:cubicBezTo>
                  <a:pt x="23266" y="96827"/>
                  <a:pt x="21608" y="96022"/>
                  <a:pt x="20453" y="94679"/>
                </a:cubicBezTo>
                <a:cubicBezTo>
                  <a:pt x="0" y="74144"/>
                  <a:pt x="62" y="40917"/>
                  <a:pt x="20593" y="20458"/>
                </a:cubicBezTo>
                <a:cubicBezTo>
                  <a:pt x="41123" y="0"/>
                  <a:pt x="74351" y="54"/>
                  <a:pt x="94814" y="20581"/>
                </a:cubicBezTo>
                <a:cubicBezTo>
                  <a:pt x="96036" y="21797"/>
                  <a:pt x="96739" y="23439"/>
                  <a:pt x="96778" y="25163"/>
                </a:cubicBezTo>
                <a:cubicBezTo>
                  <a:pt x="96956" y="27006"/>
                  <a:pt x="96391" y="28844"/>
                  <a:pt x="95207" y="30268"/>
                </a:cubicBezTo>
                <a:close/>
                <a:moveTo>
                  <a:pt x="93505" y="64176"/>
                </a:moveTo>
                <a:cubicBezTo>
                  <a:pt x="98927" y="64176"/>
                  <a:pt x="103323" y="68572"/>
                  <a:pt x="103323" y="73995"/>
                </a:cubicBezTo>
                <a:cubicBezTo>
                  <a:pt x="103323" y="90263"/>
                  <a:pt x="90135" y="103451"/>
                  <a:pt x="73867" y="103451"/>
                </a:cubicBezTo>
                <a:cubicBezTo>
                  <a:pt x="68445" y="103451"/>
                  <a:pt x="64049" y="99055"/>
                  <a:pt x="64049" y="93632"/>
                </a:cubicBezTo>
                <a:cubicBezTo>
                  <a:pt x="64049" y="88209"/>
                  <a:pt x="68445" y="83813"/>
                  <a:pt x="73867" y="83813"/>
                </a:cubicBezTo>
                <a:cubicBezTo>
                  <a:pt x="79261" y="83743"/>
                  <a:pt x="83615" y="79388"/>
                  <a:pt x="83686" y="73995"/>
                </a:cubicBezTo>
                <a:cubicBezTo>
                  <a:pt x="83686" y="68572"/>
                  <a:pt x="88082" y="64176"/>
                  <a:pt x="93505" y="64176"/>
                </a:cubicBezTo>
                <a:close/>
                <a:moveTo>
                  <a:pt x="64641" y="128282"/>
                </a:moveTo>
                <a:cubicBezTo>
                  <a:pt x="65811" y="125794"/>
                  <a:pt x="67970" y="123910"/>
                  <a:pt x="70594" y="123088"/>
                </a:cubicBezTo>
                <a:cubicBezTo>
                  <a:pt x="105549" y="113400"/>
                  <a:pt x="122961" y="96905"/>
                  <a:pt x="122437" y="74911"/>
                </a:cubicBezTo>
                <a:cubicBezTo>
                  <a:pt x="122437" y="69488"/>
                  <a:pt x="126833" y="65092"/>
                  <a:pt x="132256" y="65092"/>
                </a:cubicBezTo>
                <a:cubicBezTo>
                  <a:pt x="137679" y="65092"/>
                  <a:pt x="142075" y="69488"/>
                  <a:pt x="142075" y="74911"/>
                </a:cubicBezTo>
                <a:cubicBezTo>
                  <a:pt x="142075" y="97298"/>
                  <a:pt x="131209" y="127277"/>
                  <a:pt x="76617" y="143249"/>
                </a:cubicBezTo>
                <a:lnTo>
                  <a:pt x="73867" y="143249"/>
                </a:lnTo>
                <a:cubicBezTo>
                  <a:pt x="69503" y="143249"/>
                  <a:pt x="65663" y="140369"/>
                  <a:pt x="64441" y="136180"/>
                </a:cubicBezTo>
                <a:cubicBezTo>
                  <a:pt x="63399" y="133635"/>
                  <a:pt x="63472" y="130770"/>
                  <a:pt x="64641" y="128282"/>
                </a:cubicBezTo>
                <a:close/>
                <a:moveTo>
                  <a:pt x="312004" y="296683"/>
                </a:moveTo>
                <a:cubicBezTo>
                  <a:pt x="309870" y="299146"/>
                  <a:pt x="307295" y="301188"/>
                  <a:pt x="304411" y="302705"/>
                </a:cubicBezTo>
                <a:cubicBezTo>
                  <a:pt x="303375" y="303373"/>
                  <a:pt x="302043" y="303373"/>
                  <a:pt x="301007" y="302705"/>
                </a:cubicBezTo>
                <a:cubicBezTo>
                  <a:pt x="299990" y="302061"/>
                  <a:pt x="299430" y="300891"/>
                  <a:pt x="299567" y="299694"/>
                </a:cubicBezTo>
                <a:cubicBezTo>
                  <a:pt x="299632" y="298735"/>
                  <a:pt x="299632" y="297773"/>
                  <a:pt x="299567" y="296814"/>
                </a:cubicBezTo>
                <a:cubicBezTo>
                  <a:pt x="299567" y="276931"/>
                  <a:pt x="283448" y="260812"/>
                  <a:pt x="263565" y="260812"/>
                </a:cubicBezTo>
                <a:cubicBezTo>
                  <a:pt x="243682" y="260812"/>
                  <a:pt x="227563" y="276931"/>
                  <a:pt x="227563" y="296814"/>
                </a:cubicBezTo>
                <a:cubicBezTo>
                  <a:pt x="227580" y="298795"/>
                  <a:pt x="227799" y="300769"/>
                  <a:pt x="228218" y="302705"/>
                </a:cubicBezTo>
                <a:cubicBezTo>
                  <a:pt x="228372" y="303693"/>
                  <a:pt x="228085" y="304698"/>
                  <a:pt x="227432" y="305455"/>
                </a:cubicBezTo>
                <a:cubicBezTo>
                  <a:pt x="226816" y="306194"/>
                  <a:pt x="225907" y="306625"/>
                  <a:pt x="224945" y="306633"/>
                </a:cubicBezTo>
                <a:lnTo>
                  <a:pt x="138540" y="306633"/>
                </a:lnTo>
                <a:cubicBezTo>
                  <a:pt x="137578" y="306625"/>
                  <a:pt x="136668" y="306194"/>
                  <a:pt x="136053" y="305455"/>
                </a:cubicBezTo>
                <a:cubicBezTo>
                  <a:pt x="135400" y="304698"/>
                  <a:pt x="135113" y="303693"/>
                  <a:pt x="135267" y="302705"/>
                </a:cubicBezTo>
                <a:cubicBezTo>
                  <a:pt x="135685" y="300769"/>
                  <a:pt x="135905" y="298795"/>
                  <a:pt x="135922" y="296814"/>
                </a:cubicBezTo>
                <a:cubicBezTo>
                  <a:pt x="135922" y="276931"/>
                  <a:pt x="119803" y="260812"/>
                  <a:pt x="99920" y="260812"/>
                </a:cubicBezTo>
                <a:cubicBezTo>
                  <a:pt x="80036" y="260812"/>
                  <a:pt x="63918" y="276931"/>
                  <a:pt x="63918" y="296814"/>
                </a:cubicBezTo>
                <a:cubicBezTo>
                  <a:pt x="63848" y="298035"/>
                  <a:pt x="63848" y="299259"/>
                  <a:pt x="63918" y="300480"/>
                </a:cubicBezTo>
                <a:cubicBezTo>
                  <a:pt x="64045" y="301711"/>
                  <a:pt x="63493" y="302914"/>
                  <a:pt x="62478" y="303622"/>
                </a:cubicBezTo>
                <a:cubicBezTo>
                  <a:pt x="61465" y="304206"/>
                  <a:pt x="60217" y="304206"/>
                  <a:pt x="59205" y="303622"/>
                </a:cubicBezTo>
                <a:cubicBezTo>
                  <a:pt x="55874" y="301932"/>
                  <a:pt x="52897" y="299621"/>
                  <a:pt x="50433" y="296814"/>
                </a:cubicBezTo>
                <a:cubicBezTo>
                  <a:pt x="45321" y="290708"/>
                  <a:pt x="43122" y="282679"/>
                  <a:pt x="44411" y="274820"/>
                </a:cubicBezTo>
                <a:cubicBezTo>
                  <a:pt x="53183" y="222716"/>
                  <a:pt x="96778" y="178466"/>
                  <a:pt x="150061" y="162494"/>
                </a:cubicBezTo>
                <a:cubicBezTo>
                  <a:pt x="151457" y="162087"/>
                  <a:pt x="152417" y="160807"/>
                  <a:pt x="152417" y="159352"/>
                </a:cubicBezTo>
                <a:lnTo>
                  <a:pt x="152417" y="151628"/>
                </a:lnTo>
                <a:cubicBezTo>
                  <a:pt x="152417" y="129937"/>
                  <a:pt x="170001" y="112353"/>
                  <a:pt x="191692" y="112353"/>
                </a:cubicBezTo>
                <a:cubicBezTo>
                  <a:pt x="213383" y="112353"/>
                  <a:pt x="230967" y="129937"/>
                  <a:pt x="230967" y="151628"/>
                </a:cubicBezTo>
                <a:lnTo>
                  <a:pt x="230967" y="159352"/>
                </a:lnTo>
                <a:cubicBezTo>
                  <a:pt x="231005" y="160723"/>
                  <a:pt x="231893" y="161925"/>
                  <a:pt x="233192" y="162363"/>
                </a:cubicBezTo>
                <a:cubicBezTo>
                  <a:pt x="281257" y="179336"/>
                  <a:pt x="314948" y="222858"/>
                  <a:pt x="319335" y="273642"/>
                </a:cubicBezTo>
                <a:cubicBezTo>
                  <a:pt x="320336" y="282021"/>
                  <a:pt x="317663" y="290423"/>
                  <a:pt x="312004" y="296683"/>
                </a:cubicBezTo>
                <a:close/>
                <a:moveTo>
                  <a:pt x="151501" y="197318"/>
                </a:moveTo>
                <a:cubicBezTo>
                  <a:pt x="152748" y="194801"/>
                  <a:pt x="152250" y="191769"/>
                  <a:pt x="150264" y="189783"/>
                </a:cubicBezTo>
                <a:cubicBezTo>
                  <a:pt x="148278" y="187797"/>
                  <a:pt x="145246" y="187299"/>
                  <a:pt x="142729" y="188546"/>
                </a:cubicBezTo>
                <a:cubicBezTo>
                  <a:pt x="122109" y="197845"/>
                  <a:pt x="104281" y="212378"/>
                  <a:pt x="91017" y="230701"/>
                </a:cubicBezTo>
                <a:cubicBezTo>
                  <a:pt x="89705" y="232733"/>
                  <a:pt x="89705" y="235346"/>
                  <a:pt x="91017" y="237378"/>
                </a:cubicBezTo>
                <a:cubicBezTo>
                  <a:pt x="92134" y="239533"/>
                  <a:pt x="94351" y="240894"/>
                  <a:pt x="96778" y="240913"/>
                </a:cubicBezTo>
                <a:lnTo>
                  <a:pt x="117593" y="240913"/>
                </a:lnTo>
                <a:cubicBezTo>
                  <a:pt x="125035" y="240933"/>
                  <a:pt x="131840" y="236718"/>
                  <a:pt x="135136" y="230047"/>
                </a:cubicBezTo>
                <a:lnTo>
                  <a:pt x="151762" y="197449"/>
                </a:lnTo>
                <a:close/>
                <a:moveTo>
                  <a:pt x="178862" y="152806"/>
                </a:moveTo>
                <a:cubicBezTo>
                  <a:pt x="178874" y="153702"/>
                  <a:pt x="179253" y="154554"/>
                  <a:pt x="179909" y="155163"/>
                </a:cubicBezTo>
                <a:cubicBezTo>
                  <a:pt x="180581" y="155792"/>
                  <a:pt x="181478" y="156122"/>
                  <a:pt x="182397" y="156079"/>
                </a:cubicBezTo>
                <a:cubicBezTo>
                  <a:pt x="186104" y="155883"/>
                  <a:pt x="189818" y="155883"/>
                  <a:pt x="193525" y="156079"/>
                </a:cubicBezTo>
                <a:lnTo>
                  <a:pt x="201511" y="156079"/>
                </a:lnTo>
                <a:cubicBezTo>
                  <a:pt x="202430" y="156122"/>
                  <a:pt x="203327" y="155792"/>
                  <a:pt x="203998" y="155163"/>
                </a:cubicBezTo>
                <a:cubicBezTo>
                  <a:pt x="204655" y="154554"/>
                  <a:pt x="205034" y="153702"/>
                  <a:pt x="205045" y="152806"/>
                </a:cubicBezTo>
                <a:lnTo>
                  <a:pt x="205045" y="151497"/>
                </a:lnTo>
                <a:cubicBezTo>
                  <a:pt x="205045" y="144267"/>
                  <a:pt x="199184" y="138405"/>
                  <a:pt x="191954" y="138405"/>
                </a:cubicBezTo>
                <a:cubicBezTo>
                  <a:pt x="184723" y="138405"/>
                  <a:pt x="178862" y="144267"/>
                  <a:pt x="178862" y="151497"/>
                </a:cubicBezTo>
                <a:close/>
                <a:moveTo>
                  <a:pt x="244451" y="231618"/>
                </a:moveTo>
                <a:cubicBezTo>
                  <a:pt x="248034" y="225821"/>
                  <a:pt x="248331" y="218575"/>
                  <a:pt x="245237" y="212504"/>
                </a:cubicBezTo>
                <a:lnTo>
                  <a:pt x="238691" y="199412"/>
                </a:lnTo>
                <a:cubicBezTo>
                  <a:pt x="235395" y="192741"/>
                  <a:pt x="228590" y="188526"/>
                  <a:pt x="221148" y="188546"/>
                </a:cubicBezTo>
                <a:lnTo>
                  <a:pt x="198107" y="188546"/>
                </a:lnTo>
                <a:cubicBezTo>
                  <a:pt x="190710" y="188704"/>
                  <a:pt x="184030" y="193006"/>
                  <a:pt x="180826" y="199674"/>
                </a:cubicBezTo>
                <a:lnTo>
                  <a:pt x="167734" y="225857"/>
                </a:lnTo>
                <a:cubicBezTo>
                  <a:pt x="165906" y="228969"/>
                  <a:pt x="165906" y="232826"/>
                  <a:pt x="167734" y="235938"/>
                </a:cubicBezTo>
                <a:cubicBezTo>
                  <a:pt x="169639" y="239027"/>
                  <a:pt x="173008" y="240909"/>
                  <a:pt x="176637" y="240913"/>
                </a:cubicBezTo>
                <a:lnTo>
                  <a:pt x="227694" y="240913"/>
                </a:lnTo>
                <a:cubicBezTo>
                  <a:pt x="234455" y="240841"/>
                  <a:pt x="240717" y="237340"/>
                  <a:pt x="244320" y="231618"/>
                </a:cubicBezTo>
                <a:close/>
                <a:moveTo>
                  <a:pt x="77140" y="296552"/>
                </a:moveTo>
                <a:cubicBezTo>
                  <a:pt x="77140" y="283899"/>
                  <a:pt x="87397" y="273642"/>
                  <a:pt x="100051" y="273642"/>
                </a:cubicBezTo>
                <a:cubicBezTo>
                  <a:pt x="112704" y="273642"/>
                  <a:pt x="122961" y="283899"/>
                  <a:pt x="122961" y="296552"/>
                </a:cubicBezTo>
                <a:cubicBezTo>
                  <a:pt x="122961" y="309205"/>
                  <a:pt x="112704" y="319463"/>
                  <a:pt x="100051" y="319463"/>
                </a:cubicBezTo>
                <a:cubicBezTo>
                  <a:pt x="87397" y="319463"/>
                  <a:pt x="77140" y="309205"/>
                  <a:pt x="77140" y="296552"/>
                </a:cubicBezTo>
                <a:moveTo>
                  <a:pt x="240786" y="296552"/>
                </a:moveTo>
                <a:cubicBezTo>
                  <a:pt x="240786" y="283899"/>
                  <a:pt x="251043" y="273642"/>
                  <a:pt x="263696" y="273642"/>
                </a:cubicBezTo>
                <a:cubicBezTo>
                  <a:pt x="276349" y="273642"/>
                  <a:pt x="286606" y="283899"/>
                  <a:pt x="286606" y="296552"/>
                </a:cubicBezTo>
                <a:cubicBezTo>
                  <a:pt x="286606" y="309205"/>
                  <a:pt x="276349" y="319463"/>
                  <a:pt x="263696" y="319463"/>
                </a:cubicBezTo>
                <a:cubicBezTo>
                  <a:pt x="251043" y="319463"/>
                  <a:pt x="240786" y="309205"/>
                  <a:pt x="240786" y="296552"/>
                </a:cubicBez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24CC291-EC4C-846F-CA87-020F7F40C02F}"/>
              </a:ext>
            </a:extLst>
          </p:cNvPr>
          <p:cNvSpPr/>
          <p:nvPr/>
        </p:nvSpPr>
        <p:spPr>
          <a:xfrm>
            <a:off x="7394328" y="3506328"/>
            <a:ext cx="314387" cy="318213"/>
          </a:xfrm>
          <a:custGeom>
            <a:avLst/>
            <a:gdLst/>
            <a:ahLst/>
            <a:cxnLst/>
            <a:rect l="0" t="0" r="0" b="0"/>
            <a:pathLst>
              <a:path w="314387" h="318213">
                <a:moveTo>
                  <a:pt x="314387" y="43289"/>
                </a:moveTo>
                <a:lnTo>
                  <a:pt x="314387" y="213480"/>
                </a:lnTo>
                <a:cubicBezTo>
                  <a:pt x="314387" y="235171"/>
                  <a:pt x="296803" y="252755"/>
                  <a:pt x="275112" y="252755"/>
                </a:cubicBezTo>
                <a:lnTo>
                  <a:pt x="196562" y="252755"/>
                </a:lnTo>
                <a:cubicBezTo>
                  <a:pt x="189332" y="252755"/>
                  <a:pt x="183471" y="246894"/>
                  <a:pt x="183471" y="239664"/>
                </a:cubicBezTo>
                <a:cubicBezTo>
                  <a:pt x="183471" y="232433"/>
                  <a:pt x="189332" y="226572"/>
                  <a:pt x="196562" y="226572"/>
                </a:cubicBezTo>
                <a:lnTo>
                  <a:pt x="275112" y="226572"/>
                </a:lnTo>
                <a:cubicBezTo>
                  <a:pt x="282342" y="226572"/>
                  <a:pt x="288204" y="220711"/>
                  <a:pt x="288204" y="213480"/>
                </a:cubicBezTo>
                <a:lnTo>
                  <a:pt x="288204" y="43289"/>
                </a:lnTo>
                <a:cubicBezTo>
                  <a:pt x="288204" y="36059"/>
                  <a:pt x="282342" y="30198"/>
                  <a:pt x="275112" y="30198"/>
                </a:cubicBezTo>
                <a:lnTo>
                  <a:pt x="163833" y="30198"/>
                </a:lnTo>
                <a:cubicBezTo>
                  <a:pt x="156603" y="30198"/>
                  <a:pt x="150742" y="24336"/>
                  <a:pt x="150742" y="17106"/>
                </a:cubicBezTo>
                <a:cubicBezTo>
                  <a:pt x="150742" y="9876"/>
                  <a:pt x="156603" y="4014"/>
                  <a:pt x="163833" y="4014"/>
                </a:cubicBezTo>
                <a:lnTo>
                  <a:pt x="275112" y="4014"/>
                </a:lnTo>
                <a:cubicBezTo>
                  <a:pt x="296803" y="4014"/>
                  <a:pt x="314387" y="21598"/>
                  <a:pt x="314387" y="43289"/>
                </a:cubicBezTo>
                <a:close/>
                <a:moveTo>
                  <a:pt x="229946" y="161245"/>
                </a:moveTo>
                <a:cubicBezTo>
                  <a:pt x="230862" y="158997"/>
                  <a:pt x="230459" y="156427"/>
                  <a:pt x="228899" y="154568"/>
                </a:cubicBezTo>
                <a:cubicBezTo>
                  <a:pt x="226919" y="152215"/>
                  <a:pt x="225408" y="149504"/>
                  <a:pt x="224447" y="146582"/>
                </a:cubicBezTo>
                <a:cubicBezTo>
                  <a:pt x="222300" y="140577"/>
                  <a:pt x="223024" y="133919"/>
                  <a:pt x="226411" y="128516"/>
                </a:cubicBezTo>
                <a:cubicBezTo>
                  <a:pt x="228019" y="126077"/>
                  <a:pt x="229908" y="123836"/>
                  <a:pt x="232041" y="121839"/>
                </a:cubicBezTo>
                <a:cubicBezTo>
                  <a:pt x="237609" y="116704"/>
                  <a:pt x="241258" y="109823"/>
                  <a:pt x="242383" y="102332"/>
                </a:cubicBezTo>
                <a:cubicBezTo>
                  <a:pt x="242862" y="98640"/>
                  <a:pt x="245361" y="95524"/>
                  <a:pt x="248862" y="94257"/>
                </a:cubicBezTo>
                <a:cubicBezTo>
                  <a:pt x="252362" y="92989"/>
                  <a:pt x="256277" y="93781"/>
                  <a:pt x="259009" y="96310"/>
                </a:cubicBezTo>
                <a:cubicBezTo>
                  <a:pt x="273327" y="110035"/>
                  <a:pt x="278428" y="130796"/>
                  <a:pt x="272101" y="149593"/>
                </a:cubicBezTo>
                <a:cubicBezTo>
                  <a:pt x="268818" y="157462"/>
                  <a:pt x="261770" y="163130"/>
                  <a:pt x="253380" y="164649"/>
                </a:cubicBezTo>
                <a:cubicBezTo>
                  <a:pt x="251148" y="165085"/>
                  <a:pt x="249281" y="166608"/>
                  <a:pt x="248405" y="168707"/>
                </a:cubicBezTo>
                <a:lnTo>
                  <a:pt x="232564" y="207982"/>
                </a:lnTo>
                <a:cubicBezTo>
                  <a:pt x="231032" y="211695"/>
                  <a:pt x="227417" y="214122"/>
                  <a:pt x="223400" y="214135"/>
                </a:cubicBezTo>
                <a:cubicBezTo>
                  <a:pt x="222152" y="214108"/>
                  <a:pt x="220915" y="213887"/>
                  <a:pt x="219734" y="213480"/>
                </a:cubicBezTo>
                <a:cubicBezTo>
                  <a:pt x="217253" y="212497"/>
                  <a:pt x="215278" y="210546"/>
                  <a:pt x="214266" y="208076"/>
                </a:cubicBezTo>
                <a:cubicBezTo>
                  <a:pt x="213253" y="205607"/>
                  <a:pt x="213290" y="202831"/>
                  <a:pt x="214367" y="200389"/>
                </a:cubicBezTo>
                <a:close/>
                <a:moveTo>
                  <a:pt x="214367" y="170540"/>
                </a:moveTo>
                <a:cubicBezTo>
                  <a:pt x="210656" y="181295"/>
                  <a:pt x="200730" y="188674"/>
                  <a:pt x="189362" y="189130"/>
                </a:cubicBezTo>
                <a:cubicBezTo>
                  <a:pt x="185840" y="189062"/>
                  <a:pt x="182350" y="188444"/>
                  <a:pt x="179020" y="187297"/>
                </a:cubicBezTo>
                <a:cubicBezTo>
                  <a:pt x="151497" y="179328"/>
                  <a:pt x="132151" y="154657"/>
                  <a:pt x="130973" y="126028"/>
                </a:cubicBezTo>
                <a:cubicBezTo>
                  <a:pt x="130973" y="90288"/>
                  <a:pt x="165666" y="60570"/>
                  <a:pt x="208214" y="60570"/>
                </a:cubicBezTo>
                <a:cubicBezTo>
                  <a:pt x="215047" y="60555"/>
                  <a:pt x="221858" y="61346"/>
                  <a:pt x="228506" y="62927"/>
                </a:cubicBezTo>
                <a:cubicBezTo>
                  <a:pt x="231058" y="63486"/>
                  <a:pt x="233276" y="65053"/>
                  <a:pt x="234657" y="67272"/>
                </a:cubicBezTo>
                <a:cubicBezTo>
                  <a:pt x="236037" y="69490"/>
                  <a:pt x="236463" y="72172"/>
                  <a:pt x="235837" y="74709"/>
                </a:cubicBezTo>
                <a:cubicBezTo>
                  <a:pt x="235361" y="77284"/>
                  <a:pt x="233877" y="79562"/>
                  <a:pt x="231713" y="81037"/>
                </a:cubicBezTo>
                <a:cubicBezTo>
                  <a:pt x="229550" y="82512"/>
                  <a:pt x="226887" y="83062"/>
                  <a:pt x="224317" y="82564"/>
                </a:cubicBezTo>
                <a:cubicBezTo>
                  <a:pt x="219064" y="81110"/>
                  <a:pt x="213660" y="80275"/>
                  <a:pt x="208214" y="80077"/>
                </a:cubicBezTo>
                <a:cubicBezTo>
                  <a:pt x="176794" y="80077"/>
                  <a:pt x="150611" y="100369"/>
                  <a:pt x="150611" y="126552"/>
                </a:cubicBezTo>
                <a:cubicBezTo>
                  <a:pt x="151961" y="146636"/>
                  <a:pt x="165886" y="163661"/>
                  <a:pt x="185303" y="168969"/>
                </a:cubicBezTo>
                <a:cubicBezTo>
                  <a:pt x="188838" y="170278"/>
                  <a:pt x="192111" y="171456"/>
                  <a:pt x="196170" y="162423"/>
                </a:cubicBezTo>
                <a:cubicBezTo>
                  <a:pt x="197199" y="159987"/>
                  <a:pt x="199180" y="158077"/>
                  <a:pt x="201652" y="157138"/>
                </a:cubicBezTo>
                <a:cubicBezTo>
                  <a:pt x="204125" y="156198"/>
                  <a:pt x="206874" y="156310"/>
                  <a:pt x="209261" y="157448"/>
                </a:cubicBezTo>
                <a:cubicBezTo>
                  <a:pt x="214281" y="159659"/>
                  <a:pt x="216564" y="165515"/>
                  <a:pt x="214367" y="170540"/>
                </a:cubicBezTo>
                <a:close/>
                <a:moveTo>
                  <a:pt x="166059" y="138596"/>
                </a:moveTo>
                <a:cubicBezTo>
                  <a:pt x="166059" y="133173"/>
                  <a:pt x="170455" y="128777"/>
                  <a:pt x="175878" y="128777"/>
                </a:cubicBezTo>
                <a:cubicBezTo>
                  <a:pt x="181300" y="128777"/>
                  <a:pt x="185696" y="133173"/>
                  <a:pt x="185696" y="138596"/>
                </a:cubicBezTo>
                <a:cubicBezTo>
                  <a:pt x="185696" y="144019"/>
                  <a:pt x="181300" y="148415"/>
                  <a:pt x="175878" y="148415"/>
                </a:cubicBezTo>
                <a:cubicBezTo>
                  <a:pt x="170455" y="148415"/>
                  <a:pt x="166059" y="144019"/>
                  <a:pt x="166059" y="138596"/>
                </a:cubicBezTo>
                <a:moveTo>
                  <a:pt x="175878" y="105867"/>
                </a:moveTo>
                <a:cubicBezTo>
                  <a:pt x="175878" y="100444"/>
                  <a:pt x="180274" y="96048"/>
                  <a:pt x="185696" y="96048"/>
                </a:cubicBezTo>
                <a:cubicBezTo>
                  <a:pt x="191119" y="96048"/>
                  <a:pt x="195515" y="100444"/>
                  <a:pt x="195515" y="105867"/>
                </a:cubicBezTo>
                <a:cubicBezTo>
                  <a:pt x="195515" y="111290"/>
                  <a:pt x="191119" y="115686"/>
                  <a:pt x="185696" y="115686"/>
                </a:cubicBezTo>
                <a:cubicBezTo>
                  <a:pt x="180274" y="115686"/>
                  <a:pt x="175878" y="111290"/>
                  <a:pt x="175878" y="105867"/>
                </a:cubicBezTo>
                <a:moveTo>
                  <a:pt x="208607" y="99321"/>
                </a:moveTo>
                <a:cubicBezTo>
                  <a:pt x="208607" y="93899"/>
                  <a:pt x="213003" y="89503"/>
                  <a:pt x="218425" y="89503"/>
                </a:cubicBezTo>
                <a:cubicBezTo>
                  <a:pt x="223848" y="89503"/>
                  <a:pt x="228244" y="93899"/>
                  <a:pt x="228244" y="99321"/>
                </a:cubicBezTo>
                <a:cubicBezTo>
                  <a:pt x="228244" y="104744"/>
                  <a:pt x="223848" y="109140"/>
                  <a:pt x="218425" y="109140"/>
                </a:cubicBezTo>
                <a:cubicBezTo>
                  <a:pt x="213003" y="109140"/>
                  <a:pt x="208607" y="104744"/>
                  <a:pt x="208607" y="99321"/>
                </a:cubicBezTo>
                <a:moveTo>
                  <a:pt x="157287" y="206935"/>
                </a:moveTo>
                <a:lnTo>
                  <a:pt x="157287" y="229845"/>
                </a:lnTo>
                <a:cubicBezTo>
                  <a:pt x="157287" y="237075"/>
                  <a:pt x="151426" y="242937"/>
                  <a:pt x="144196" y="242937"/>
                </a:cubicBezTo>
                <a:lnTo>
                  <a:pt x="129533" y="242937"/>
                </a:lnTo>
                <a:cubicBezTo>
                  <a:pt x="126113" y="242926"/>
                  <a:pt x="123261" y="245550"/>
                  <a:pt x="122987" y="248959"/>
                </a:cubicBezTo>
                <a:lnTo>
                  <a:pt x="118013" y="309180"/>
                </a:lnTo>
                <a:cubicBezTo>
                  <a:pt x="117542" y="314265"/>
                  <a:pt x="113300" y="318168"/>
                  <a:pt x="108194" y="318213"/>
                </a:cubicBezTo>
                <a:lnTo>
                  <a:pt x="49281" y="318213"/>
                </a:lnTo>
                <a:cubicBezTo>
                  <a:pt x="44175" y="318168"/>
                  <a:pt x="39933" y="314265"/>
                  <a:pt x="39463" y="309180"/>
                </a:cubicBezTo>
                <a:lnTo>
                  <a:pt x="34488" y="248959"/>
                </a:lnTo>
                <a:cubicBezTo>
                  <a:pt x="34214" y="245550"/>
                  <a:pt x="31362" y="242926"/>
                  <a:pt x="27942" y="242937"/>
                </a:cubicBezTo>
                <a:lnTo>
                  <a:pt x="13279" y="242937"/>
                </a:lnTo>
                <a:cubicBezTo>
                  <a:pt x="6049" y="242937"/>
                  <a:pt x="188" y="237075"/>
                  <a:pt x="188" y="229845"/>
                </a:cubicBezTo>
                <a:lnTo>
                  <a:pt x="188" y="184024"/>
                </a:lnTo>
                <a:cubicBezTo>
                  <a:pt x="0" y="154761"/>
                  <a:pt x="16094" y="127819"/>
                  <a:pt x="41950" y="114115"/>
                </a:cubicBezTo>
                <a:cubicBezTo>
                  <a:pt x="42975" y="113620"/>
                  <a:pt x="43669" y="112629"/>
                  <a:pt x="43783" y="111497"/>
                </a:cubicBezTo>
                <a:cubicBezTo>
                  <a:pt x="43825" y="110421"/>
                  <a:pt x="43336" y="109393"/>
                  <a:pt x="42474" y="108747"/>
                </a:cubicBezTo>
                <a:cubicBezTo>
                  <a:pt x="21346" y="91907"/>
                  <a:pt x="14418" y="62833"/>
                  <a:pt x="25682" y="38275"/>
                </a:cubicBezTo>
                <a:cubicBezTo>
                  <a:pt x="36945" y="13717"/>
                  <a:pt x="63499" y="0"/>
                  <a:pt x="90046" y="5025"/>
                </a:cubicBezTo>
                <a:cubicBezTo>
                  <a:pt x="116592" y="10051"/>
                  <a:pt x="136294" y="32526"/>
                  <a:pt x="137801" y="59502"/>
                </a:cubicBezTo>
                <a:cubicBezTo>
                  <a:pt x="139309" y="86478"/>
                  <a:pt x="122233" y="111007"/>
                  <a:pt x="96411" y="118959"/>
                </a:cubicBezTo>
                <a:cubicBezTo>
                  <a:pt x="93670" y="119821"/>
                  <a:pt x="91812" y="122369"/>
                  <a:pt x="91829" y="125243"/>
                </a:cubicBezTo>
                <a:lnTo>
                  <a:pt x="91829" y="183893"/>
                </a:lnTo>
                <a:cubicBezTo>
                  <a:pt x="91829" y="191124"/>
                  <a:pt x="85968" y="196985"/>
                  <a:pt x="78738" y="196985"/>
                </a:cubicBezTo>
                <a:cubicBezTo>
                  <a:pt x="71507" y="196985"/>
                  <a:pt x="65646" y="191124"/>
                  <a:pt x="65646" y="183893"/>
                </a:cubicBezTo>
                <a:lnTo>
                  <a:pt x="65646" y="137549"/>
                </a:lnTo>
                <a:cubicBezTo>
                  <a:pt x="65638" y="136489"/>
                  <a:pt x="65097" y="135505"/>
                  <a:pt x="64206" y="134931"/>
                </a:cubicBezTo>
                <a:cubicBezTo>
                  <a:pt x="63315" y="134416"/>
                  <a:pt x="62217" y="134416"/>
                  <a:pt x="61326" y="134931"/>
                </a:cubicBezTo>
                <a:cubicBezTo>
                  <a:pt x="40482" y="142279"/>
                  <a:pt x="26495" y="161923"/>
                  <a:pt x="26371" y="184024"/>
                </a:cubicBezTo>
                <a:lnTo>
                  <a:pt x="26371" y="210208"/>
                </a:lnTo>
                <a:cubicBezTo>
                  <a:pt x="26371" y="213823"/>
                  <a:pt x="29302" y="216753"/>
                  <a:pt x="32917" y="216753"/>
                </a:cubicBezTo>
                <a:lnTo>
                  <a:pt x="124558" y="216753"/>
                </a:lnTo>
                <a:cubicBezTo>
                  <a:pt x="128173" y="216753"/>
                  <a:pt x="131104" y="213823"/>
                  <a:pt x="131104" y="210208"/>
                </a:cubicBezTo>
                <a:lnTo>
                  <a:pt x="131104" y="206935"/>
                </a:lnTo>
                <a:cubicBezTo>
                  <a:pt x="131104" y="199704"/>
                  <a:pt x="136965" y="193843"/>
                  <a:pt x="144196" y="193843"/>
                </a:cubicBezTo>
                <a:cubicBezTo>
                  <a:pt x="151426" y="193843"/>
                  <a:pt x="157287" y="199704"/>
                  <a:pt x="157287" y="206935"/>
                </a:cubicBezTo>
                <a:close/>
                <a:moveTo>
                  <a:pt x="47318" y="54024"/>
                </a:moveTo>
                <a:cubicBezTo>
                  <a:pt x="46429" y="56686"/>
                  <a:pt x="45944" y="59466"/>
                  <a:pt x="45878" y="62272"/>
                </a:cubicBezTo>
                <a:cubicBezTo>
                  <a:pt x="45408" y="80348"/>
                  <a:pt x="59680" y="95382"/>
                  <a:pt x="77756" y="95852"/>
                </a:cubicBezTo>
                <a:cubicBezTo>
                  <a:pt x="95832" y="96322"/>
                  <a:pt x="110866" y="82050"/>
                  <a:pt x="111336" y="63974"/>
                </a:cubicBezTo>
                <a:cubicBezTo>
                  <a:pt x="111367" y="62966"/>
                  <a:pt x="110933" y="62000"/>
                  <a:pt x="110158" y="61356"/>
                </a:cubicBezTo>
                <a:cubicBezTo>
                  <a:pt x="109295" y="60913"/>
                  <a:pt x="108271" y="60913"/>
                  <a:pt x="107408" y="61356"/>
                </a:cubicBezTo>
                <a:cubicBezTo>
                  <a:pt x="102273" y="62345"/>
                  <a:pt x="97059" y="62870"/>
                  <a:pt x="91829" y="62927"/>
                </a:cubicBezTo>
                <a:cubicBezTo>
                  <a:pt x="77800" y="62888"/>
                  <a:pt x="64045" y="59042"/>
                  <a:pt x="52031" y="51799"/>
                </a:cubicBezTo>
                <a:cubicBezTo>
                  <a:pt x="51111" y="51406"/>
                  <a:pt x="50070" y="51406"/>
                  <a:pt x="49151" y="51799"/>
                </a:cubicBezTo>
                <a:cubicBezTo>
                  <a:pt x="48215" y="52200"/>
                  <a:pt x="47532" y="53029"/>
                  <a:pt x="47318" y="54024"/>
                </a:cubicBezTo>
                <a:close/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603FEAD-1611-32E4-867A-519A2AD1351D}"/>
              </a:ext>
            </a:extLst>
          </p:cNvPr>
          <p:cNvSpPr/>
          <p:nvPr/>
        </p:nvSpPr>
        <p:spPr>
          <a:xfrm>
            <a:off x="6720330" y="4766671"/>
            <a:ext cx="300990" cy="314667"/>
          </a:xfrm>
          <a:custGeom>
            <a:avLst/>
            <a:gdLst/>
            <a:ahLst/>
            <a:cxnLst/>
            <a:rect l="0" t="0" r="0" b="0"/>
            <a:pathLst>
              <a:path w="300990" h="314667">
                <a:moveTo>
                  <a:pt x="276069" y="297124"/>
                </a:moveTo>
                <a:cubicBezTo>
                  <a:pt x="274999" y="307095"/>
                  <a:pt x="266590" y="314658"/>
                  <a:pt x="256562" y="314667"/>
                </a:cubicBezTo>
                <a:lnTo>
                  <a:pt x="44478" y="314667"/>
                </a:lnTo>
                <a:cubicBezTo>
                  <a:pt x="34450" y="314658"/>
                  <a:pt x="26041" y="307095"/>
                  <a:pt x="24971" y="297124"/>
                </a:cubicBezTo>
                <a:lnTo>
                  <a:pt x="752" y="66974"/>
                </a:lnTo>
                <a:cubicBezTo>
                  <a:pt x="0" y="60355"/>
                  <a:pt x="2723" y="53819"/>
                  <a:pt x="7952" y="49693"/>
                </a:cubicBezTo>
                <a:cubicBezTo>
                  <a:pt x="48403" y="17383"/>
                  <a:pt x="98752" y="0"/>
                  <a:pt x="150520" y="468"/>
                </a:cubicBezTo>
                <a:cubicBezTo>
                  <a:pt x="202288" y="0"/>
                  <a:pt x="252637" y="17383"/>
                  <a:pt x="293088" y="49693"/>
                </a:cubicBezTo>
                <a:cubicBezTo>
                  <a:pt x="298276" y="53850"/>
                  <a:pt x="300990" y="60363"/>
                  <a:pt x="300288" y="66974"/>
                </a:cubicBezTo>
                <a:close/>
                <a:moveTo>
                  <a:pt x="261799" y="71425"/>
                </a:moveTo>
                <a:cubicBezTo>
                  <a:pt x="261795" y="69199"/>
                  <a:pt x="260661" y="67128"/>
                  <a:pt x="258788" y="65926"/>
                </a:cubicBezTo>
                <a:cubicBezTo>
                  <a:pt x="250198" y="60073"/>
                  <a:pt x="241133" y="54949"/>
                  <a:pt x="231688" y="50609"/>
                </a:cubicBezTo>
                <a:cubicBezTo>
                  <a:pt x="230030" y="49829"/>
                  <a:pt x="228110" y="49829"/>
                  <a:pt x="226451" y="50609"/>
                </a:cubicBezTo>
                <a:cubicBezTo>
                  <a:pt x="224760" y="51276"/>
                  <a:pt x="223461" y="52671"/>
                  <a:pt x="222917" y="54406"/>
                </a:cubicBezTo>
                <a:lnTo>
                  <a:pt x="213229" y="81636"/>
                </a:lnTo>
                <a:cubicBezTo>
                  <a:pt x="211837" y="85572"/>
                  <a:pt x="208109" y="88198"/>
                  <a:pt x="203934" y="88182"/>
                </a:cubicBezTo>
                <a:cubicBezTo>
                  <a:pt x="202851" y="88370"/>
                  <a:pt x="201744" y="88370"/>
                  <a:pt x="200661" y="88182"/>
                </a:cubicBezTo>
                <a:cubicBezTo>
                  <a:pt x="198085" y="87300"/>
                  <a:pt x="195982" y="85401"/>
                  <a:pt x="194844" y="82927"/>
                </a:cubicBezTo>
                <a:cubicBezTo>
                  <a:pt x="193706" y="80453"/>
                  <a:pt x="193632" y="77621"/>
                  <a:pt x="194639" y="75090"/>
                </a:cubicBezTo>
                <a:lnTo>
                  <a:pt x="204588" y="46420"/>
                </a:lnTo>
                <a:cubicBezTo>
                  <a:pt x="205182" y="45132"/>
                  <a:pt x="205182" y="43649"/>
                  <a:pt x="204588" y="42361"/>
                </a:cubicBezTo>
                <a:cubicBezTo>
                  <a:pt x="203922" y="41060"/>
                  <a:pt x="202731" y="40107"/>
                  <a:pt x="201315" y="39743"/>
                </a:cubicBezTo>
                <a:cubicBezTo>
                  <a:pt x="190207" y="36818"/>
                  <a:pt x="178859" y="34890"/>
                  <a:pt x="167408" y="33983"/>
                </a:cubicBezTo>
                <a:cubicBezTo>
                  <a:pt x="165581" y="33796"/>
                  <a:pt x="163763" y="34417"/>
                  <a:pt x="162433" y="35685"/>
                </a:cubicBezTo>
                <a:cubicBezTo>
                  <a:pt x="161099" y="36943"/>
                  <a:pt x="160342" y="38695"/>
                  <a:pt x="160339" y="40528"/>
                </a:cubicBezTo>
                <a:lnTo>
                  <a:pt x="160339" y="52835"/>
                </a:lnTo>
                <a:cubicBezTo>
                  <a:pt x="160339" y="58257"/>
                  <a:pt x="155943" y="62653"/>
                  <a:pt x="150520" y="62653"/>
                </a:cubicBezTo>
                <a:cubicBezTo>
                  <a:pt x="145097" y="62653"/>
                  <a:pt x="140701" y="58257"/>
                  <a:pt x="140701" y="52835"/>
                </a:cubicBezTo>
                <a:lnTo>
                  <a:pt x="140701" y="40528"/>
                </a:lnTo>
                <a:cubicBezTo>
                  <a:pt x="140698" y="38695"/>
                  <a:pt x="139940" y="36943"/>
                  <a:pt x="138606" y="35685"/>
                </a:cubicBezTo>
                <a:cubicBezTo>
                  <a:pt x="137277" y="34417"/>
                  <a:pt x="135459" y="33796"/>
                  <a:pt x="133632" y="33983"/>
                </a:cubicBezTo>
                <a:cubicBezTo>
                  <a:pt x="122180" y="34890"/>
                  <a:pt x="110833" y="36818"/>
                  <a:pt x="99724" y="39743"/>
                </a:cubicBezTo>
                <a:cubicBezTo>
                  <a:pt x="98211" y="40037"/>
                  <a:pt x="96912" y="41000"/>
                  <a:pt x="96190" y="42361"/>
                </a:cubicBezTo>
                <a:cubicBezTo>
                  <a:pt x="95596" y="43649"/>
                  <a:pt x="95596" y="45132"/>
                  <a:pt x="96190" y="46420"/>
                </a:cubicBezTo>
                <a:lnTo>
                  <a:pt x="106401" y="75090"/>
                </a:lnTo>
                <a:cubicBezTo>
                  <a:pt x="107408" y="77621"/>
                  <a:pt x="107333" y="80453"/>
                  <a:pt x="106195" y="82927"/>
                </a:cubicBezTo>
                <a:cubicBezTo>
                  <a:pt x="105057" y="85401"/>
                  <a:pt x="102955" y="87300"/>
                  <a:pt x="100379" y="88182"/>
                </a:cubicBezTo>
                <a:cubicBezTo>
                  <a:pt x="99296" y="88370"/>
                  <a:pt x="98189" y="88370"/>
                  <a:pt x="97106" y="88182"/>
                </a:cubicBezTo>
                <a:cubicBezTo>
                  <a:pt x="92931" y="88198"/>
                  <a:pt x="89203" y="85572"/>
                  <a:pt x="87811" y="81636"/>
                </a:cubicBezTo>
                <a:lnTo>
                  <a:pt x="78123" y="54406"/>
                </a:lnTo>
                <a:cubicBezTo>
                  <a:pt x="77578" y="52672"/>
                  <a:pt x="76279" y="51276"/>
                  <a:pt x="74588" y="50609"/>
                </a:cubicBezTo>
                <a:cubicBezTo>
                  <a:pt x="72930" y="49829"/>
                  <a:pt x="71010" y="49829"/>
                  <a:pt x="69352" y="50609"/>
                </a:cubicBezTo>
                <a:cubicBezTo>
                  <a:pt x="59907" y="54949"/>
                  <a:pt x="50842" y="60073"/>
                  <a:pt x="42252" y="65926"/>
                </a:cubicBezTo>
                <a:cubicBezTo>
                  <a:pt x="40561" y="66996"/>
                  <a:pt x="39451" y="68780"/>
                  <a:pt x="39241" y="70770"/>
                </a:cubicBezTo>
                <a:lnTo>
                  <a:pt x="39241" y="111747"/>
                </a:lnTo>
                <a:cubicBezTo>
                  <a:pt x="39241" y="115362"/>
                  <a:pt x="42172" y="118293"/>
                  <a:pt x="45787" y="118293"/>
                </a:cubicBezTo>
                <a:lnTo>
                  <a:pt x="128002" y="118293"/>
                </a:lnTo>
                <a:cubicBezTo>
                  <a:pt x="130805" y="118313"/>
                  <a:pt x="133297" y="116510"/>
                  <a:pt x="134155" y="113842"/>
                </a:cubicBezTo>
                <a:lnTo>
                  <a:pt x="144367" y="83469"/>
                </a:lnTo>
                <a:cubicBezTo>
                  <a:pt x="145409" y="80994"/>
                  <a:pt x="147834" y="79384"/>
                  <a:pt x="150520" y="79384"/>
                </a:cubicBezTo>
                <a:cubicBezTo>
                  <a:pt x="153206" y="79384"/>
                  <a:pt x="155630" y="80994"/>
                  <a:pt x="156673" y="83469"/>
                </a:cubicBezTo>
                <a:lnTo>
                  <a:pt x="166884" y="113842"/>
                </a:lnTo>
                <a:cubicBezTo>
                  <a:pt x="167777" y="116485"/>
                  <a:pt x="170247" y="118272"/>
                  <a:pt x="173037" y="118293"/>
                </a:cubicBezTo>
                <a:lnTo>
                  <a:pt x="255253" y="118293"/>
                </a:lnTo>
                <a:cubicBezTo>
                  <a:pt x="258868" y="118293"/>
                  <a:pt x="261799" y="115362"/>
                  <a:pt x="261799" y="111747"/>
                </a:cubicBezTo>
                <a:close/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92BC2AA-036A-CE08-5E12-AB0B122BB241}"/>
              </a:ext>
            </a:extLst>
          </p:cNvPr>
          <p:cNvSpPr/>
          <p:nvPr/>
        </p:nvSpPr>
        <p:spPr>
          <a:xfrm>
            <a:off x="4461611" y="3484160"/>
            <a:ext cx="314826" cy="314199"/>
          </a:xfrm>
          <a:custGeom>
            <a:avLst/>
            <a:gdLst/>
            <a:ahLst/>
            <a:cxnLst/>
            <a:rect l="0" t="0" r="0" b="0"/>
            <a:pathLst>
              <a:path w="314826" h="314199">
                <a:moveTo>
                  <a:pt x="270983" y="33383"/>
                </a:moveTo>
                <a:cubicBezTo>
                  <a:pt x="273198" y="34204"/>
                  <a:pt x="274799" y="36156"/>
                  <a:pt x="275172" y="38489"/>
                </a:cubicBezTo>
                <a:cubicBezTo>
                  <a:pt x="275172" y="38489"/>
                  <a:pt x="291144" y="133927"/>
                  <a:pt x="314447" y="274138"/>
                </a:cubicBezTo>
                <a:cubicBezTo>
                  <a:pt x="314826" y="276013"/>
                  <a:pt x="314291" y="277957"/>
                  <a:pt x="313007" y="279375"/>
                </a:cubicBezTo>
                <a:cubicBezTo>
                  <a:pt x="311825" y="280917"/>
                  <a:pt x="309973" y="281794"/>
                  <a:pt x="308032" y="281731"/>
                </a:cubicBezTo>
                <a:lnTo>
                  <a:pt x="274779" y="281731"/>
                </a:lnTo>
                <a:cubicBezTo>
                  <a:pt x="271686" y="281683"/>
                  <a:pt x="269031" y="279516"/>
                  <a:pt x="268364" y="276495"/>
                </a:cubicBezTo>
                <a:lnTo>
                  <a:pt x="250036" y="186424"/>
                </a:lnTo>
                <a:cubicBezTo>
                  <a:pt x="249671" y="184759"/>
                  <a:pt x="248206" y="183565"/>
                  <a:pt x="246501" y="183544"/>
                </a:cubicBezTo>
                <a:cubicBezTo>
                  <a:pt x="245518" y="183507"/>
                  <a:pt x="244564" y="183881"/>
                  <a:pt x="243868" y="184577"/>
                </a:cubicBezTo>
                <a:cubicBezTo>
                  <a:pt x="243173" y="185273"/>
                  <a:pt x="242798" y="186227"/>
                  <a:pt x="242836" y="187210"/>
                </a:cubicBezTo>
                <a:lnTo>
                  <a:pt x="242836" y="301107"/>
                </a:lnTo>
                <a:cubicBezTo>
                  <a:pt x="242836" y="308337"/>
                  <a:pt x="236974" y="314199"/>
                  <a:pt x="229744" y="314199"/>
                </a:cubicBezTo>
                <a:lnTo>
                  <a:pt x="196753" y="314199"/>
                </a:lnTo>
                <a:cubicBezTo>
                  <a:pt x="190265" y="314037"/>
                  <a:pt x="184181" y="311018"/>
                  <a:pt x="180127" y="305951"/>
                </a:cubicBezTo>
                <a:lnTo>
                  <a:pt x="167035" y="284873"/>
                </a:lnTo>
                <a:cubicBezTo>
                  <a:pt x="166411" y="283849"/>
                  <a:pt x="166093" y="282668"/>
                  <a:pt x="166119" y="281470"/>
                </a:cubicBezTo>
                <a:lnTo>
                  <a:pt x="166119" y="222557"/>
                </a:lnTo>
                <a:cubicBezTo>
                  <a:pt x="166084" y="220651"/>
                  <a:pt x="166900" y="218827"/>
                  <a:pt x="168344" y="217582"/>
                </a:cubicBezTo>
                <a:cubicBezTo>
                  <a:pt x="194397" y="195196"/>
                  <a:pt x="225555" y="110231"/>
                  <a:pt x="225555" y="110231"/>
                </a:cubicBezTo>
                <a:cubicBezTo>
                  <a:pt x="226861" y="107915"/>
                  <a:pt x="226861" y="105085"/>
                  <a:pt x="225555" y="102769"/>
                </a:cubicBezTo>
                <a:lnTo>
                  <a:pt x="217307" y="89677"/>
                </a:lnTo>
                <a:cubicBezTo>
                  <a:pt x="215322" y="86748"/>
                  <a:pt x="216083" y="82765"/>
                  <a:pt x="219009" y="80775"/>
                </a:cubicBezTo>
                <a:lnTo>
                  <a:pt x="229875" y="73313"/>
                </a:lnTo>
                <a:cubicBezTo>
                  <a:pt x="232928" y="71217"/>
                  <a:pt x="233939" y="67173"/>
                  <a:pt x="232231" y="63887"/>
                </a:cubicBezTo>
                <a:cubicBezTo>
                  <a:pt x="225214" y="48008"/>
                  <a:pt x="212580" y="35280"/>
                  <a:pt x="196753" y="28147"/>
                </a:cubicBezTo>
                <a:cubicBezTo>
                  <a:pt x="194953" y="27581"/>
                  <a:pt x="192997" y="27820"/>
                  <a:pt x="191385" y="28801"/>
                </a:cubicBezTo>
                <a:cubicBezTo>
                  <a:pt x="189753" y="29868"/>
                  <a:pt x="188657" y="31584"/>
                  <a:pt x="188374" y="33514"/>
                </a:cubicBezTo>
                <a:cubicBezTo>
                  <a:pt x="181567" y="92688"/>
                  <a:pt x="164155" y="196243"/>
                  <a:pt x="164155" y="197421"/>
                </a:cubicBezTo>
                <a:cubicBezTo>
                  <a:pt x="164155" y="201036"/>
                  <a:pt x="161224" y="203967"/>
                  <a:pt x="157609" y="203967"/>
                </a:cubicBezTo>
                <a:cubicBezTo>
                  <a:pt x="153994" y="203967"/>
                  <a:pt x="151063" y="201036"/>
                  <a:pt x="151063" y="197421"/>
                </a:cubicBezTo>
                <a:cubicBezTo>
                  <a:pt x="150801" y="196243"/>
                  <a:pt x="133651" y="93081"/>
                  <a:pt x="126844" y="33514"/>
                </a:cubicBezTo>
                <a:cubicBezTo>
                  <a:pt x="126561" y="31584"/>
                  <a:pt x="125465" y="29868"/>
                  <a:pt x="123833" y="28801"/>
                </a:cubicBezTo>
                <a:cubicBezTo>
                  <a:pt x="122153" y="27740"/>
                  <a:pt x="120082" y="27499"/>
                  <a:pt x="118203" y="28147"/>
                </a:cubicBezTo>
                <a:cubicBezTo>
                  <a:pt x="102377" y="35280"/>
                  <a:pt x="89742" y="48008"/>
                  <a:pt x="82725" y="63887"/>
                </a:cubicBezTo>
                <a:cubicBezTo>
                  <a:pt x="81134" y="67186"/>
                  <a:pt x="82125" y="71150"/>
                  <a:pt x="85081" y="73313"/>
                </a:cubicBezTo>
                <a:lnTo>
                  <a:pt x="95555" y="80906"/>
                </a:lnTo>
                <a:cubicBezTo>
                  <a:pt x="98480" y="82896"/>
                  <a:pt x="99241" y="86879"/>
                  <a:pt x="97257" y="89808"/>
                </a:cubicBezTo>
                <a:lnTo>
                  <a:pt x="89009" y="102900"/>
                </a:lnTo>
                <a:cubicBezTo>
                  <a:pt x="87702" y="105216"/>
                  <a:pt x="87702" y="108046"/>
                  <a:pt x="89009" y="110362"/>
                </a:cubicBezTo>
                <a:cubicBezTo>
                  <a:pt x="89009" y="110362"/>
                  <a:pt x="120036" y="195327"/>
                  <a:pt x="146219" y="217713"/>
                </a:cubicBezTo>
                <a:cubicBezTo>
                  <a:pt x="147643" y="218918"/>
                  <a:pt x="148459" y="220692"/>
                  <a:pt x="148445" y="222557"/>
                </a:cubicBezTo>
                <a:lnTo>
                  <a:pt x="148445" y="281470"/>
                </a:lnTo>
                <a:cubicBezTo>
                  <a:pt x="148470" y="282668"/>
                  <a:pt x="148152" y="283849"/>
                  <a:pt x="147528" y="284873"/>
                </a:cubicBezTo>
                <a:lnTo>
                  <a:pt x="134437" y="305951"/>
                </a:lnTo>
                <a:cubicBezTo>
                  <a:pt x="130471" y="310916"/>
                  <a:pt x="124552" y="313924"/>
                  <a:pt x="118203" y="314199"/>
                </a:cubicBezTo>
                <a:lnTo>
                  <a:pt x="85474" y="314199"/>
                </a:lnTo>
                <a:cubicBezTo>
                  <a:pt x="78244" y="314199"/>
                  <a:pt x="72383" y="308337"/>
                  <a:pt x="72383" y="301107"/>
                </a:cubicBezTo>
                <a:lnTo>
                  <a:pt x="72383" y="186948"/>
                </a:lnTo>
                <a:cubicBezTo>
                  <a:pt x="72420" y="185965"/>
                  <a:pt x="72045" y="185011"/>
                  <a:pt x="71350" y="184315"/>
                </a:cubicBezTo>
                <a:cubicBezTo>
                  <a:pt x="70654" y="183619"/>
                  <a:pt x="69700" y="183245"/>
                  <a:pt x="68717" y="183282"/>
                </a:cubicBezTo>
                <a:cubicBezTo>
                  <a:pt x="67263" y="183572"/>
                  <a:pt x="66126" y="184708"/>
                  <a:pt x="65837" y="186162"/>
                </a:cubicBezTo>
                <a:lnTo>
                  <a:pt x="46854" y="276233"/>
                </a:lnTo>
                <a:cubicBezTo>
                  <a:pt x="46187" y="279254"/>
                  <a:pt x="43532" y="281421"/>
                  <a:pt x="40439" y="281470"/>
                </a:cubicBezTo>
                <a:lnTo>
                  <a:pt x="6793" y="281470"/>
                </a:lnTo>
                <a:cubicBezTo>
                  <a:pt x="4852" y="281532"/>
                  <a:pt x="3000" y="280655"/>
                  <a:pt x="1819" y="279113"/>
                </a:cubicBezTo>
                <a:cubicBezTo>
                  <a:pt x="534" y="277695"/>
                  <a:pt x="0" y="275752"/>
                  <a:pt x="379" y="273876"/>
                </a:cubicBezTo>
                <a:cubicBezTo>
                  <a:pt x="23682" y="133665"/>
                  <a:pt x="39653" y="38227"/>
                  <a:pt x="39653" y="38227"/>
                </a:cubicBezTo>
                <a:cubicBezTo>
                  <a:pt x="40050" y="35862"/>
                  <a:pt x="41707" y="33904"/>
                  <a:pt x="43974" y="33121"/>
                </a:cubicBezTo>
                <a:lnTo>
                  <a:pt x="97780" y="14269"/>
                </a:lnTo>
                <a:cubicBezTo>
                  <a:pt x="99321" y="13773"/>
                  <a:pt x="100746" y="12972"/>
                  <a:pt x="101970" y="11913"/>
                </a:cubicBezTo>
                <a:cubicBezTo>
                  <a:pt x="110038" y="4614"/>
                  <a:pt x="120422" y="395"/>
                  <a:pt x="131295" y="0"/>
                </a:cubicBezTo>
                <a:lnTo>
                  <a:pt x="183661" y="0"/>
                </a:lnTo>
                <a:cubicBezTo>
                  <a:pt x="194534" y="395"/>
                  <a:pt x="204919" y="4614"/>
                  <a:pt x="212987" y="11913"/>
                </a:cubicBezTo>
                <a:cubicBezTo>
                  <a:pt x="214226" y="12950"/>
                  <a:pt x="215646" y="13749"/>
                  <a:pt x="217176" y="14269"/>
                </a:cubicBezTo>
                <a:close/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E4BE65-0ECA-6895-A179-4F23147C5DD2}"/>
              </a:ext>
            </a:extLst>
          </p:cNvPr>
          <p:cNvSpPr txBox="1"/>
          <p:nvPr/>
        </p:nvSpPr>
        <p:spPr>
          <a:xfrm>
            <a:off x="7830904" y="3418351"/>
            <a:ext cx="720039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1EABDA"/>
                </a:solidFill>
                <a:latin typeface="Roboto"/>
              </a:rPr>
              <a:t>Creativity &amp;
Problem Solving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94A25A-983B-A1AC-6DBF-BFE4C3A5CF13}"/>
              </a:ext>
            </a:extLst>
          </p:cNvPr>
          <p:cNvSpPr txBox="1"/>
          <p:nvPr/>
        </p:nvSpPr>
        <p:spPr>
          <a:xfrm>
            <a:off x="3695868" y="3453263"/>
            <a:ext cx="680764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7F64EA"/>
                </a:solidFill>
                <a:latin typeface="Roboto"/>
              </a:rPr>
              <a:t>Customization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015147-F92B-C5DE-CBB9-7AF9BFB4387C}"/>
              </a:ext>
            </a:extLst>
          </p:cNvPr>
          <p:cNvSpPr txBox="1"/>
          <p:nvPr/>
        </p:nvSpPr>
        <p:spPr>
          <a:xfrm>
            <a:off x="3470867" y="3672330"/>
            <a:ext cx="95568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43E5C"/>
                </a:solidFill>
                <a:latin typeface="Roboto"/>
              </a:rPr>
              <a:t>Modifies programs
according to individual
body types and levels.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D567AF-34F4-8930-3102-1AF25D92EDE1}"/>
              </a:ext>
            </a:extLst>
          </p:cNvPr>
          <p:cNvSpPr txBox="1"/>
          <p:nvPr/>
        </p:nvSpPr>
        <p:spPr>
          <a:xfrm>
            <a:off x="7778538" y="2939199"/>
            <a:ext cx="86404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24736"/>
                </a:solidFill>
                <a:latin typeface="Roboto"/>
              </a:rPr>
              <a:t>Illustrates the
efficiency of C++ in
practical applications.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ED5A52-979E-4FE8-591D-6F70D5603C97}"/>
              </a:ext>
            </a:extLst>
          </p:cNvPr>
          <p:cNvSpPr txBox="1"/>
          <p:nvPr/>
        </p:nvSpPr>
        <p:spPr>
          <a:xfrm>
            <a:off x="5627407" y="5662258"/>
            <a:ext cx="95568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0">
                <a:solidFill>
                  <a:srgbClr val="543A3A"/>
                </a:solidFill>
                <a:latin typeface="Roboto"/>
              </a:rPr>
              <a:t>Automatically suggests
workout routines based
on user data.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F57A1A-A1C3-9C92-93F8-8C3DDC5A896A}"/>
              </a:ext>
            </a:extLst>
          </p:cNvPr>
          <p:cNvSpPr txBox="1"/>
          <p:nvPr/>
        </p:nvSpPr>
        <p:spPr>
          <a:xfrm>
            <a:off x="7830903" y="3750880"/>
            <a:ext cx="89023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32444A"/>
                </a:solidFill>
                <a:latin typeface="Roboto"/>
              </a:rPr>
              <a:t>Showcases creativity
and problem-solving
skills in coding.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49CFC7-C341-AAB8-9974-207484B54D0D}"/>
              </a:ext>
            </a:extLst>
          </p:cNvPr>
          <p:cNvSpPr txBox="1"/>
          <p:nvPr/>
        </p:nvSpPr>
        <p:spPr>
          <a:xfrm>
            <a:off x="7778538" y="2720132"/>
            <a:ext cx="733131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92BD39"/>
                </a:solidFill>
                <a:latin typeface="Roboto"/>
              </a:rPr>
              <a:t>Code Efficiency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B427FC-A253-958D-9503-E4CD65EC8D35}"/>
              </a:ext>
            </a:extLst>
          </p:cNvPr>
          <p:cNvSpPr txBox="1"/>
          <p:nvPr/>
        </p:nvSpPr>
        <p:spPr>
          <a:xfrm>
            <a:off x="3802522" y="2606670"/>
            <a:ext cx="654581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69696"/>
                </a:solidFill>
                <a:latin typeface="Roboto"/>
              </a:rPr>
              <a:t>Reusability &amp;
Expandability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351C1A-D9D1-1062-3DE1-EAC098E86BC5}"/>
              </a:ext>
            </a:extLst>
          </p:cNvPr>
          <p:cNvSpPr txBox="1"/>
          <p:nvPr/>
        </p:nvSpPr>
        <p:spPr>
          <a:xfrm>
            <a:off x="3666806" y="4186395"/>
            <a:ext cx="864047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BA5DE5"/>
                </a:solidFill>
                <a:latin typeface="Roboto"/>
              </a:rPr>
              <a:t>Progress Tracking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AC73AA-34A7-91FA-138F-18F4E7F5B792}"/>
              </a:ext>
            </a:extLst>
          </p:cNvPr>
          <p:cNvSpPr txBox="1"/>
          <p:nvPr/>
        </p:nvSpPr>
        <p:spPr>
          <a:xfrm>
            <a:off x="7516705" y="2101334"/>
            <a:ext cx="877139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374840"/>
                </a:solidFill>
                <a:latin typeface="Roboto"/>
              </a:rPr>
              <a:t>Provides a structured
understanding of C++
programming.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BBFE18-3098-B61E-D47F-AE20F4A204A6}"/>
              </a:ext>
            </a:extLst>
          </p:cNvPr>
          <p:cNvSpPr txBox="1"/>
          <p:nvPr/>
        </p:nvSpPr>
        <p:spPr>
          <a:xfrm>
            <a:off x="3839440" y="2101334"/>
            <a:ext cx="82477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Provides a reliable
partner for the user's
fitness journey.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F0AC1E-0A20-E62E-9E3E-E08D3DF001D1}"/>
              </a:ext>
            </a:extLst>
          </p:cNvPr>
          <p:cNvSpPr txBox="1"/>
          <p:nvPr/>
        </p:nvSpPr>
        <p:spPr>
          <a:xfrm>
            <a:off x="7516705" y="1882268"/>
            <a:ext cx="929505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3CC583"/>
                </a:solidFill>
                <a:latin typeface="Roboto"/>
              </a:rPr>
              <a:t>C++ Understanding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6E0234-F166-F10C-EFF3-5B05AD8DF5A1}"/>
              </a:ext>
            </a:extLst>
          </p:cNvPr>
          <p:cNvSpPr txBox="1"/>
          <p:nvPr/>
        </p:nvSpPr>
        <p:spPr>
          <a:xfrm>
            <a:off x="7665077" y="4072933"/>
            <a:ext cx="51057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E0CB15"/>
                </a:solidFill>
                <a:latin typeface="Roboto"/>
              </a:rPr>
              <a:t>Practical
Application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3C4E6C-E25C-2824-E990-2D8CB6250B1C}"/>
              </a:ext>
            </a:extLst>
          </p:cNvPr>
          <p:cNvSpPr txBox="1"/>
          <p:nvPr/>
        </p:nvSpPr>
        <p:spPr>
          <a:xfrm>
            <a:off x="3627967" y="4405461"/>
            <a:ext cx="929505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F3D58"/>
                </a:solidFill>
                <a:latin typeface="Roboto"/>
              </a:rPr>
              <a:t>Checks and updates
user progress towards
fitness goals.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3C9BC7-A5A4-E331-32AE-ED08C358AF5A}"/>
              </a:ext>
            </a:extLst>
          </p:cNvPr>
          <p:cNvSpPr txBox="1"/>
          <p:nvPr/>
        </p:nvSpPr>
        <p:spPr>
          <a:xfrm>
            <a:off x="7665077" y="4405460"/>
            <a:ext cx="92950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6432D"/>
                </a:solidFill>
                <a:latin typeface="Roboto"/>
              </a:rPr>
              <a:t>Demonstrates the
usefulness of the code
in professional and
practical life.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70E152F-9A9D-B49E-4B85-826079F3C5F2}"/>
              </a:ext>
            </a:extLst>
          </p:cNvPr>
          <p:cNvSpPr txBox="1"/>
          <p:nvPr/>
        </p:nvSpPr>
        <p:spPr>
          <a:xfrm>
            <a:off x="3971316" y="1882268"/>
            <a:ext cx="759314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69696"/>
                </a:solidFill>
                <a:latin typeface="Roboto"/>
              </a:rPr>
              <a:t>Fitness Partner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63D50D-B611-55BE-B80E-0F3A6095EDCB}"/>
              </a:ext>
            </a:extLst>
          </p:cNvPr>
          <p:cNvSpPr txBox="1"/>
          <p:nvPr/>
        </p:nvSpPr>
        <p:spPr>
          <a:xfrm>
            <a:off x="3569840" y="2939198"/>
            <a:ext cx="824772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484848"/>
                </a:solidFill>
                <a:latin typeface="Roboto"/>
              </a:rPr>
              <a:t>Ensures the code is
reusable and
expandable for future
additions.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B95E90-2CEB-F43E-8E8F-EFC146930FA2}"/>
              </a:ext>
            </a:extLst>
          </p:cNvPr>
          <p:cNvSpPr txBox="1"/>
          <p:nvPr/>
        </p:nvSpPr>
        <p:spPr>
          <a:xfrm>
            <a:off x="4275829" y="4971892"/>
            <a:ext cx="864047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DE58A9"/>
                </a:solidFill>
                <a:latin typeface="Roboto"/>
              </a:rPr>
              <a:t>Diet Suggestions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6632CF-B8C7-BAA8-6C50-0BDCA199CB70}"/>
              </a:ext>
            </a:extLst>
          </p:cNvPr>
          <p:cNvSpPr txBox="1"/>
          <p:nvPr/>
        </p:nvSpPr>
        <p:spPr>
          <a:xfrm>
            <a:off x="7150139" y="4971892"/>
            <a:ext cx="772406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DE8431"/>
                </a:solidFill>
                <a:latin typeface="Roboto"/>
              </a:rPr>
              <a:t>BMI Calculation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47FA61-6942-AC9C-C1B8-01C9EDDD6604}"/>
              </a:ext>
            </a:extLst>
          </p:cNvPr>
          <p:cNvSpPr txBox="1"/>
          <p:nvPr/>
        </p:nvSpPr>
        <p:spPr>
          <a:xfrm>
            <a:off x="4337883" y="5190959"/>
            <a:ext cx="720039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00" b="0">
                <a:solidFill>
                  <a:srgbClr val="573E4D"/>
                </a:solidFill>
                <a:latin typeface="Roboto"/>
              </a:rPr>
              <a:t>Offers diet plans
tailored to fitness
goals.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3FC5E7-680B-4821-0067-5AFA73DF704D}"/>
              </a:ext>
            </a:extLst>
          </p:cNvPr>
          <p:cNvSpPr txBox="1"/>
          <p:nvPr/>
        </p:nvSpPr>
        <p:spPr>
          <a:xfrm>
            <a:off x="5670262" y="5329729"/>
            <a:ext cx="850955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E55753"/>
                </a:solidFill>
                <a:latin typeface="Roboto"/>
              </a:rPr>
              <a:t>Workout
Recommendations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233A87-F13D-43A1-D66C-5A52A3AE4853}"/>
              </a:ext>
            </a:extLst>
          </p:cNvPr>
          <p:cNvSpPr txBox="1"/>
          <p:nvPr/>
        </p:nvSpPr>
        <p:spPr>
          <a:xfrm>
            <a:off x="7150139" y="5190959"/>
            <a:ext cx="95568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C4034"/>
                </a:solidFill>
                <a:latin typeface="Roboto"/>
              </a:rPr>
              <a:t>Calculates and displays
BMI for health
monitoring.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F1BFE4-76CF-CA3E-141A-32D17934AF85}"/>
              </a:ext>
            </a:extLst>
          </p:cNvPr>
          <p:cNvSpPr txBox="1"/>
          <p:nvPr/>
        </p:nvSpPr>
        <p:spPr>
          <a:xfrm>
            <a:off x="3979689" y="700657"/>
            <a:ext cx="528014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dirty="0">
                <a:solidFill>
                  <a:srgbClr val="F669BE"/>
                </a:solidFill>
                <a:latin typeface="Roboto"/>
              </a:rPr>
              <a:t>Core Components of the Fitness Trainer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1FD34FB1-88FF-AF96-DCAA-31F2E5E5C0F0}"/>
              </a:ext>
            </a:extLst>
          </p:cNvPr>
          <p:cNvSpPr/>
          <p:nvPr/>
        </p:nvSpPr>
        <p:spPr>
          <a:xfrm>
            <a:off x="3417498" y="608527"/>
            <a:ext cx="564728" cy="568182"/>
          </a:xfrm>
          <a:custGeom>
            <a:avLst/>
            <a:gdLst/>
            <a:ahLst/>
            <a:cxnLst/>
            <a:rect l="0" t="0" r="0" b="0"/>
            <a:pathLst>
              <a:path w="250922" h="250922">
                <a:moveTo>
                  <a:pt x="10909" y="0"/>
                </a:moveTo>
                <a:lnTo>
                  <a:pt x="32729" y="0"/>
                </a:lnTo>
                <a:cubicBezTo>
                  <a:pt x="32729" y="0"/>
                  <a:pt x="43638" y="0"/>
                  <a:pt x="43638" y="10909"/>
                </a:cubicBezTo>
                <a:lnTo>
                  <a:pt x="43638" y="130916"/>
                </a:lnTo>
                <a:cubicBezTo>
                  <a:pt x="43638" y="130916"/>
                  <a:pt x="43638" y="141825"/>
                  <a:pt x="32729" y="141825"/>
                </a:cubicBezTo>
                <a:lnTo>
                  <a:pt x="10909" y="141825"/>
                </a:lnTo>
                <a:cubicBezTo>
                  <a:pt x="10909" y="141825"/>
                  <a:pt x="0" y="141825"/>
                  <a:pt x="0" y="130916"/>
                </a:cubicBezTo>
                <a:lnTo>
                  <a:pt x="0" y="10909"/>
                </a:lnTo>
                <a:cubicBezTo>
                  <a:pt x="0" y="10909"/>
                  <a:pt x="0" y="0"/>
                  <a:pt x="10909" y="0"/>
                </a:cubicBezTo>
                <a:moveTo>
                  <a:pt x="218193" y="0"/>
                </a:moveTo>
                <a:lnTo>
                  <a:pt x="240013" y="0"/>
                </a:lnTo>
                <a:cubicBezTo>
                  <a:pt x="240013" y="0"/>
                  <a:pt x="250922" y="0"/>
                  <a:pt x="250922" y="10909"/>
                </a:cubicBezTo>
                <a:lnTo>
                  <a:pt x="250922" y="130916"/>
                </a:lnTo>
                <a:cubicBezTo>
                  <a:pt x="250922" y="130916"/>
                  <a:pt x="250922" y="141825"/>
                  <a:pt x="240013" y="141825"/>
                </a:cubicBezTo>
                <a:lnTo>
                  <a:pt x="218193" y="141825"/>
                </a:lnTo>
                <a:cubicBezTo>
                  <a:pt x="218193" y="141825"/>
                  <a:pt x="207284" y="141825"/>
                  <a:pt x="207284" y="130916"/>
                </a:cubicBezTo>
                <a:lnTo>
                  <a:pt x="207284" y="10909"/>
                </a:lnTo>
                <a:cubicBezTo>
                  <a:pt x="207284" y="10909"/>
                  <a:pt x="207284" y="0"/>
                  <a:pt x="218193" y="0"/>
                </a:cubicBezTo>
                <a:moveTo>
                  <a:pt x="65458" y="114551"/>
                </a:moveTo>
                <a:lnTo>
                  <a:pt x="65458" y="120006"/>
                </a:lnTo>
                <a:cubicBezTo>
                  <a:pt x="65449" y="126167"/>
                  <a:pt x="68054" y="132043"/>
                  <a:pt x="72625" y="136174"/>
                </a:cubicBezTo>
                <a:cubicBezTo>
                  <a:pt x="81003" y="143777"/>
                  <a:pt x="84860" y="155167"/>
                  <a:pt x="82826" y="166296"/>
                </a:cubicBezTo>
                <a:lnTo>
                  <a:pt x="65458" y="250922"/>
                </a:lnTo>
                <a:moveTo>
                  <a:pt x="43638" y="87277"/>
                </a:moveTo>
                <a:lnTo>
                  <a:pt x="76367" y="87277"/>
                </a:lnTo>
                <a:cubicBezTo>
                  <a:pt x="82393" y="87277"/>
                  <a:pt x="87277" y="82393"/>
                  <a:pt x="87277" y="76367"/>
                </a:cubicBezTo>
                <a:lnTo>
                  <a:pt x="87277" y="43638"/>
                </a:lnTo>
                <a:cubicBezTo>
                  <a:pt x="87277" y="37613"/>
                  <a:pt x="92161" y="32729"/>
                  <a:pt x="98187" y="32729"/>
                </a:cubicBezTo>
                <a:lnTo>
                  <a:pt x="163645" y="32729"/>
                </a:lnTo>
                <a:cubicBezTo>
                  <a:pt x="169670" y="32729"/>
                  <a:pt x="174555" y="37613"/>
                  <a:pt x="174555" y="43638"/>
                </a:cubicBezTo>
                <a:lnTo>
                  <a:pt x="174555" y="106358"/>
                </a:lnTo>
                <a:cubicBezTo>
                  <a:pt x="174553" y="115081"/>
                  <a:pt x="171088" y="123447"/>
                  <a:pt x="164921" y="129618"/>
                </a:cubicBezTo>
                <a:cubicBezTo>
                  <a:pt x="157284" y="137250"/>
                  <a:pt x="153880" y="148145"/>
                  <a:pt x="155812" y="158768"/>
                </a:cubicBezTo>
                <a:lnTo>
                  <a:pt x="174555" y="250922"/>
                </a:lnTo>
                <a:moveTo>
                  <a:pt x="43638" y="54548"/>
                </a:moveTo>
                <a:lnTo>
                  <a:pt x="87299" y="54548"/>
                </a:lnTo>
                <a:moveTo>
                  <a:pt x="174576" y="54548"/>
                </a:moveTo>
                <a:lnTo>
                  <a:pt x="207284" y="54548"/>
                </a:lnTo>
                <a:moveTo>
                  <a:pt x="174555" y="87277"/>
                </a:moveTo>
                <a:lnTo>
                  <a:pt x="207284" y="87277"/>
                </a:lnTo>
                <a:moveTo>
                  <a:pt x="109096" y="70934"/>
                </a:moveTo>
                <a:lnTo>
                  <a:pt x="109096" y="32750"/>
                </a:lnTo>
                <a:moveTo>
                  <a:pt x="130916" y="32750"/>
                </a:moveTo>
                <a:lnTo>
                  <a:pt x="130916" y="70934"/>
                </a:lnTo>
                <a:moveTo>
                  <a:pt x="152735" y="32750"/>
                </a:moveTo>
                <a:lnTo>
                  <a:pt x="152735" y="70934"/>
                </a:lnTo>
              </a:path>
            </a:pathLst>
          </a:custGeom>
          <a:noFill/>
          <a:ln w="130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1" name="Date Placeholder 80">
            <a:extLst>
              <a:ext uri="{FF2B5EF4-FFF2-40B4-BE49-F238E27FC236}">
                <a16:creationId xmlns:a16="http://schemas.microsoft.com/office/drawing/2014/main" id="{A0561D89-4B86-7939-FD72-CEBD4D05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5E0DF-C965-496A-94DA-1B478F3B35B1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82" name="Footer Placeholder 81">
            <a:extLst>
              <a:ext uri="{FF2B5EF4-FFF2-40B4-BE49-F238E27FC236}">
                <a16:creationId xmlns:a16="http://schemas.microsoft.com/office/drawing/2014/main" id="{3DFD8282-248C-B020-2A68-95F71A61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F06D85F5-1F55-BD9D-5A3C-E459D787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29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73B8-11CC-9323-96C4-C44B2E40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6CFF3FA-5F93-5D70-5A4C-3E01F066F50D}"/>
              </a:ext>
            </a:extLst>
          </p:cNvPr>
          <p:cNvSpPr/>
          <p:nvPr/>
        </p:nvSpPr>
        <p:spPr>
          <a:xfrm>
            <a:off x="7918769" y="1341684"/>
            <a:ext cx="470392" cy="470392"/>
          </a:xfrm>
          <a:custGeom>
            <a:avLst/>
            <a:gdLst/>
            <a:ahLst/>
            <a:cxnLst/>
            <a:rect l="0" t="0" r="0" b="0"/>
            <a:pathLst>
              <a:path w="470392" h="470392">
                <a:moveTo>
                  <a:pt x="470392" y="235196"/>
                </a:moveTo>
                <a:cubicBezTo>
                  <a:pt x="470392" y="365092"/>
                  <a:pt x="365092" y="470392"/>
                  <a:pt x="235196" y="470392"/>
                </a:cubicBezTo>
                <a:cubicBezTo>
                  <a:pt x="105299" y="470392"/>
                  <a:pt x="0" y="365092"/>
                  <a:pt x="0" y="235196"/>
                </a:cubicBezTo>
                <a:cubicBezTo>
                  <a:pt x="0" y="105299"/>
                  <a:pt x="105299" y="0"/>
                  <a:pt x="235196" y="0"/>
                </a:cubicBezTo>
                <a:cubicBezTo>
                  <a:pt x="365092" y="0"/>
                  <a:pt x="470392" y="105299"/>
                  <a:pt x="470392" y="235196"/>
                </a:cubicBezTo>
                <a:close/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4C87493-5A6F-A070-28B0-939D2F7DD762}"/>
              </a:ext>
            </a:extLst>
          </p:cNvPr>
          <p:cNvSpPr/>
          <p:nvPr/>
        </p:nvSpPr>
        <p:spPr>
          <a:xfrm>
            <a:off x="7213182" y="1165238"/>
            <a:ext cx="1352377" cy="852634"/>
          </a:xfrm>
          <a:custGeom>
            <a:avLst/>
            <a:gdLst/>
            <a:ahLst/>
            <a:cxnLst/>
            <a:rect l="0" t="0" r="0" b="0"/>
            <a:pathLst>
              <a:path w="1352377" h="852634">
                <a:moveTo>
                  <a:pt x="499791" y="852634"/>
                </a:moveTo>
                <a:lnTo>
                  <a:pt x="649778" y="702697"/>
                </a:lnTo>
                <a:cubicBezTo>
                  <a:pt x="724256" y="777175"/>
                  <a:pt x="827155" y="823235"/>
                  <a:pt x="940833" y="823235"/>
                </a:cubicBezTo>
                <a:cubicBezTo>
                  <a:pt x="1166474" y="823235"/>
                  <a:pt x="1349731" y="641595"/>
                  <a:pt x="1352377" y="416541"/>
                </a:cubicBezTo>
                <a:cubicBezTo>
                  <a:pt x="1352377" y="414925"/>
                  <a:pt x="1352377" y="403459"/>
                  <a:pt x="1352377" y="401842"/>
                </a:cubicBezTo>
                <a:moveTo>
                  <a:pt x="529191" y="401842"/>
                </a:moveTo>
                <a:cubicBezTo>
                  <a:pt x="529191" y="403459"/>
                  <a:pt x="529191" y="410025"/>
                  <a:pt x="529191" y="411642"/>
                </a:cubicBezTo>
                <a:lnTo>
                  <a:pt x="0" y="411642"/>
                </a:lnTo>
                <a:moveTo>
                  <a:pt x="529191" y="401842"/>
                </a:moveTo>
                <a:cubicBezTo>
                  <a:pt x="531788" y="179483"/>
                  <a:pt x="713427" y="0"/>
                  <a:pt x="940735" y="0"/>
                </a:cubicBezTo>
                <a:cubicBezTo>
                  <a:pt x="1168042" y="0"/>
                  <a:pt x="1352328" y="177181"/>
                  <a:pt x="1352328" y="401793"/>
                </a:cubicBezTo>
                <a:moveTo>
                  <a:pt x="705588" y="411642"/>
                </a:moveTo>
                <a:cubicBezTo>
                  <a:pt x="705588" y="281745"/>
                  <a:pt x="810887" y="176446"/>
                  <a:pt x="940784" y="176446"/>
                </a:cubicBezTo>
                <a:cubicBezTo>
                  <a:pt x="1070680" y="176446"/>
                  <a:pt x="1175980" y="281745"/>
                  <a:pt x="1175980" y="411642"/>
                </a:cubicBezTo>
                <a:cubicBezTo>
                  <a:pt x="1175980" y="541538"/>
                  <a:pt x="1070680" y="646838"/>
                  <a:pt x="940784" y="646838"/>
                </a:cubicBezTo>
                <a:cubicBezTo>
                  <a:pt x="810887" y="646838"/>
                  <a:pt x="705588" y="541538"/>
                  <a:pt x="705588" y="411642"/>
                </a:cubicBezTo>
                <a:close/>
              </a:path>
            </a:pathLst>
          </a:custGeom>
          <a:noFill/>
          <a:ln w="7349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8AF844-BE15-5722-27EB-0D82F2DBA9E5}"/>
              </a:ext>
            </a:extLst>
          </p:cNvPr>
          <p:cNvSpPr/>
          <p:nvPr/>
        </p:nvSpPr>
        <p:spPr>
          <a:xfrm>
            <a:off x="7859970" y="1282885"/>
            <a:ext cx="587990" cy="587990"/>
          </a:xfrm>
          <a:custGeom>
            <a:avLst/>
            <a:gdLst/>
            <a:ahLst/>
            <a:cxnLst/>
            <a:rect l="0" t="0" r="0" b="0"/>
            <a:pathLst>
              <a:path w="587990" h="587990">
                <a:moveTo>
                  <a:pt x="587990" y="293995"/>
                </a:moveTo>
                <a:cubicBezTo>
                  <a:pt x="587990" y="456378"/>
                  <a:pt x="456378" y="587990"/>
                  <a:pt x="293995" y="587990"/>
                </a:cubicBezTo>
                <a:cubicBezTo>
                  <a:pt x="131611" y="587990"/>
                  <a:pt x="0" y="456378"/>
                  <a:pt x="0" y="293995"/>
                </a:cubicBezTo>
                <a:cubicBezTo>
                  <a:pt x="0" y="131611"/>
                  <a:pt x="131611" y="0"/>
                  <a:pt x="293995" y="0"/>
                </a:cubicBezTo>
                <a:cubicBezTo>
                  <a:pt x="456378" y="0"/>
                  <a:pt x="587990" y="131611"/>
                  <a:pt x="587990" y="293995"/>
                </a:cubicBezTo>
                <a:close/>
              </a:path>
            </a:pathLst>
          </a:custGeom>
          <a:noFill/>
          <a:ln w="7349">
            <a:solidFill>
              <a:srgbClr val="DE8431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2BB7DE4-421A-2A43-09CE-0B979C2F4D18}"/>
              </a:ext>
            </a:extLst>
          </p:cNvPr>
          <p:cNvGrpSpPr/>
          <p:nvPr/>
        </p:nvGrpSpPr>
        <p:grpSpPr>
          <a:xfrm>
            <a:off x="5625569" y="1219137"/>
            <a:ext cx="1587622" cy="710488"/>
            <a:chOff x="2234323" y="700688"/>
            <a:chExt cx="1587622" cy="71048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8BDAF7B-9F54-5532-3A77-F01A6D7D3360}"/>
                </a:ext>
              </a:extLst>
            </p:cNvPr>
            <p:cNvSpPr/>
            <p:nvPr/>
          </p:nvSpPr>
          <p:spPr>
            <a:xfrm>
              <a:off x="2234323" y="700688"/>
              <a:ext cx="1587622" cy="710488"/>
            </a:xfrm>
            <a:custGeom>
              <a:avLst/>
              <a:gdLst/>
              <a:ahLst/>
              <a:cxnLst/>
              <a:rect l="0" t="0" r="0" b="0"/>
              <a:pathLst>
                <a:path w="1587622" h="710488">
                  <a:moveTo>
                    <a:pt x="48" y="452752"/>
                  </a:moveTo>
                  <a:lnTo>
                    <a:pt x="48" y="445892"/>
                  </a:lnTo>
                  <a:lnTo>
                    <a:pt x="1587622" y="445892"/>
                  </a:lnTo>
                  <a:lnTo>
                    <a:pt x="1587622" y="452752"/>
                  </a:lnTo>
                  <a:cubicBezTo>
                    <a:pt x="1587622" y="595095"/>
                    <a:pt x="1472229" y="710488"/>
                    <a:pt x="1329886" y="710488"/>
                  </a:cubicBezTo>
                  <a:lnTo>
                    <a:pt x="257735" y="710488"/>
                  </a:lnTo>
                  <a:cubicBezTo>
                    <a:pt x="115393" y="710488"/>
                    <a:pt x="0" y="595094"/>
                    <a:pt x="0" y="452752"/>
                  </a:cubicBezTo>
                  <a:close/>
                  <a:moveTo>
                    <a:pt x="49" y="264595"/>
                  </a:moveTo>
                  <a:lnTo>
                    <a:pt x="1587622" y="264595"/>
                  </a:lnTo>
                  <a:lnTo>
                    <a:pt x="1587622" y="445892"/>
                  </a:lnTo>
                  <a:lnTo>
                    <a:pt x="49" y="445892"/>
                  </a:lnTo>
                  <a:close/>
                  <a:moveTo>
                    <a:pt x="0" y="264595"/>
                  </a:moveTo>
                  <a:lnTo>
                    <a:pt x="0" y="257735"/>
                  </a:lnTo>
                  <a:cubicBezTo>
                    <a:pt x="0" y="115393"/>
                    <a:pt x="115393" y="0"/>
                    <a:pt x="257735" y="0"/>
                  </a:cubicBezTo>
                  <a:lnTo>
                    <a:pt x="1329886" y="0"/>
                  </a:lnTo>
                  <a:cubicBezTo>
                    <a:pt x="1472229" y="0"/>
                    <a:pt x="1587622" y="115393"/>
                    <a:pt x="1587622" y="257735"/>
                  </a:cubicBezTo>
                  <a:lnTo>
                    <a:pt x="1587622" y="264595"/>
                  </a:ln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6A1C50A-3158-F22E-2B7D-ECE366AAC012}"/>
                </a:ext>
              </a:extLst>
            </p:cNvPr>
            <p:cNvSpPr/>
            <p:nvPr/>
          </p:nvSpPr>
          <p:spPr>
            <a:xfrm>
              <a:off x="2234323" y="700688"/>
              <a:ext cx="1587622" cy="710488"/>
            </a:xfrm>
            <a:custGeom>
              <a:avLst/>
              <a:gdLst/>
              <a:ahLst/>
              <a:cxnLst/>
              <a:rect l="0" t="0" r="0" b="0"/>
              <a:pathLst>
                <a:path w="1587622" h="710488">
                  <a:moveTo>
                    <a:pt x="1587622" y="445892"/>
                  </a:moveTo>
                  <a:lnTo>
                    <a:pt x="1587622" y="452752"/>
                  </a:lnTo>
                  <a:cubicBezTo>
                    <a:pt x="1587622" y="595095"/>
                    <a:pt x="1472229" y="710488"/>
                    <a:pt x="1329886" y="710488"/>
                  </a:cubicBezTo>
                  <a:lnTo>
                    <a:pt x="257735" y="710488"/>
                  </a:lnTo>
                  <a:cubicBezTo>
                    <a:pt x="115393" y="710488"/>
                    <a:pt x="0" y="595094"/>
                    <a:pt x="0" y="452752"/>
                  </a:cubicBezTo>
                  <a:lnTo>
                    <a:pt x="48" y="452752"/>
                  </a:lnTo>
                  <a:lnTo>
                    <a:pt x="48" y="445892"/>
                  </a:lnTo>
                  <a:moveTo>
                    <a:pt x="49" y="445892"/>
                  </a:moveTo>
                  <a:lnTo>
                    <a:pt x="49" y="264595"/>
                  </a:lnTo>
                  <a:moveTo>
                    <a:pt x="1587622" y="264595"/>
                  </a:moveTo>
                  <a:lnTo>
                    <a:pt x="1587622" y="445892"/>
                  </a:lnTo>
                  <a:moveTo>
                    <a:pt x="0" y="264595"/>
                  </a:moveTo>
                  <a:lnTo>
                    <a:pt x="0" y="257735"/>
                  </a:lnTo>
                  <a:cubicBezTo>
                    <a:pt x="0" y="115393"/>
                    <a:pt x="115393" y="0"/>
                    <a:pt x="257735" y="0"/>
                  </a:cubicBezTo>
                  <a:lnTo>
                    <a:pt x="1329886" y="0"/>
                  </a:lnTo>
                  <a:cubicBezTo>
                    <a:pt x="1472229" y="0"/>
                    <a:pt x="1587622" y="115393"/>
                    <a:pt x="1587622" y="257735"/>
                  </a:cubicBezTo>
                  <a:lnTo>
                    <a:pt x="1587622" y="264595"/>
                  </a:lnTo>
                  <a:lnTo>
                    <a:pt x="1587573" y="264595"/>
                  </a:lnTo>
                </a:path>
              </a:pathLst>
            </a:custGeom>
            <a:noFill/>
            <a:ln w="73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851DB7-7795-8CC8-5FE3-243A38F7EBAF}"/>
              </a:ext>
            </a:extLst>
          </p:cNvPr>
          <p:cNvSpPr/>
          <p:nvPr/>
        </p:nvSpPr>
        <p:spPr>
          <a:xfrm>
            <a:off x="7095583" y="2164870"/>
            <a:ext cx="470392" cy="470392"/>
          </a:xfrm>
          <a:custGeom>
            <a:avLst/>
            <a:gdLst/>
            <a:ahLst/>
            <a:cxnLst/>
            <a:rect l="0" t="0" r="0" b="0"/>
            <a:pathLst>
              <a:path w="470392" h="470392">
                <a:moveTo>
                  <a:pt x="470392" y="235196"/>
                </a:moveTo>
                <a:cubicBezTo>
                  <a:pt x="470392" y="365092"/>
                  <a:pt x="365092" y="470392"/>
                  <a:pt x="235196" y="470392"/>
                </a:cubicBezTo>
                <a:cubicBezTo>
                  <a:pt x="105299" y="470392"/>
                  <a:pt x="0" y="365092"/>
                  <a:pt x="0" y="235196"/>
                </a:cubicBezTo>
                <a:cubicBezTo>
                  <a:pt x="0" y="105299"/>
                  <a:pt x="105299" y="0"/>
                  <a:pt x="235196" y="0"/>
                </a:cubicBezTo>
                <a:cubicBezTo>
                  <a:pt x="365092" y="0"/>
                  <a:pt x="470392" y="105299"/>
                  <a:pt x="470392" y="235196"/>
                </a:cubicBezTo>
                <a:close/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F6E4A9-3E17-AD89-6C3D-24A1A9430E35}"/>
              </a:ext>
            </a:extLst>
          </p:cNvPr>
          <p:cNvSpPr/>
          <p:nvPr/>
        </p:nvSpPr>
        <p:spPr>
          <a:xfrm>
            <a:off x="6389996" y="1988424"/>
            <a:ext cx="1352377" cy="852634"/>
          </a:xfrm>
          <a:custGeom>
            <a:avLst/>
            <a:gdLst/>
            <a:ahLst/>
            <a:cxnLst/>
            <a:rect l="0" t="0" r="0" b="0"/>
            <a:pathLst>
              <a:path w="1352377" h="852634">
                <a:moveTo>
                  <a:pt x="499791" y="852634"/>
                </a:moveTo>
                <a:lnTo>
                  <a:pt x="649778" y="702697"/>
                </a:lnTo>
                <a:cubicBezTo>
                  <a:pt x="724256" y="777175"/>
                  <a:pt x="827155" y="823235"/>
                  <a:pt x="940833" y="823235"/>
                </a:cubicBezTo>
                <a:cubicBezTo>
                  <a:pt x="1166474" y="823235"/>
                  <a:pt x="1349731" y="641595"/>
                  <a:pt x="1352377" y="416541"/>
                </a:cubicBezTo>
                <a:cubicBezTo>
                  <a:pt x="1352377" y="414925"/>
                  <a:pt x="1352377" y="403459"/>
                  <a:pt x="1352377" y="401842"/>
                </a:cubicBezTo>
                <a:moveTo>
                  <a:pt x="529191" y="401842"/>
                </a:moveTo>
                <a:cubicBezTo>
                  <a:pt x="529191" y="403459"/>
                  <a:pt x="529191" y="410025"/>
                  <a:pt x="529191" y="411642"/>
                </a:cubicBezTo>
                <a:lnTo>
                  <a:pt x="0" y="411642"/>
                </a:lnTo>
                <a:moveTo>
                  <a:pt x="529191" y="401842"/>
                </a:moveTo>
                <a:cubicBezTo>
                  <a:pt x="531788" y="179483"/>
                  <a:pt x="713427" y="0"/>
                  <a:pt x="940735" y="0"/>
                </a:cubicBezTo>
                <a:cubicBezTo>
                  <a:pt x="1168042" y="0"/>
                  <a:pt x="1352328" y="177181"/>
                  <a:pt x="1352328" y="401793"/>
                </a:cubicBezTo>
                <a:moveTo>
                  <a:pt x="705588" y="411642"/>
                </a:moveTo>
                <a:cubicBezTo>
                  <a:pt x="705588" y="281745"/>
                  <a:pt x="810887" y="176446"/>
                  <a:pt x="940784" y="176446"/>
                </a:cubicBezTo>
                <a:cubicBezTo>
                  <a:pt x="1070680" y="176446"/>
                  <a:pt x="1175980" y="281745"/>
                  <a:pt x="1175980" y="411642"/>
                </a:cubicBezTo>
                <a:cubicBezTo>
                  <a:pt x="1175980" y="541538"/>
                  <a:pt x="1070680" y="646838"/>
                  <a:pt x="940784" y="646838"/>
                </a:cubicBezTo>
                <a:cubicBezTo>
                  <a:pt x="810887" y="646838"/>
                  <a:pt x="705588" y="541538"/>
                  <a:pt x="705588" y="411642"/>
                </a:cubicBezTo>
                <a:close/>
              </a:path>
            </a:pathLst>
          </a:custGeom>
          <a:noFill/>
          <a:ln w="7349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5635E5-BC0C-F878-393E-782BE4A2A0EC}"/>
              </a:ext>
            </a:extLst>
          </p:cNvPr>
          <p:cNvSpPr/>
          <p:nvPr/>
        </p:nvSpPr>
        <p:spPr>
          <a:xfrm>
            <a:off x="7036784" y="2106071"/>
            <a:ext cx="587990" cy="587990"/>
          </a:xfrm>
          <a:custGeom>
            <a:avLst/>
            <a:gdLst/>
            <a:ahLst/>
            <a:cxnLst/>
            <a:rect l="0" t="0" r="0" b="0"/>
            <a:pathLst>
              <a:path w="587990" h="587990">
                <a:moveTo>
                  <a:pt x="587990" y="293995"/>
                </a:moveTo>
                <a:cubicBezTo>
                  <a:pt x="587990" y="456378"/>
                  <a:pt x="456378" y="587990"/>
                  <a:pt x="293995" y="587990"/>
                </a:cubicBezTo>
                <a:cubicBezTo>
                  <a:pt x="131611" y="587990"/>
                  <a:pt x="0" y="456378"/>
                  <a:pt x="0" y="293995"/>
                </a:cubicBezTo>
                <a:cubicBezTo>
                  <a:pt x="0" y="131611"/>
                  <a:pt x="131611" y="0"/>
                  <a:pt x="293995" y="0"/>
                </a:cubicBezTo>
                <a:cubicBezTo>
                  <a:pt x="456378" y="0"/>
                  <a:pt x="587990" y="131611"/>
                  <a:pt x="587990" y="293995"/>
                </a:cubicBezTo>
                <a:close/>
              </a:path>
            </a:pathLst>
          </a:custGeom>
          <a:noFill/>
          <a:ln w="7349">
            <a:solidFill>
              <a:srgbClr val="E0CB15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BDA003-EEFD-7F21-B6A2-550F8D3E429B}"/>
              </a:ext>
            </a:extLst>
          </p:cNvPr>
          <p:cNvGrpSpPr/>
          <p:nvPr/>
        </p:nvGrpSpPr>
        <p:grpSpPr>
          <a:xfrm>
            <a:off x="4802383" y="2101122"/>
            <a:ext cx="1587622" cy="592890"/>
            <a:chOff x="1411137" y="1582673"/>
            <a:chExt cx="1587622" cy="592890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4EC6AD4-D1B3-E97D-3CE5-B035F9FDF68D}"/>
                </a:ext>
              </a:extLst>
            </p:cNvPr>
            <p:cNvSpPr/>
            <p:nvPr/>
          </p:nvSpPr>
          <p:spPr>
            <a:xfrm>
              <a:off x="1411137" y="1582673"/>
              <a:ext cx="1587622" cy="592890"/>
            </a:xfrm>
            <a:custGeom>
              <a:avLst/>
              <a:gdLst/>
              <a:ahLst/>
              <a:cxnLst/>
              <a:rect l="0" t="0" r="0" b="0"/>
              <a:pathLst>
                <a:path w="1587622" h="592890">
                  <a:moveTo>
                    <a:pt x="48" y="335154"/>
                  </a:moveTo>
                  <a:lnTo>
                    <a:pt x="48" y="328294"/>
                  </a:lnTo>
                  <a:lnTo>
                    <a:pt x="1587622" y="328294"/>
                  </a:lnTo>
                  <a:lnTo>
                    <a:pt x="1587622" y="335154"/>
                  </a:lnTo>
                  <a:cubicBezTo>
                    <a:pt x="1587622" y="477497"/>
                    <a:pt x="1472229" y="592890"/>
                    <a:pt x="1329886" y="592890"/>
                  </a:cubicBezTo>
                  <a:lnTo>
                    <a:pt x="257735" y="592890"/>
                  </a:lnTo>
                  <a:cubicBezTo>
                    <a:pt x="115393" y="592890"/>
                    <a:pt x="0" y="477496"/>
                    <a:pt x="0" y="335154"/>
                  </a:cubicBezTo>
                  <a:close/>
                  <a:moveTo>
                    <a:pt x="49" y="264595"/>
                  </a:moveTo>
                  <a:lnTo>
                    <a:pt x="1587622" y="264595"/>
                  </a:lnTo>
                  <a:lnTo>
                    <a:pt x="1587622" y="328294"/>
                  </a:lnTo>
                  <a:lnTo>
                    <a:pt x="49" y="328294"/>
                  </a:lnTo>
                  <a:close/>
                  <a:moveTo>
                    <a:pt x="0" y="264595"/>
                  </a:moveTo>
                  <a:lnTo>
                    <a:pt x="0" y="257735"/>
                  </a:lnTo>
                  <a:cubicBezTo>
                    <a:pt x="0" y="115393"/>
                    <a:pt x="115393" y="0"/>
                    <a:pt x="257735" y="0"/>
                  </a:cubicBezTo>
                  <a:lnTo>
                    <a:pt x="1329886" y="0"/>
                  </a:lnTo>
                  <a:cubicBezTo>
                    <a:pt x="1472229" y="0"/>
                    <a:pt x="1587622" y="115393"/>
                    <a:pt x="1587622" y="257735"/>
                  </a:cubicBezTo>
                  <a:lnTo>
                    <a:pt x="1587622" y="264595"/>
                  </a:ln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0FC5B54-BED0-4079-A32C-A31955D7F6DD}"/>
                </a:ext>
              </a:extLst>
            </p:cNvPr>
            <p:cNvSpPr/>
            <p:nvPr/>
          </p:nvSpPr>
          <p:spPr>
            <a:xfrm>
              <a:off x="1411137" y="1582673"/>
              <a:ext cx="1587622" cy="592890"/>
            </a:xfrm>
            <a:custGeom>
              <a:avLst/>
              <a:gdLst/>
              <a:ahLst/>
              <a:cxnLst/>
              <a:rect l="0" t="0" r="0" b="0"/>
              <a:pathLst>
                <a:path w="1587622" h="592890">
                  <a:moveTo>
                    <a:pt x="1587622" y="328294"/>
                  </a:moveTo>
                  <a:lnTo>
                    <a:pt x="1587622" y="335154"/>
                  </a:lnTo>
                  <a:cubicBezTo>
                    <a:pt x="1587622" y="477497"/>
                    <a:pt x="1472229" y="592890"/>
                    <a:pt x="1329886" y="592890"/>
                  </a:cubicBezTo>
                  <a:lnTo>
                    <a:pt x="257735" y="592890"/>
                  </a:lnTo>
                  <a:cubicBezTo>
                    <a:pt x="115393" y="592890"/>
                    <a:pt x="0" y="477496"/>
                    <a:pt x="0" y="335154"/>
                  </a:cubicBezTo>
                  <a:lnTo>
                    <a:pt x="48" y="335154"/>
                  </a:lnTo>
                  <a:lnTo>
                    <a:pt x="48" y="328294"/>
                  </a:lnTo>
                  <a:moveTo>
                    <a:pt x="49" y="328294"/>
                  </a:moveTo>
                  <a:lnTo>
                    <a:pt x="49" y="264595"/>
                  </a:lnTo>
                  <a:moveTo>
                    <a:pt x="1587622" y="264595"/>
                  </a:moveTo>
                  <a:lnTo>
                    <a:pt x="1587622" y="328294"/>
                  </a:lnTo>
                  <a:moveTo>
                    <a:pt x="0" y="264595"/>
                  </a:moveTo>
                  <a:lnTo>
                    <a:pt x="0" y="257735"/>
                  </a:lnTo>
                  <a:cubicBezTo>
                    <a:pt x="0" y="115393"/>
                    <a:pt x="115393" y="0"/>
                    <a:pt x="257735" y="0"/>
                  </a:cubicBezTo>
                  <a:lnTo>
                    <a:pt x="1329886" y="0"/>
                  </a:lnTo>
                  <a:cubicBezTo>
                    <a:pt x="1472229" y="0"/>
                    <a:pt x="1587622" y="115393"/>
                    <a:pt x="1587622" y="257735"/>
                  </a:cubicBezTo>
                  <a:lnTo>
                    <a:pt x="1587622" y="264595"/>
                  </a:lnTo>
                  <a:lnTo>
                    <a:pt x="1587573" y="264595"/>
                  </a:lnTo>
                </a:path>
              </a:pathLst>
            </a:custGeom>
            <a:noFill/>
            <a:ln w="73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ADFEE60-672B-C622-AAFD-7E3FBDCCC615}"/>
              </a:ext>
            </a:extLst>
          </p:cNvPr>
          <p:cNvSpPr/>
          <p:nvPr/>
        </p:nvSpPr>
        <p:spPr>
          <a:xfrm>
            <a:off x="6257697" y="3002756"/>
            <a:ext cx="470392" cy="470392"/>
          </a:xfrm>
          <a:custGeom>
            <a:avLst/>
            <a:gdLst/>
            <a:ahLst/>
            <a:cxnLst/>
            <a:rect l="0" t="0" r="0" b="0"/>
            <a:pathLst>
              <a:path w="470392" h="470392">
                <a:moveTo>
                  <a:pt x="470392" y="235196"/>
                </a:moveTo>
                <a:cubicBezTo>
                  <a:pt x="470392" y="365092"/>
                  <a:pt x="365092" y="470392"/>
                  <a:pt x="235196" y="470392"/>
                </a:cubicBezTo>
                <a:cubicBezTo>
                  <a:pt x="105299" y="470392"/>
                  <a:pt x="0" y="365092"/>
                  <a:pt x="0" y="235196"/>
                </a:cubicBezTo>
                <a:cubicBezTo>
                  <a:pt x="0" y="105299"/>
                  <a:pt x="105299" y="0"/>
                  <a:pt x="235196" y="0"/>
                </a:cubicBezTo>
                <a:cubicBezTo>
                  <a:pt x="365092" y="0"/>
                  <a:pt x="470392" y="105299"/>
                  <a:pt x="470392" y="235196"/>
                </a:cubicBezTo>
                <a:close/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CA77C6-F6AD-7A6B-1737-26C8E638DD9C}"/>
              </a:ext>
            </a:extLst>
          </p:cNvPr>
          <p:cNvSpPr/>
          <p:nvPr/>
        </p:nvSpPr>
        <p:spPr>
          <a:xfrm>
            <a:off x="5552110" y="2826310"/>
            <a:ext cx="1352377" cy="852634"/>
          </a:xfrm>
          <a:custGeom>
            <a:avLst/>
            <a:gdLst/>
            <a:ahLst/>
            <a:cxnLst/>
            <a:rect l="0" t="0" r="0" b="0"/>
            <a:pathLst>
              <a:path w="1352377" h="852634">
                <a:moveTo>
                  <a:pt x="499791" y="852634"/>
                </a:moveTo>
                <a:lnTo>
                  <a:pt x="649778" y="702697"/>
                </a:lnTo>
                <a:cubicBezTo>
                  <a:pt x="724256" y="777175"/>
                  <a:pt x="827155" y="823235"/>
                  <a:pt x="940833" y="823235"/>
                </a:cubicBezTo>
                <a:cubicBezTo>
                  <a:pt x="1166474" y="823235"/>
                  <a:pt x="1349731" y="641595"/>
                  <a:pt x="1352377" y="416541"/>
                </a:cubicBezTo>
                <a:cubicBezTo>
                  <a:pt x="1352377" y="414925"/>
                  <a:pt x="1352377" y="403459"/>
                  <a:pt x="1352377" y="401842"/>
                </a:cubicBezTo>
                <a:moveTo>
                  <a:pt x="529191" y="401842"/>
                </a:moveTo>
                <a:cubicBezTo>
                  <a:pt x="529191" y="403459"/>
                  <a:pt x="529191" y="410025"/>
                  <a:pt x="529191" y="411642"/>
                </a:cubicBezTo>
                <a:lnTo>
                  <a:pt x="0" y="411642"/>
                </a:lnTo>
                <a:moveTo>
                  <a:pt x="529191" y="401842"/>
                </a:moveTo>
                <a:cubicBezTo>
                  <a:pt x="531788" y="179483"/>
                  <a:pt x="713427" y="0"/>
                  <a:pt x="940735" y="0"/>
                </a:cubicBezTo>
                <a:cubicBezTo>
                  <a:pt x="1168042" y="0"/>
                  <a:pt x="1352328" y="177181"/>
                  <a:pt x="1352328" y="401793"/>
                </a:cubicBezTo>
                <a:moveTo>
                  <a:pt x="705588" y="411642"/>
                </a:moveTo>
                <a:cubicBezTo>
                  <a:pt x="705588" y="281745"/>
                  <a:pt x="810887" y="176446"/>
                  <a:pt x="940784" y="176446"/>
                </a:cubicBezTo>
                <a:cubicBezTo>
                  <a:pt x="1070680" y="176446"/>
                  <a:pt x="1175980" y="281745"/>
                  <a:pt x="1175980" y="411642"/>
                </a:cubicBezTo>
                <a:cubicBezTo>
                  <a:pt x="1175980" y="541538"/>
                  <a:pt x="1070680" y="646838"/>
                  <a:pt x="940784" y="646838"/>
                </a:cubicBezTo>
                <a:cubicBezTo>
                  <a:pt x="810887" y="646838"/>
                  <a:pt x="705588" y="541538"/>
                  <a:pt x="705588" y="411642"/>
                </a:cubicBezTo>
                <a:close/>
              </a:path>
            </a:pathLst>
          </a:custGeom>
          <a:noFill/>
          <a:ln w="7349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C3BEDC6-76C6-C3C8-A1F0-B4B46546D620}"/>
              </a:ext>
            </a:extLst>
          </p:cNvPr>
          <p:cNvSpPr/>
          <p:nvPr/>
        </p:nvSpPr>
        <p:spPr>
          <a:xfrm>
            <a:off x="6198898" y="2943957"/>
            <a:ext cx="587990" cy="587990"/>
          </a:xfrm>
          <a:custGeom>
            <a:avLst/>
            <a:gdLst/>
            <a:ahLst/>
            <a:cxnLst/>
            <a:rect l="0" t="0" r="0" b="0"/>
            <a:pathLst>
              <a:path w="587990" h="587990">
                <a:moveTo>
                  <a:pt x="587990" y="293995"/>
                </a:moveTo>
                <a:cubicBezTo>
                  <a:pt x="587990" y="456378"/>
                  <a:pt x="456378" y="587990"/>
                  <a:pt x="293995" y="587990"/>
                </a:cubicBezTo>
                <a:cubicBezTo>
                  <a:pt x="131611" y="587990"/>
                  <a:pt x="0" y="456378"/>
                  <a:pt x="0" y="293995"/>
                </a:cubicBezTo>
                <a:cubicBezTo>
                  <a:pt x="0" y="131611"/>
                  <a:pt x="131611" y="0"/>
                  <a:pt x="293995" y="0"/>
                </a:cubicBezTo>
                <a:cubicBezTo>
                  <a:pt x="456378" y="0"/>
                  <a:pt x="587990" y="131611"/>
                  <a:pt x="587990" y="293995"/>
                </a:cubicBezTo>
                <a:close/>
              </a:path>
            </a:pathLst>
          </a:custGeom>
          <a:noFill/>
          <a:ln w="7349">
            <a:solidFill>
              <a:srgbClr val="92BD39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BF48D5-2CF6-2CE2-C21B-B739AE59B136}"/>
              </a:ext>
            </a:extLst>
          </p:cNvPr>
          <p:cNvGrpSpPr/>
          <p:nvPr/>
        </p:nvGrpSpPr>
        <p:grpSpPr>
          <a:xfrm>
            <a:off x="3964497" y="2939008"/>
            <a:ext cx="1587622" cy="592890"/>
            <a:chOff x="573251" y="2420559"/>
            <a:chExt cx="1587622" cy="592890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6C318A8-24D3-69FF-2D4E-A82DF67158D5}"/>
                </a:ext>
              </a:extLst>
            </p:cNvPr>
            <p:cNvSpPr/>
            <p:nvPr/>
          </p:nvSpPr>
          <p:spPr>
            <a:xfrm>
              <a:off x="573251" y="2420559"/>
              <a:ext cx="1587622" cy="592890"/>
            </a:xfrm>
            <a:custGeom>
              <a:avLst/>
              <a:gdLst/>
              <a:ahLst/>
              <a:cxnLst/>
              <a:rect l="0" t="0" r="0" b="0"/>
              <a:pathLst>
                <a:path w="1587622" h="592890">
                  <a:moveTo>
                    <a:pt x="48" y="335154"/>
                  </a:moveTo>
                  <a:lnTo>
                    <a:pt x="48" y="328294"/>
                  </a:lnTo>
                  <a:lnTo>
                    <a:pt x="1587622" y="328294"/>
                  </a:lnTo>
                  <a:lnTo>
                    <a:pt x="1587622" y="335154"/>
                  </a:lnTo>
                  <a:cubicBezTo>
                    <a:pt x="1587622" y="477497"/>
                    <a:pt x="1472229" y="592890"/>
                    <a:pt x="1329886" y="592890"/>
                  </a:cubicBezTo>
                  <a:lnTo>
                    <a:pt x="257735" y="592890"/>
                  </a:lnTo>
                  <a:cubicBezTo>
                    <a:pt x="115393" y="592890"/>
                    <a:pt x="0" y="477496"/>
                    <a:pt x="0" y="335154"/>
                  </a:cubicBezTo>
                  <a:close/>
                  <a:moveTo>
                    <a:pt x="49" y="264595"/>
                  </a:moveTo>
                  <a:lnTo>
                    <a:pt x="1587622" y="264595"/>
                  </a:lnTo>
                  <a:lnTo>
                    <a:pt x="1587622" y="328294"/>
                  </a:lnTo>
                  <a:lnTo>
                    <a:pt x="49" y="328294"/>
                  </a:lnTo>
                  <a:close/>
                  <a:moveTo>
                    <a:pt x="0" y="264595"/>
                  </a:moveTo>
                  <a:lnTo>
                    <a:pt x="0" y="257735"/>
                  </a:lnTo>
                  <a:cubicBezTo>
                    <a:pt x="0" y="115393"/>
                    <a:pt x="115393" y="0"/>
                    <a:pt x="257735" y="0"/>
                  </a:cubicBezTo>
                  <a:lnTo>
                    <a:pt x="1329886" y="0"/>
                  </a:lnTo>
                  <a:cubicBezTo>
                    <a:pt x="1472229" y="0"/>
                    <a:pt x="1587622" y="115393"/>
                    <a:pt x="1587622" y="257735"/>
                  </a:cubicBezTo>
                  <a:lnTo>
                    <a:pt x="1587622" y="264595"/>
                  </a:ln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E04AC56-AD24-A677-609E-1E783EB9D4E9}"/>
                </a:ext>
              </a:extLst>
            </p:cNvPr>
            <p:cNvSpPr/>
            <p:nvPr/>
          </p:nvSpPr>
          <p:spPr>
            <a:xfrm>
              <a:off x="573251" y="2420559"/>
              <a:ext cx="1587622" cy="592890"/>
            </a:xfrm>
            <a:custGeom>
              <a:avLst/>
              <a:gdLst/>
              <a:ahLst/>
              <a:cxnLst/>
              <a:rect l="0" t="0" r="0" b="0"/>
              <a:pathLst>
                <a:path w="1587622" h="592890">
                  <a:moveTo>
                    <a:pt x="1587622" y="328294"/>
                  </a:moveTo>
                  <a:lnTo>
                    <a:pt x="1587622" y="335154"/>
                  </a:lnTo>
                  <a:cubicBezTo>
                    <a:pt x="1587622" y="477497"/>
                    <a:pt x="1472229" y="592890"/>
                    <a:pt x="1329886" y="592890"/>
                  </a:cubicBezTo>
                  <a:lnTo>
                    <a:pt x="257735" y="592890"/>
                  </a:lnTo>
                  <a:cubicBezTo>
                    <a:pt x="115393" y="592890"/>
                    <a:pt x="0" y="477496"/>
                    <a:pt x="0" y="335154"/>
                  </a:cubicBezTo>
                  <a:lnTo>
                    <a:pt x="48" y="335154"/>
                  </a:lnTo>
                  <a:lnTo>
                    <a:pt x="48" y="328294"/>
                  </a:lnTo>
                  <a:moveTo>
                    <a:pt x="49" y="328294"/>
                  </a:moveTo>
                  <a:lnTo>
                    <a:pt x="49" y="264595"/>
                  </a:lnTo>
                  <a:moveTo>
                    <a:pt x="1587622" y="264595"/>
                  </a:moveTo>
                  <a:lnTo>
                    <a:pt x="1587622" y="328294"/>
                  </a:lnTo>
                  <a:moveTo>
                    <a:pt x="0" y="264595"/>
                  </a:moveTo>
                  <a:lnTo>
                    <a:pt x="0" y="257735"/>
                  </a:lnTo>
                  <a:cubicBezTo>
                    <a:pt x="0" y="115393"/>
                    <a:pt x="115393" y="0"/>
                    <a:pt x="257735" y="0"/>
                  </a:cubicBezTo>
                  <a:lnTo>
                    <a:pt x="1329886" y="0"/>
                  </a:lnTo>
                  <a:cubicBezTo>
                    <a:pt x="1472229" y="0"/>
                    <a:pt x="1587622" y="115393"/>
                    <a:pt x="1587622" y="257735"/>
                  </a:cubicBezTo>
                  <a:lnTo>
                    <a:pt x="1587622" y="264595"/>
                  </a:lnTo>
                  <a:lnTo>
                    <a:pt x="1587573" y="264595"/>
                  </a:lnTo>
                </a:path>
              </a:pathLst>
            </a:custGeom>
            <a:noFill/>
            <a:ln w="73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E1A5B4F-43AB-1262-AC6A-9DFBAE6D00C2}"/>
              </a:ext>
            </a:extLst>
          </p:cNvPr>
          <p:cNvSpPr/>
          <p:nvPr/>
        </p:nvSpPr>
        <p:spPr>
          <a:xfrm>
            <a:off x="5449211" y="3811193"/>
            <a:ext cx="470392" cy="465492"/>
          </a:xfrm>
          <a:custGeom>
            <a:avLst/>
            <a:gdLst/>
            <a:ahLst/>
            <a:cxnLst/>
            <a:rect l="0" t="0" r="0" b="0"/>
            <a:pathLst>
              <a:path w="470392" h="465492">
                <a:moveTo>
                  <a:pt x="470392" y="232746"/>
                </a:moveTo>
                <a:cubicBezTo>
                  <a:pt x="470392" y="361290"/>
                  <a:pt x="365092" y="465492"/>
                  <a:pt x="235196" y="465492"/>
                </a:cubicBezTo>
                <a:cubicBezTo>
                  <a:pt x="105299" y="465492"/>
                  <a:pt x="0" y="361290"/>
                  <a:pt x="0" y="232746"/>
                </a:cubicBezTo>
                <a:cubicBezTo>
                  <a:pt x="0" y="104202"/>
                  <a:pt x="105299" y="0"/>
                  <a:pt x="235196" y="0"/>
                </a:cubicBezTo>
                <a:cubicBezTo>
                  <a:pt x="365092" y="0"/>
                  <a:pt x="470392" y="104202"/>
                  <a:pt x="470392" y="232746"/>
                </a:cubicBezTo>
                <a:close/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2496EF6-ABF5-7184-6C5F-699E570B6DCB}"/>
              </a:ext>
            </a:extLst>
          </p:cNvPr>
          <p:cNvSpPr/>
          <p:nvPr/>
        </p:nvSpPr>
        <p:spPr>
          <a:xfrm>
            <a:off x="5390412" y="3752394"/>
            <a:ext cx="587990" cy="583090"/>
          </a:xfrm>
          <a:custGeom>
            <a:avLst/>
            <a:gdLst/>
            <a:ahLst/>
            <a:cxnLst/>
            <a:rect l="0" t="0" r="0" b="0"/>
            <a:pathLst>
              <a:path w="587990" h="583090">
                <a:moveTo>
                  <a:pt x="587979" y="293995"/>
                </a:moveTo>
                <a:cubicBezTo>
                  <a:pt x="587979" y="453672"/>
                  <a:pt x="456370" y="583090"/>
                  <a:pt x="293990" y="583090"/>
                </a:cubicBezTo>
                <a:cubicBezTo>
                  <a:pt x="131609" y="583090"/>
                  <a:pt x="0" y="453672"/>
                  <a:pt x="0" y="293995"/>
                </a:cubicBezTo>
                <a:cubicBezTo>
                  <a:pt x="0" y="131611"/>
                  <a:pt x="131611" y="0"/>
                  <a:pt x="293995" y="0"/>
                </a:cubicBezTo>
                <a:cubicBezTo>
                  <a:pt x="456378" y="0"/>
                  <a:pt x="587990" y="131611"/>
                  <a:pt x="587990" y="293995"/>
                </a:cubicBezTo>
              </a:path>
            </a:pathLst>
          </a:custGeom>
          <a:noFill/>
          <a:ln w="7349">
            <a:solidFill>
              <a:srgbClr val="3CC583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7A86EE8-81D0-430C-8910-936FDF3EF9DA}"/>
              </a:ext>
            </a:extLst>
          </p:cNvPr>
          <p:cNvSpPr/>
          <p:nvPr/>
        </p:nvSpPr>
        <p:spPr>
          <a:xfrm>
            <a:off x="5272815" y="3605398"/>
            <a:ext cx="1352377" cy="852585"/>
          </a:xfrm>
          <a:custGeom>
            <a:avLst/>
            <a:gdLst/>
            <a:ahLst/>
            <a:cxnLst/>
            <a:rect l="0" t="0" r="0" b="0"/>
            <a:pathLst>
              <a:path w="1352377" h="852585">
                <a:moveTo>
                  <a:pt x="852585" y="0"/>
                </a:moveTo>
                <a:lnTo>
                  <a:pt x="702599" y="149937"/>
                </a:lnTo>
                <a:cubicBezTo>
                  <a:pt x="628120" y="75458"/>
                  <a:pt x="525222" y="29399"/>
                  <a:pt x="411544" y="29399"/>
                </a:cubicBezTo>
                <a:cubicBezTo>
                  <a:pt x="185902" y="29399"/>
                  <a:pt x="2645" y="211039"/>
                  <a:pt x="0" y="436092"/>
                </a:cubicBezTo>
                <a:cubicBezTo>
                  <a:pt x="0" y="437709"/>
                  <a:pt x="0" y="449175"/>
                  <a:pt x="0" y="450792"/>
                </a:cubicBezTo>
                <a:moveTo>
                  <a:pt x="823186" y="450792"/>
                </a:moveTo>
                <a:cubicBezTo>
                  <a:pt x="823186" y="449175"/>
                  <a:pt x="823186" y="442609"/>
                  <a:pt x="823186" y="440992"/>
                </a:cubicBezTo>
                <a:lnTo>
                  <a:pt x="1352377" y="440992"/>
                </a:lnTo>
                <a:moveTo>
                  <a:pt x="823186" y="450792"/>
                </a:moveTo>
                <a:cubicBezTo>
                  <a:pt x="820589" y="673123"/>
                  <a:pt x="638938" y="852585"/>
                  <a:pt x="411617" y="852585"/>
                </a:cubicBezTo>
                <a:cubicBezTo>
                  <a:pt x="184296" y="852585"/>
                  <a:pt x="0" y="675426"/>
                  <a:pt x="0" y="450841"/>
                </a:cubicBezTo>
                <a:moveTo>
                  <a:pt x="646779" y="440992"/>
                </a:moveTo>
                <a:cubicBezTo>
                  <a:pt x="646779" y="568724"/>
                  <a:pt x="541482" y="672268"/>
                  <a:pt x="411588" y="672268"/>
                </a:cubicBezTo>
                <a:cubicBezTo>
                  <a:pt x="281693" y="672268"/>
                  <a:pt x="176397" y="568724"/>
                  <a:pt x="176397" y="440992"/>
                </a:cubicBezTo>
                <a:cubicBezTo>
                  <a:pt x="176397" y="311095"/>
                  <a:pt x="281696" y="205796"/>
                  <a:pt x="411593" y="205796"/>
                </a:cubicBezTo>
                <a:cubicBezTo>
                  <a:pt x="541489" y="205796"/>
                  <a:pt x="646789" y="311095"/>
                  <a:pt x="646789" y="440992"/>
                </a:cubicBezTo>
              </a:path>
            </a:pathLst>
          </a:custGeom>
          <a:noFill/>
          <a:ln w="7349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D2CCD8-8C12-314C-88A9-7CBB83C3E960}"/>
              </a:ext>
            </a:extLst>
          </p:cNvPr>
          <p:cNvGrpSpPr/>
          <p:nvPr/>
        </p:nvGrpSpPr>
        <p:grpSpPr>
          <a:xfrm>
            <a:off x="6625171" y="3752394"/>
            <a:ext cx="1587643" cy="588480"/>
            <a:chOff x="3233924" y="3233945"/>
            <a:chExt cx="1587643" cy="58848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BBAB84CF-7B06-A6DE-050F-84649B247C40}"/>
                </a:ext>
              </a:extLst>
            </p:cNvPr>
            <p:cNvSpPr/>
            <p:nvPr/>
          </p:nvSpPr>
          <p:spPr>
            <a:xfrm>
              <a:off x="3233924" y="3233945"/>
              <a:ext cx="1587643" cy="588480"/>
            </a:xfrm>
            <a:custGeom>
              <a:avLst/>
              <a:gdLst/>
              <a:ahLst/>
              <a:cxnLst/>
              <a:rect l="0" t="0" r="0" b="0"/>
              <a:pathLst>
                <a:path w="1587643" h="588480">
                  <a:moveTo>
                    <a:pt x="1587594" y="257735"/>
                  </a:moveTo>
                  <a:lnTo>
                    <a:pt x="1587594" y="264595"/>
                  </a:lnTo>
                  <a:lnTo>
                    <a:pt x="21" y="264595"/>
                  </a:lnTo>
                  <a:lnTo>
                    <a:pt x="21" y="257735"/>
                  </a:lnTo>
                  <a:cubicBezTo>
                    <a:pt x="21" y="115393"/>
                    <a:pt x="115414" y="0"/>
                    <a:pt x="257757" y="0"/>
                  </a:cubicBezTo>
                  <a:lnTo>
                    <a:pt x="1329908" y="0"/>
                  </a:lnTo>
                  <a:cubicBezTo>
                    <a:pt x="1472250" y="0"/>
                    <a:pt x="1587643" y="115393"/>
                    <a:pt x="1587643" y="257735"/>
                  </a:cubicBezTo>
                  <a:close/>
                  <a:moveTo>
                    <a:pt x="1587594" y="328294"/>
                  </a:moveTo>
                  <a:lnTo>
                    <a:pt x="21" y="328294"/>
                  </a:lnTo>
                  <a:lnTo>
                    <a:pt x="21" y="264595"/>
                  </a:lnTo>
                  <a:lnTo>
                    <a:pt x="1587594" y="264595"/>
                  </a:lnTo>
                  <a:close/>
                  <a:moveTo>
                    <a:pt x="1587594" y="328294"/>
                  </a:moveTo>
                  <a:lnTo>
                    <a:pt x="1587594" y="335040"/>
                  </a:lnTo>
                  <a:cubicBezTo>
                    <a:pt x="1587594" y="475010"/>
                    <a:pt x="1472203" y="588480"/>
                    <a:pt x="1329863" y="588480"/>
                  </a:cubicBezTo>
                  <a:lnTo>
                    <a:pt x="257731" y="588480"/>
                  </a:lnTo>
                  <a:cubicBezTo>
                    <a:pt x="115391" y="588480"/>
                    <a:pt x="0" y="475010"/>
                    <a:pt x="0" y="335040"/>
                  </a:cubicBezTo>
                  <a:lnTo>
                    <a:pt x="0" y="328294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BCBDB42-0EFF-5035-E7B9-822536B323D4}"/>
                </a:ext>
              </a:extLst>
            </p:cNvPr>
            <p:cNvSpPr/>
            <p:nvPr/>
          </p:nvSpPr>
          <p:spPr>
            <a:xfrm>
              <a:off x="3233924" y="3233945"/>
              <a:ext cx="1587643" cy="588480"/>
            </a:xfrm>
            <a:custGeom>
              <a:avLst/>
              <a:gdLst/>
              <a:ahLst/>
              <a:cxnLst/>
              <a:rect l="0" t="0" r="0" b="0"/>
              <a:pathLst>
                <a:path w="1587643" h="588480">
                  <a:moveTo>
                    <a:pt x="21" y="264595"/>
                  </a:moveTo>
                  <a:lnTo>
                    <a:pt x="21" y="257735"/>
                  </a:lnTo>
                  <a:cubicBezTo>
                    <a:pt x="21" y="115393"/>
                    <a:pt x="115414" y="0"/>
                    <a:pt x="257757" y="0"/>
                  </a:cubicBezTo>
                  <a:lnTo>
                    <a:pt x="1329908" y="0"/>
                  </a:lnTo>
                  <a:cubicBezTo>
                    <a:pt x="1472250" y="0"/>
                    <a:pt x="1587643" y="115393"/>
                    <a:pt x="1587643" y="257735"/>
                  </a:cubicBezTo>
                  <a:lnTo>
                    <a:pt x="1587594" y="257735"/>
                  </a:lnTo>
                  <a:lnTo>
                    <a:pt x="1587594" y="264595"/>
                  </a:lnTo>
                  <a:moveTo>
                    <a:pt x="1587594" y="264595"/>
                  </a:moveTo>
                  <a:lnTo>
                    <a:pt x="1587594" y="328294"/>
                  </a:lnTo>
                  <a:moveTo>
                    <a:pt x="21" y="264595"/>
                  </a:moveTo>
                  <a:lnTo>
                    <a:pt x="21" y="328294"/>
                  </a:lnTo>
                  <a:moveTo>
                    <a:pt x="1587594" y="328294"/>
                  </a:moveTo>
                  <a:lnTo>
                    <a:pt x="1587594" y="335040"/>
                  </a:lnTo>
                  <a:cubicBezTo>
                    <a:pt x="1587594" y="475010"/>
                    <a:pt x="1472203" y="588480"/>
                    <a:pt x="1329863" y="588480"/>
                  </a:cubicBezTo>
                  <a:lnTo>
                    <a:pt x="257731" y="588480"/>
                  </a:lnTo>
                  <a:cubicBezTo>
                    <a:pt x="115391" y="588480"/>
                    <a:pt x="0" y="475010"/>
                    <a:pt x="0" y="335040"/>
                  </a:cubicBezTo>
                  <a:lnTo>
                    <a:pt x="0" y="328294"/>
                  </a:lnTo>
                  <a:lnTo>
                    <a:pt x="48" y="328294"/>
                  </a:lnTo>
                </a:path>
              </a:pathLst>
            </a:custGeom>
            <a:noFill/>
            <a:ln w="73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356C6AA-22CA-28D3-A67D-85F1D8E25E0B}"/>
              </a:ext>
            </a:extLst>
          </p:cNvPr>
          <p:cNvSpPr/>
          <p:nvPr/>
        </p:nvSpPr>
        <p:spPr>
          <a:xfrm>
            <a:off x="4626025" y="4634379"/>
            <a:ext cx="470392" cy="465492"/>
          </a:xfrm>
          <a:custGeom>
            <a:avLst/>
            <a:gdLst/>
            <a:ahLst/>
            <a:cxnLst/>
            <a:rect l="0" t="0" r="0" b="0"/>
            <a:pathLst>
              <a:path w="470392" h="465492">
                <a:moveTo>
                  <a:pt x="470392" y="232746"/>
                </a:moveTo>
                <a:cubicBezTo>
                  <a:pt x="470392" y="361290"/>
                  <a:pt x="365092" y="465492"/>
                  <a:pt x="235196" y="465492"/>
                </a:cubicBezTo>
                <a:cubicBezTo>
                  <a:pt x="105299" y="465492"/>
                  <a:pt x="0" y="361290"/>
                  <a:pt x="0" y="232746"/>
                </a:cubicBezTo>
                <a:cubicBezTo>
                  <a:pt x="0" y="104202"/>
                  <a:pt x="105299" y="0"/>
                  <a:pt x="235196" y="0"/>
                </a:cubicBezTo>
                <a:cubicBezTo>
                  <a:pt x="365092" y="0"/>
                  <a:pt x="470392" y="104202"/>
                  <a:pt x="470392" y="232746"/>
                </a:cubicBezTo>
                <a:close/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5EEA962-0322-5FFE-7B53-6FB3A01474BD}"/>
              </a:ext>
            </a:extLst>
          </p:cNvPr>
          <p:cNvSpPr/>
          <p:nvPr/>
        </p:nvSpPr>
        <p:spPr>
          <a:xfrm>
            <a:off x="4567226" y="4575580"/>
            <a:ext cx="587990" cy="583090"/>
          </a:xfrm>
          <a:custGeom>
            <a:avLst/>
            <a:gdLst/>
            <a:ahLst/>
            <a:cxnLst/>
            <a:rect l="0" t="0" r="0" b="0"/>
            <a:pathLst>
              <a:path w="587990" h="583090">
                <a:moveTo>
                  <a:pt x="587979" y="293995"/>
                </a:moveTo>
                <a:cubicBezTo>
                  <a:pt x="587979" y="453672"/>
                  <a:pt x="456370" y="583090"/>
                  <a:pt x="293990" y="583090"/>
                </a:cubicBezTo>
                <a:cubicBezTo>
                  <a:pt x="131609" y="583090"/>
                  <a:pt x="0" y="453672"/>
                  <a:pt x="0" y="293995"/>
                </a:cubicBezTo>
                <a:cubicBezTo>
                  <a:pt x="0" y="131611"/>
                  <a:pt x="131611" y="0"/>
                  <a:pt x="293995" y="0"/>
                </a:cubicBezTo>
                <a:cubicBezTo>
                  <a:pt x="456378" y="0"/>
                  <a:pt x="587990" y="131611"/>
                  <a:pt x="587990" y="293995"/>
                </a:cubicBezTo>
              </a:path>
            </a:pathLst>
          </a:custGeom>
          <a:noFill/>
          <a:ln w="7349">
            <a:solidFill>
              <a:srgbClr val="1EABDA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28620C9-9349-ACA2-8458-0F08A07A776F}"/>
              </a:ext>
            </a:extLst>
          </p:cNvPr>
          <p:cNvSpPr/>
          <p:nvPr/>
        </p:nvSpPr>
        <p:spPr>
          <a:xfrm>
            <a:off x="4449629" y="4428584"/>
            <a:ext cx="1352377" cy="852585"/>
          </a:xfrm>
          <a:custGeom>
            <a:avLst/>
            <a:gdLst/>
            <a:ahLst/>
            <a:cxnLst/>
            <a:rect l="0" t="0" r="0" b="0"/>
            <a:pathLst>
              <a:path w="1352377" h="852585">
                <a:moveTo>
                  <a:pt x="852585" y="0"/>
                </a:moveTo>
                <a:lnTo>
                  <a:pt x="702599" y="149937"/>
                </a:lnTo>
                <a:cubicBezTo>
                  <a:pt x="628120" y="75458"/>
                  <a:pt x="525222" y="29399"/>
                  <a:pt x="411544" y="29399"/>
                </a:cubicBezTo>
                <a:cubicBezTo>
                  <a:pt x="185902" y="29399"/>
                  <a:pt x="2645" y="211039"/>
                  <a:pt x="0" y="436092"/>
                </a:cubicBezTo>
                <a:cubicBezTo>
                  <a:pt x="0" y="437709"/>
                  <a:pt x="0" y="449175"/>
                  <a:pt x="0" y="450792"/>
                </a:cubicBezTo>
                <a:moveTo>
                  <a:pt x="823186" y="450792"/>
                </a:moveTo>
                <a:cubicBezTo>
                  <a:pt x="823186" y="449175"/>
                  <a:pt x="823186" y="442609"/>
                  <a:pt x="823186" y="440992"/>
                </a:cubicBezTo>
                <a:lnTo>
                  <a:pt x="1352377" y="440992"/>
                </a:lnTo>
                <a:moveTo>
                  <a:pt x="823186" y="450792"/>
                </a:moveTo>
                <a:cubicBezTo>
                  <a:pt x="820589" y="673123"/>
                  <a:pt x="638938" y="852585"/>
                  <a:pt x="411617" y="852585"/>
                </a:cubicBezTo>
                <a:cubicBezTo>
                  <a:pt x="184296" y="852585"/>
                  <a:pt x="0" y="675426"/>
                  <a:pt x="0" y="450841"/>
                </a:cubicBezTo>
                <a:moveTo>
                  <a:pt x="646779" y="440992"/>
                </a:moveTo>
                <a:cubicBezTo>
                  <a:pt x="646779" y="568724"/>
                  <a:pt x="541482" y="672268"/>
                  <a:pt x="411588" y="672268"/>
                </a:cubicBezTo>
                <a:cubicBezTo>
                  <a:pt x="281693" y="672268"/>
                  <a:pt x="176397" y="568724"/>
                  <a:pt x="176397" y="440992"/>
                </a:cubicBezTo>
                <a:cubicBezTo>
                  <a:pt x="176397" y="311095"/>
                  <a:pt x="281696" y="205796"/>
                  <a:pt x="411593" y="205796"/>
                </a:cubicBezTo>
                <a:cubicBezTo>
                  <a:pt x="541489" y="205796"/>
                  <a:pt x="646789" y="311095"/>
                  <a:pt x="646789" y="440992"/>
                </a:cubicBezTo>
              </a:path>
            </a:pathLst>
          </a:custGeom>
          <a:noFill/>
          <a:ln w="7349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BDBDA3-F8BE-1912-61FF-96586EC0DF32}"/>
              </a:ext>
            </a:extLst>
          </p:cNvPr>
          <p:cNvGrpSpPr/>
          <p:nvPr/>
        </p:nvGrpSpPr>
        <p:grpSpPr>
          <a:xfrm>
            <a:off x="5801985" y="4575580"/>
            <a:ext cx="1587643" cy="588480"/>
            <a:chOff x="2410738" y="4057131"/>
            <a:chExt cx="1587643" cy="588480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D69FEE1E-C48C-C60C-68C1-712A93FC3830}"/>
                </a:ext>
              </a:extLst>
            </p:cNvPr>
            <p:cNvSpPr/>
            <p:nvPr/>
          </p:nvSpPr>
          <p:spPr>
            <a:xfrm>
              <a:off x="2410738" y="4057131"/>
              <a:ext cx="1587643" cy="588480"/>
            </a:xfrm>
            <a:custGeom>
              <a:avLst/>
              <a:gdLst/>
              <a:ahLst/>
              <a:cxnLst/>
              <a:rect l="0" t="0" r="0" b="0"/>
              <a:pathLst>
                <a:path w="1587643" h="588480">
                  <a:moveTo>
                    <a:pt x="1587594" y="257735"/>
                  </a:moveTo>
                  <a:lnTo>
                    <a:pt x="1587594" y="264595"/>
                  </a:lnTo>
                  <a:lnTo>
                    <a:pt x="21" y="264595"/>
                  </a:lnTo>
                  <a:lnTo>
                    <a:pt x="21" y="257735"/>
                  </a:lnTo>
                  <a:cubicBezTo>
                    <a:pt x="21" y="115393"/>
                    <a:pt x="115414" y="0"/>
                    <a:pt x="257757" y="0"/>
                  </a:cubicBezTo>
                  <a:lnTo>
                    <a:pt x="1329908" y="0"/>
                  </a:lnTo>
                  <a:cubicBezTo>
                    <a:pt x="1472250" y="0"/>
                    <a:pt x="1587643" y="115393"/>
                    <a:pt x="1587643" y="257735"/>
                  </a:cubicBezTo>
                  <a:close/>
                  <a:moveTo>
                    <a:pt x="1587594" y="328294"/>
                  </a:moveTo>
                  <a:lnTo>
                    <a:pt x="21" y="328294"/>
                  </a:lnTo>
                  <a:lnTo>
                    <a:pt x="21" y="264595"/>
                  </a:lnTo>
                  <a:lnTo>
                    <a:pt x="1587594" y="264595"/>
                  </a:lnTo>
                  <a:close/>
                  <a:moveTo>
                    <a:pt x="1587594" y="328294"/>
                  </a:moveTo>
                  <a:lnTo>
                    <a:pt x="1587594" y="335040"/>
                  </a:lnTo>
                  <a:cubicBezTo>
                    <a:pt x="1587594" y="475010"/>
                    <a:pt x="1472203" y="588480"/>
                    <a:pt x="1329863" y="588480"/>
                  </a:cubicBezTo>
                  <a:lnTo>
                    <a:pt x="257731" y="588480"/>
                  </a:lnTo>
                  <a:cubicBezTo>
                    <a:pt x="115391" y="588480"/>
                    <a:pt x="0" y="475010"/>
                    <a:pt x="0" y="335040"/>
                  </a:cubicBezTo>
                  <a:lnTo>
                    <a:pt x="0" y="328294"/>
                  </a:ln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B09C8B3A-2BFF-FBF1-87EB-060747BCD6DA}"/>
                </a:ext>
              </a:extLst>
            </p:cNvPr>
            <p:cNvSpPr/>
            <p:nvPr/>
          </p:nvSpPr>
          <p:spPr>
            <a:xfrm>
              <a:off x="2410738" y="4057131"/>
              <a:ext cx="1587643" cy="588480"/>
            </a:xfrm>
            <a:custGeom>
              <a:avLst/>
              <a:gdLst/>
              <a:ahLst/>
              <a:cxnLst/>
              <a:rect l="0" t="0" r="0" b="0"/>
              <a:pathLst>
                <a:path w="1587643" h="588480">
                  <a:moveTo>
                    <a:pt x="21" y="264595"/>
                  </a:moveTo>
                  <a:lnTo>
                    <a:pt x="21" y="257735"/>
                  </a:lnTo>
                  <a:cubicBezTo>
                    <a:pt x="21" y="115393"/>
                    <a:pt x="115414" y="0"/>
                    <a:pt x="257757" y="0"/>
                  </a:cubicBezTo>
                  <a:lnTo>
                    <a:pt x="1329908" y="0"/>
                  </a:lnTo>
                  <a:cubicBezTo>
                    <a:pt x="1472250" y="0"/>
                    <a:pt x="1587643" y="115393"/>
                    <a:pt x="1587643" y="257735"/>
                  </a:cubicBezTo>
                  <a:lnTo>
                    <a:pt x="1587594" y="257735"/>
                  </a:lnTo>
                  <a:lnTo>
                    <a:pt x="1587594" y="264595"/>
                  </a:lnTo>
                  <a:moveTo>
                    <a:pt x="1587594" y="264595"/>
                  </a:moveTo>
                  <a:lnTo>
                    <a:pt x="1587594" y="328294"/>
                  </a:lnTo>
                  <a:moveTo>
                    <a:pt x="21" y="264595"/>
                  </a:moveTo>
                  <a:lnTo>
                    <a:pt x="21" y="328294"/>
                  </a:lnTo>
                  <a:moveTo>
                    <a:pt x="1587594" y="328294"/>
                  </a:moveTo>
                  <a:lnTo>
                    <a:pt x="1587594" y="335040"/>
                  </a:lnTo>
                  <a:cubicBezTo>
                    <a:pt x="1587594" y="475010"/>
                    <a:pt x="1472203" y="588480"/>
                    <a:pt x="1329863" y="588480"/>
                  </a:cubicBezTo>
                  <a:lnTo>
                    <a:pt x="257731" y="588480"/>
                  </a:lnTo>
                  <a:cubicBezTo>
                    <a:pt x="115391" y="588480"/>
                    <a:pt x="0" y="475010"/>
                    <a:pt x="0" y="335040"/>
                  </a:cubicBezTo>
                  <a:lnTo>
                    <a:pt x="0" y="328294"/>
                  </a:lnTo>
                  <a:lnTo>
                    <a:pt x="48" y="328294"/>
                  </a:lnTo>
                </a:path>
              </a:pathLst>
            </a:custGeom>
            <a:noFill/>
            <a:ln w="73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E9A42C8-37A0-1209-4D35-86BB6707C17C}"/>
              </a:ext>
            </a:extLst>
          </p:cNvPr>
          <p:cNvSpPr/>
          <p:nvPr/>
        </p:nvSpPr>
        <p:spPr>
          <a:xfrm>
            <a:off x="3802839" y="5457565"/>
            <a:ext cx="470392" cy="465492"/>
          </a:xfrm>
          <a:custGeom>
            <a:avLst/>
            <a:gdLst/>
            <a:ahLst/>
            <a:cxnLst/>
            <a:rect l="0" t="0" r="0" b="0"/>
            <a:pathLst>
              <a:path w="470392" h="465492">
                <a:moveTo>
                  <a:pt x="470392" y="232746"/>
                </a:moveTo>
                <a:cubicBezTo>
                  <a:pt x="470392" y="361290"/>
                  <a:pt x="365092" y="465492"/>
                  <a:pt x="235196" y="465492"/>
                </a:cubicBezTo>
                <a:cubicBezTo>
                  <a:pt x="105299" y="465492"/>
                  <a:pt x="0" y="361290"/>
                  <a:pt x="0" y="232746"/>
                </a:cubicBezTo>
                <a:cubicBezTo>
                  <a:pt x="0" y="104202"/>
                  <a:pt x="105299" y="0"/>
                  <a:pt x="235196" y="0"/>
                </a:cubicBezTo>
                <a:cubicBezTo>
                  <a:pt x="365092" y="0"/>
                  <a:pt x="470392" y="104202"/>
                  <a:pt x="470392" y="232746"/>
                </a:cubicBezTo>
                <a:close/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C24E8A8-0555-19A6-01B0-46D669B7C0E2}"/>
              </a:ext>
            </a:extLst>
          </p:cNvPr>
          <p:cNvSpPr/>
          <p:nvPr/>
        </p:nvSpPr>
        <p:spPr>
          <a:xfrm>
            <a:off x="3744040" y="5398766"/>
            <a:ext cx="587990" cy="583090"/>
          </a:xfrm>
          <a:custGeom>
            <a:avLst/>
            <a:gdLst/>
            <a:ahLst/>
            <a:cxnLst/>
            <a:rect l="0" t="0" r="0" b="0"/>
            <a:pathLst>
              <a:path w="587990" h="583090">
                <a:moveTo>
                  <a:pt x="587979" y="293995"/>
                </a:moveTo>
                <a:cubicBezTo>
                  <a:pt x="587979" y="453672"/>
                  <a:pt x="456370" y="583090"/>
                  <a:pt x="293990" y="583090"/>
                </a:cubicBezTo>
                <a:cubicBezTo>
                  <a:pt x="131609" y="583090"/>
                  <a:pt x="0" y="453672"/>
                  <a:pt x="0" y="293995"/>
                </a:cubicBezTo>
                <a:cubicBezTo>
                  <a:pt x="0" y="131611"/>
                  <a:pt x="131611" y="0"/>
                  <a:pt x="293995" y="0"/>
                </a:cubicBezTo>
                <a:cubicBezTo>
                  <a:pt x="456378" y="0"/>
                  <a:pt x="587990" y="131611"/>
                  <a:pt x="587990" y="293995"/>
                </a:cubicBezTo>
              </a:path>
            </a:pathLst>
          </a:custGeom>
          <a:noFill/>
          <a:ln w="7349">
            <a:solidFill>
              <a:srgbClr val="4E88E7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F5F4142-7B21-3B87-A0E4-2B3AB123C484}"/>
              </a:ext>
            </a:extLst>
          </p:cNvPr>
          <p:cNvSpPr/>
          <p:nvPr/>
        </p:nvSpPr>
        <p:spPr>
          <a:xfrm>
            <a:off x="3626443" y="5251770"/>
            <a:ext cx="1352377" cy="852585"/>
          </a:xfrm>
          <a:custGeom>
            <a:avLst/>
            <a:gdLst/>
            <a:ahLst/>
            <a:cxnLst/>
            <a:rect l="0" t="0" r="0" b="0"/>
            <a:pathLst>
              <a:path w="1352377" h="852585">
                <a:moveTo>
                  <a:pt x="852585" y="0"/>
                </a:moveTo>
                <a:lnTo>
                  <a:pt x="702599" y="149937"/>
                </a:lnTo>
                <a:cubicBezTo>
                  <a:pt x="628120" y="75458"/>
                  <a:pt x="525222" y="29399"/>
                  <a:pt x="411544" y="29399"/>
                </a:cubicBezTo>
                <a:cubicBezTo>
                  <a:pt x="185902" y="29399"/>
                  <a:pt x="2645" y="211039"/>
                  <a:pt x="0" y="436092"/>
                </a:cubicBezTo>
                <a:cubicBezTo>
                  <a:pt x="0" y="437709"/>
                  <a:pt x="0" y="449175"/>
                  <a:pt x="0" y="450792"/>
                </a:cubicBezTo>
                <a:moveTo>
                  <a:pt x="823186" y="450792"/>
                </a:moveTo>
                <a:cubicBezTo>
                  <a:pt x="823186" y="449175"/>
                  <a:pt x="823186" y="442609"/>
                  <a:pt x="823186" y="440992"/>
                </a:cubicBezTo>
                <a:lnTo>
                  <a:pt x="1352377" y="440992"/>
                </a:lnTo>
                <a:moveTo>
                  <a:pt x="823186" y="450792"/>
                </a:moveTo>
                <a:cubicBezTo>
                  <a:pt x="820589" y="673123"/>
                  <a:pt x="638938" y="852585"/>
                  <a:pt x="411617" y="852585"/>
                </a:cubicBezTo>
                <a:cubicBezTo>
                  <a:pt x="184296" y="852585"/>
                  <a:pt x="0" y="675426"/>
                  <a:pt x="0" y="450841"/>
                </a:cubicBezTo>
                <a:moveTo>
                  <a:pt x="646779" y="440992"/>
                </a:moveTo>
                <a:cubicBezTo>
                  <a:pt x="646779" y="568724"/>
                  <a:pt x="541482" y="672268"/>
                  <a:pt x="411588" y="672268"/>
                </a:cubicBezTo>
                <a:cubicBezTo>
                  <a:pt x="281693" y="672268"/>
                  <a:pt x="176397" y="568724"/>
                  <a:pt x="176397" y="440992"/>
                </a:cubicBezTo>
                <a:cubicBezTo>
                  <a:pt x="176397" y="311095"/>
                  <a:pt x="281696" y="205796"/>
                  <a:pt x="411593" y="205796"/>
                </a:cubicBezTo>
                <a:cubicBezTo>
                  <a:pt x="541489" y="205796"/>
                  <a:pt x="646789" y="311095"/>
                  <a:pt x="646789" y="440992"/>
                </a:cubicBezTo>
              </a:path>
            </a:pathLst>
          </a:custGeom>
          <a:noFill/>
          <a:ln w="7349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080A37A-D2B3-7113-4010-4EAFA35DA858}"/>
              </a:ext>
            </a:extLst>
          </p:cNvPr>
          <p:cNvSpPr/>
          <p:nvPr/>
        </p:nvSpPr>
        <p:spPr>
          <a:xfrm>
            <a:off x="4971262" y="5408077"/>
            <a:ext cx="1587643" cy="588480"/>
          </a:xfrm>
          <a:custGeom>
            <a:avLst/>
            <a:gdLst/>
            <a:ahLst/>
            <a:cxnLst/>
            <a:rect l="0" t="0" r="0" b="0"/>
            <a:pathLst>
              <a:path w="1587643" h="588480">
                <a:moveTo>
                  <a:pt x="1587594" y="257735"/>
                </a:moveTo>
                <a:lnTo>
                  <a:pt x="1587594" y="264595"/>
                </a:lnTo>
                <a:lnTo>
                  <a:pt x="21" y="264595"/>
                </a:lnTo>
                <a:lnTo>
                  <a:pt x="21" y="257735"/>
                </a:lnTo>
                <a:cubicBezTo>
                  <a:pt x="21" y="115393"/>
                  <a:pt x="115414" y="0"/>
                  <a:pt x="257757" y="0"/>
                </a:cubicBezTo>
                <a:lnTo>
                  <a:pt x="1329908" y="0"/>
                </a:lnTo>
                <a:cubicBezTo>
                  <a:pt x="1472250" y="0"/>
                  <a:pt x="1587643" y="115393"/>
                  <a:pt x="1587643" y="257735"/>
                </a:cubicBezTo>
                <a:close/>
                <a:moveTo>
                  <a:pt x="1587594" y="328294"/>
                </a:moveTo>
                <a:lnTo>
                  <a:pt x="21" y="328294"/>
                </a:lnTo>
                <a:lnTo>
                  <a:pt x="21" y="264595"/>
                </a:lnTo>
                <a:lnTo>
                  <a:pt x="1587594" y="264595"/>
                </a:lnTo>
                <a:close/>
                <a:moveTo>
                  <a:pt x="1587594" y="328294"/>
                </a:moveTo>
                <a:lnTo>
                  <a:pt x="1587594" y="335040"/>
                </a:lnTo>
                <a:cubicBezTo>
                  <a:pt x="1587594" y="475010"/>
                  <a:pt x="1472203" y="588480"/>
                  <a:pt x="1329863" y="588480"/>
                </a:cubicBezTo>
                <a:lnTo>
                  <a:pt x="257731" y="588480"/>
                </a:lnTo>
                <a:cubicBezTo>
                  <a:pt x="115391" y="588480"/>
                  <a:pt x="0" y="475010"/>
                  <a:pt x="0" y="335040"/>
                </a:cubicBezTo>
                <a:lnTo>
                  <a:pt x="0" y="328294"/>
                </a:lnTo>
                <a:close/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  <a:endParaRPr sz="1800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8AFEF2D-503B-0477-3248-DD1F5D4862D0}"/>
              </a:ext>
            </a:extLst>
          </p:cNvPr>
          <p:cNvSpPr/>
          <p:nvPr/>
        </p:nvSpPr>
        <p:spPr>
          <a:xfrm>
            <a:off x="4971262" y="5408077"/>
            <a:ext cx="1587643" cy="588480"/>
          </a:xfrm>
          <a:custGeom>
            <a:avLst/>
            <a:gdLst/>
            <a:ahLst/>
            <a:cxnLst/>
            <a:rect l="0" t="0" r="0" b="0"/>
            <a:pathLst>
              <a:path w="1587643" h="588480">
                <a:moveTo>
                  <a:pt x="21" y="264595"/>
                </a:moveTo>
                <a:lnTo>
                  <a:pt x="21" y="257735"/>
                </a:lnTo>
                <a:cubicBezTo>
                  <a:pt x="21" y="115393"/>
                  <a:pt x="115414" y="0"/>
                  <a:pt x="257757" y="0"/>
                </a:cubicBezTo>
                <a:lnTo>
                  <a:pt x="1329908" y="0"/>
                </a:lnTo>
                <a:cubicBezTo>
                  <a:pt x="1472250" y="0"/>
                  <a:pt x="1587643" y="115393"/>
                  <a:pt x="1587643" y="257735"/>
                </a:cubicBezTo>
                <a:lnTo>
                  <a:pt x="1587594" y="257735"/>
                </a:lnTo>
                <a:lnTo>
                  <a:pt x="1587594" y="264595"/>
                </a:lnTo>
                <a:moveTo>
                  <a:pt x="1587594" y="264595"/>
                </a:moveTo>
                <a:lnTo>
                  <a:pt x="1587594" y="328294"/>
                </a:lnTo>
                <a:moveTo>
                  <a:pt x="21" y="264595"/>
                </a:moveTo>
                <a:lnTo>
                  <a:pt x="21" y="328294"/>
                </a:lnTo>
                <a:moveTo>
                  <a:pt x="1587594" y="328294"/>
                </a:moveTo>
                <a:lnTo>
                  <a:pt x="1587594" y="335040"/>
                </a:lnTo>
                <a:cubicBezTo>
                  <a:pt x="1587594" y="475010"/>
                  <a:pt x="1472203" y="588480"/>
                  <a:pt x="1329863" y="588480"/>
                </a:cubicBezTo>
                <a:lnTo>
                  <a:pt x="257731" y="588480"/>
                </a:lnTo>
                <a:cubicBezTo>
                  <a:pt x="115391" y="588480"/>
                  <a:pt x="0" y="475010"/>
                  <a:pt x="0" y="335040"/>
                </a:cubicBezTo>
                <a:lnTo>
                  <a:pt x="0" y="328294"/>
                </a:lnTo>
                <a:lnTo>
                  <a:pt x="48" y="328294"/>
                </a:lnTo>
              </a:path>
            </a:pathLst>
          </a:custGeom>
          <a:noFill/>
          <a:ln w="734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5CED47B-074B-0069-EE76-0D2307A885A2}"/>
              </a:ext>
            </a:extLst>
          </p:cNvPr>
          <p:cNvGrpSpPr/>
          <p:nvPr/>
        </p:nvGrpSpPr>
        <p:grpSpPr>
          <a:xfrm>
            <a:off x="4626025" y="263653"/>
            <a:ext cx="4596633" cy="710488"/>
            <a:chOff x="2028565" y="235196"/>
            <a:chExt cx="1352377" cy="235196"/>
          </a:xfrm>
          <a:solidFill>
            <a:schemeClr val="accent2"/>
          </a:solidFill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BBF41B7-F91B-7953-2FC9-350C8294CD4B}"/>
                </a:ext>
              </a:extLst>
            </p:cNvPr>
            <p:cNvSpPr/>
            <p:nvPr/>
          </p:nvSpPr>
          <p:spPr>
            <a:xfrm>
              <a:off x="2028565" y="235196"/>
              <a:ext cx="1352377" cy="235196"/>
            </a:xfrm>
            <a:custGeom>
              <a:avLst/>
              <a:gdLst/>
              <a:ahLst/>
              <a:cxnLst/>
              <a:rect l="0" t="0" r="0" b="0"/>
              <a:pathLst>
                <a:path w="1352377" h="235196">
                  <a:moveTo>
                    <a:pt x="58799" y="0"/>
                  </a:moveTo>
                  <a:lnTo>
                    <a:pt x="1293578" y="0"/>
                  </a:lnTo>
                  <a:cubicBezTo>
                    <a:pt x="1293578" y="0"/>
                    <a:pt x="1352377" y="0"/>
                    <a:pt x="1352377" y="58799"/>
                  </a:cubicBezTo>
                  <a:lnTo>
                    <a:pt x="1352377" y="176397"/>
                  </a:lnTo>
                  <a:cubicBezTo>
                    <a:pt x="1352377" y="176397"/>
                    <a:pt x="1352377" y="235196"/>
                    <a:pt x="1293578" y="235196"/>
                  </a:cubicBezTo>
                  <a:lnTo>
                    <a:pt x="58799" y="235196"/>
                  </a:lnTo>
                  <a:cubicBezTo>
                    <a:pt x="58799" y="235196"/>
                    <a:pt x="0" y="235196"/>
                    <a:pt x="0" y="176397"/>
                  </a:cubicBezTo>
                  <a:lnTo>
                    <a:pt x="0" y="58799"/>
                  </a:lnTo>
                  <a:cubicBezTo>
                    <a:pt x="0" y="58799"/>
                    <a:pt x="0" y="0"/>
                    <a:pt x="58799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E44F1298-66C1-43BF-D7B3-51841C04B9D3}"/>
                </a:ext>
              </a:extLst>
            </p:cNvPr>
            <p:cNvSpPr/>
            <p:nvPr/>
          </p:nvSpPr>
          <p:spPr>
            <a:xfrm>
              <a:off x="2028565" y="235196"/>
              <a:ext cx="1352377" cy="235196"/>
            </a:xfrm>
            <a:custGeom>
              <a:avLst/>
              <a:gdLst/>
              <a:ahLst/>
              <a:cxnLst/>
              <a:rect l="0" t="0" r="0" b="0"/>
              <a:pathLst>
                <a:path w="1352377" h="235196">
                  <a:moveTo>
                    <a:pt x="58799" y="0"/>
                  </a:moveTo>
                  <a:lnTo>
                    <a:pt x="1293578" y="0"/>
                  </a:lnTo>
                  <a:cubicBezTo>
                    <a:pt x="1293578" y="0"/>
                    <a:pt x="1352377" y="0"/>
                    <a:pt x="1352377" y="58799"/>
                  </a:cubicBezTo>
                  <a:lnTo>
                    <a:pt x="1352377" y="176397"/>
                  </a:lnTo>
                  <a:cubicBezTo>
                    <a:pt x="1352377" y="176397"/>
                    <a:pt x="1352377" y="235196"/>
                    <a:pt x="1293578" y="235196"/>
                  </a:cubicBezTo>
                  <a:lnTo>
                    <a:pt x="58799" y="235196"/>
                  </a:lnTo>
                  <a:cubicBezTo>
                    <a:pt x="58799" y="235196"/>
                    <a:pt x="0" y="235196"/>
                    <a:pt x="0" y="176397"/>
                  </a:cubicBezTo>
                  <a:lnTo>
                    <a:pt x="0" y="58799"/>
                  </a:lnTo>
                  <a:cubicBezTo>
                    <a:pt x="0" y="58799"/>
                    <a:pt x="0" y="0"/>
                    <a:pt x="58799" y="0"/>
                  </a:cubicBezTo>
                </a:path>
              </a:pathLst>
            </a:custGeom>
            <a:grpFill/>
            <a:ln w="73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EC1F1DF-6636-A274-AE1F-E3F47AEEC6A2}"/>
              </a:ext>
            </a:extLst>
          </p:cNvPr>
          <p:cNvSpPr/>
          <p:nvPr/>
        </p:nvSpPr>
        <p:spPr>
          <a:xfrm>
            <a:off x="5041490" y="5546217"/>
            <a:ext cx="288899" cy="292476"/>
          </a:xfrm>
          <a:custGeom>
            <a:avLst/>
            <a:gdLst/>
            <a:ahLst/>
            <a:cxnLst/>
            <a:rect l="0" t="0" r="0" b="0"/>
            <a:pathLst>
              <a:path w="288899" h="292476">
                <a:moveTo>
                  <a:pt x="118075" y="19060"/>
                </a:moveTo>
                <a:cubicBezTo>
                  <a:pt x="117892" y="19244"/>
                  <a:pt x="117402" y="19856"/>
                  <a:pt x="117402" y="21449"/>
                </a:cubicBezTo>
                <a:lnTo>
                  <a:pt x="117402" y="70522"/>
                </a:lnTo>
                <a:cubicBezTo>
                  <a:pt x="113226" y="64103"/>
                  <a:pt x="106570" y="59710"/>
                  <a:pt x="99027" y="58394"/>
                </a:cubicBezTo>
                <a:lnTo>
                  <a:pt x="99027" y="21437"/>
                </a:lnTo>
                <a:cubicBezTo>
                  <a:pt x="99027" y="15679"/>
                  <a:pt x="100987" y="10155"/>
                  <a:pt x="105090" y="6051"/>
                </a:cubicBezTo>
                <a:cubicBezTo>
                  <a:pt x="109182" y="1959"/>
                  <a:pt x="114707" y="0"/>
                  <a:pt x="120464" y="0"/>
                </a:cubicBezTo>
                <a:lnTo>
                  <a:pt x="238062" y="0"/>
                </a:lnTo>
                <a:cubicBezTo>
                  <a:pt x="240573" y="0"/>
                  <a:pt x="243121" y="575"/>
                  <a:pt x="245106" y="1224"/>
                </a:cubicBezTo>
                <a:cubicBezTo>
                  <a:pt x="246674" y="1751"/>
                  <a:pt x="249356" y="2805"/>
                  <a:pt x="251500" y="4740"/>
                </a:cubicBezTo>
                <a:lnTo>
                  <a:pt x="280691" y="29068"/>
                </a:lnTo>
                <a:cubicBezTo>
                  <a:pt x="280912" y="29252"/>
                  <a:pt x="281108" y="29436"/>
                  <a:pt x="281304" y="29632"/>
                </a:cubicBezTo>
                <a:cubicBezTo>
                  <a:pt x="284354" y="32682"/>
                  <a:pt x="288899" y="38586"/>
                  <a:pt x="288899" y="45924"/>
                </a:cubicBezTo>
                <a:lnTo>
                  <a:pt x="288899" y="199046"/>
                </a:lnTo>
                <a:cubicBezTo>
                  <a:pt x="288899" y="204804"/>
                  <a:pt x="286939" y="210329"/>
                  <a:pt x="282835" y="214432"/>
                </a:cubicBezTo>
                <a:cubicBezTo>
                  <a:pt x="278744" y="218524"/>
                  <a:pt x="273219" y="220496"/>
                  <a:pt x="267461" y="220496"/>
                </a:cubicBezTo>
                <a:lnTo>
                  <a:pt x="134796" y="220496"/>
                </a:lnTo>
                <a:cubicBezTo>
                  <a:pt x="139770" y="215032"/>
                  <a:pt x="143984" y="208858"/>
                  <a:pt x="147279" y="202121"/>
                </a:cubicBezTo>
                <a:lnTo>
                  <a:pt x="267461" y="202121"/>
                </a:lnTo>
                <a:cubicBezTo>
                  <a:pt x="269054" y="202121"/>
                  <a:pt x="269666" y="201631"/>
                  <a:pt x="269850" y="201435"/>
                </a:cubicBezTo>
                <a:cubicBezTo>
                  <a:pt x="270034" y="201251"/>
                  <a:pt x="270524" y="200639"/>
                  <a:pt x="270524" y="199059"/>
                </a:cubicBezTo>
                <a:lnTo>
                  <a:pt x="270524" y="45973"/>
                </a:lnTo>
                <a:cubicBezTo>
                  <a:pt x="270446" y="45618"/>
                  <a:pt x="270309" y="45279"/>
                  <a:pt x="270120" y="44968"/>
                </a:cubicBezTo>
                <a:cubicBezTo>
                  <a:pt x="269689" y="44213"/>
                  <a:pt x="269167" y="43513"/>
                  <a:pt x="268564" y="42886"/>
                </a:cubicBezTo>
                <a:lnTo>
                  <a:pt x="239654" y="18803"/>
                </a:lnTo>
                <a:cubicBezTo>
                  <a:pt x="239145" y="18590"/>
                  <a:pt x="238609" y="18446"/>
                  <a:pt x="238062" y="18374"/>
                </a:cubicBezTo>
                <a:lnTo>
                  <a:pt x="238025" y="18374"/>
                </a:lnTo>
                <a:lnTo>
                  <a:pt x="120464" y="18374"/>
                </a:lnTo>
                <a:cubicBezTo>
                  <a:pt x="118871" y="18374"/>
                  <a:pt x="118259" y="18864"/>
                  <a:pt x="118075" y="19048"/>
                </a:cubicBezTo>
                <a:close/>
                <a:moveTo>
                  <a:pt x="190104" y="107259"/>
                </a:moveTo>
                <a:cubicBezTo>
                  <a:pt x="188815" y="110327"/>
                  <a:pt x="185966" y="112458"/>
                  <a:pt x="182658" y="112830"/>
                </a:cubicBezTo>
                <a:cubicBezTo>
                  <a:pt x="179351" y="113201"/>
                  <a:pt x="176101" y="111754"/>
                  <a:pt x="174164" y="109047"/>
                </a:cubicBezTo>
                <a:cubicBezTo>
                  <a:pt x="172226" y="106341"/>
                  <a:pt x="171904" y="102798"/>
                  <a:pt x="173322" y="99786"/>
                </a:cubicBezTo>
                <a:lnTo>
                  <a:pt x="197821" y="44662"/>
                </a:lnTo>
                <a:cubicBezTo>
                  <a:pt x="199950" y="40140"/>
                  <a:pt x="205304" y="38149"/>
                  <a:pt x="209871" y="40182"/>
                </a:cubicBezTo>
                <a:cubicBezTo>
                  <a:pt x="214437" y="42216"/>
                  <a:pt x="216540" y="47526"/>
                  <a:pt x="214604" y="52135"/>
                </a:cubicBezTo>
                <a:close/>
                <a:moveTo>
                  <a:pt x="163706" y="54144"/>
                </a:moveTo>
                <a:cubicBezTo>
                  <a:pt x="167288" y="57731"/>
                  <a:pt x="167288" y="63541"/>
                  <a:pt x="163706" y="67128"/>
                </a:cubicBezTo>
                <a:lnTo>
                  <a:pt x="151823" y="79011"/>
                </a:lnTo>
                <a:lnTo>
                  <a:pt x="163706" y="90893"/>
                </a:lnTo>
                <a:cubicBezTo>
                  <a:pt x="167079" y="94513"/>
                  <a:pt x="166979" y="100154"/>
                  <a:pt x="163481" y="103653"/>
                </a:cubicBezTo>
                <a:cubicBezTo>
                  <a:pt x="159982" y="107151"/>
                  <a:pt x="154341" y="107251"/>
                  <a:pt x="150721" y="103878"/>
                </a:cubicBezTo>
                <a:lnTo>
                  <a:pt x="132346" y="85503"/>
                </a:lnTo>
                <a:cubicBezTo>
                  <a:pt x="128764" y="81916"/>
                  <a:pt x="128764" y="76105"/>
                  <a:pt x="132346" y="72518"/>
                </a:cubicBezTo>
                <a:lnTo>
                  <a:pt x="150721" y="54144"/>
                </a:lnTo>
                <a:cubicBezTo>
                  <a:pt x="154308" y="50561"/>
                  <a:pt x="160119" y="50561"/>
                  <a:pt x="163706" y="54144"/>
                </a:cubicBezTo>
                <a:close/>
                <a:moveTo>
                  <a:pt x="224220" y="54144"/>
                </a:moveTo>
                <a:cubicBezTo>
                  <a:pt x="227807" y="50561"/>
                  <a:pt x="233618" y="50561"/>
                  <a:pt x="237205" y="54144"/>
                </a:cubicBezTo>
                <a:lnTo>
                  <a:pt x="255579" y="72518"/>
                </a:lnTo>
                <a:cubicBezTo>
                  <a:pt x="259162" y="76105"/>
                  <a:pt x="259162" y="81916"/>
                  <a:pt x="255579" y="85503"/>
                </a:cubicBezTo>
                <a:lnTo>
                  <a:pt x="237205" y="103878"/>
                </a:lnTo>
                <a:cubicBezTo>
                  <a:pt x="233585" y="107251"/>
                  <a:pt x="227944" y="107151"/>
                  <a:pt x="224445" y="103653"/>
                </a:cubicBezTo>
                <a:cubicBezTo>
                  <a:pt x="220946" y="100154"/>
                  <a:pt x="220847" y="94513"/>
                  <a:pt x="224220" y="90893"/>
                </a:cubicBezTo>
                <a:lnTo>
                  <a:pt x="236102" y="79011"/>
                </a:lnTo>
                <a:lnTo>
                  <a:pt x="224220" y="67128"/>
                </a:lnTo>
                <a:cubicBezTo>
                  <a:pt x="220637" y="63541"/>
                  <a:pt x="220637" y="57731"/>
                  <a:pt x="224220" y="54144"/>
                </a:cubicBezTo>
                <a:close/>
                <a:moveTo>
                  <a:pt x="151542" y="292463"/>
                </a:moveTo>
                <a:lnTo>
                  <a:pt x="2866" y="292463"/>
                </a:lnTo>
                <a:cubicBezTo>
                  <a:pt x="13401" y="262035"/>
                  <a:pt x="43842" y="239789"/>
                  <a:pt x="77798" y="239789"/>
                </a:cubicBezTo>
                <a:cubicBezTo>
                  <a:pt x="111742" y="239789"/>
                  <a:pt x="141007" y="262035"/>
                  <a:pt x="151542" y="292476"/>
                </a:cubicBezTo>
                <a:close/>
                <a:moveTo>
                  <a:pt x="76634" y="227515"/>
                </a:moveTo>
                <a:cubicBezTo>
                  <a:pt x="48607" y="227515"/>
                  <a:pt x="25344" y="207915"/>
                  <a:pt x="18435" y="182117"/>
                </a:cubicBezTo>
                <a:lnTo>
                  <a:pt x="44405" y="182117"/>
                </a:lnTo>
                <a:cubicBezTo>
                  <a:pt x="50273" y="194477"/>
                  <a:pt x="62657" y="203015"/>
                  <a:pt x="76622" y="203015"/>
                </a:cubicBezTo>
                <a:cubicBezTo>
                  <a:pt x="91444" y="203015"/>
                  <a:pt x="103804" y="194587"/>
                  <a:pt x="109304" y="182117"/>
                </a:cubicBezTo>
                <a:lnTo>
                  <a:pt x="135090" y="182117"/>
                </a:lnTo>
                <a:cubicBezTo>
                  <a:pt x="128610" y="208454"/>
                  <a:pt x="105188" y="227515"/>
                  <a:pt x="76634" y="227515"/>
                </a:cubicBezTo>
                <a:close/>
                <a:moveTo>
                  <a:pt x="85111" y="85466"/>
                </a:moveTo>
                <a:lnTo>
                  <a:pt x="85111" y="114523"/>
                </a:lnTo>
                <a:cubicBezTo>
                  <a:pt x="85111" y="119597"/>
                  <a:pt x="89224" y="123710"/>
                  <a:pt x="94298" y="123710"/>
                </a:cubicBezTo>
                <a:cubicBezTo>
                  <a:pt x="99372" y="123710"/>
                  <a:pt x="103486" y="119597"/>
                  <a:pt x="103486" y="114523"/>
                </a:cubicBezTo>
                <a:lnTo>
                  <a:pt x="103486" y="95511"/>
                </a:lnTo>
                <a:cubicBezTo>
                  <a:pt x="121391" y="104892"/>
                  <a:pt x="132930" y="123113"/>
                  <a:pt x="133755" y="143310"/>
                </a:cubicBezTo>
                <a:lnTo>
                  <a:pt x="141019" y="143310"/>
                </a:lnTo>
                <a:cubicBezTo>
                  <a:pt x="147784" y="143310"/>
                  <a:pt x="153269" y="148794"/>
                  <a:pt x="153269" y="155560"/>
                </a:cubicBezTo>
                <a:cubicBezTo>
                  <a:pt x="153269" y="162325"/>
                  <a:pt x="147784" y="167809"/>
                  <a:pt x="141019" y="167809"/>
                </a:cubicBezTo>
                <a:lnTo>
                  <a:pt x="12249" y="167809"/>
                </a:lnTo>
                <a:cubicBezTo>
                  <a:pt x="5484" y="167809"/>
                  <a:pt x="0" y="162325"/>
                  <a:pt x="0" y="155560"/>
                </a:cubicBezTo>
                <a:cubicBezTo>
                  <a:pt x="0" y="148794"/>
                  <a:pt x="5484" y="143310"/>
                  <a:pt x="12249" y="143310"/>
                </a:cubicBezTo>
                <a:lnTo>
                  <a:pt x="19526" y="143310"/>
                </a:lnTo>
                <a:cubicBezTo>
                  <a:pt x="21179" y="118908"/>
                  <a:pt x="37937" y="98108"/>
                  <a:pt x="60648" y="91334"/>
                </a:cubicBezTo>
                <a:lnTo>
                  <a:pt x="60648" y="86483"/>
                </a:lnTo>
                <a:cubicBezTo>
                  <a:pt x="60603" y="79885"/>
                  <a:pt x="65791" y="74437"/>
                  <a:pt x="72383" y="74159"/>
                </a:cubicBezTo>
                <a:cubicBezTo>
                  <a:pt x="78975" y="73882"/>
                  <a:pt x="84602" y="78876"/>
                  <a:pt x="85111" y="8545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79F6227-8D31-2FAF-778B-771773AFEC6A}"/>
              </a:ext>
            </a:extLst>
          </p:cNvPr>
          <p:cNvSpPr/>
          <p:nvPr/>
        </p:nvSpPr>
        <p:spPr>
          <a:xfrm>
            <a:off x="6040263" y="2256082"/>
            <a:ext cx="287870" cy="287870"/>
          </a:xfrm>
          <a:custGeom>
            <a:avLst/>
            <a:gdLst/>
            <a:ahLst/>
            <a:cxnLst/>
            <a:rect l="0" t="0" r="0" b="0"/>
            <a:pathLst>
              <a:path w="287870" h="287870">
                <a:moveTo>
                  <a:pt x="3062" y="134747"/>
                </a:moveTo>
                <a:cubicBezTo>
                  <a:pt x="1371" y="134747"/>
                  <a:pt x="0" y="133376"/>
                  <a:pt x="0" y="131685"/>
                </a:cubicBezTo>
                <a:lnTo>
                  <a:pt x="0" y="45936"/>
                </a:lnTo>
                <a:cubicBezTo>
                  <a:pt x="0" y="20566"/>
                  <a:pt x="20566" y="0"/>
                  <a:pt x="45936" y="0"/>
                </a:cubicBezTo>
                <a:lnTo>
                  <a:pt x="125560" y="0"/>
                </a:lnTo>
                <a:cubicBezTo>
                  <a:pt x="127251" y="0"/>
                  <a:pt x="128622" y="1371"/>
                  <a:pt x="128622" y="3062"/>
                </a:cubicBezTo>
                <a:lnTo>
                  <a:pt x="128622" y="131685"/>
                </a:lnTo>
                <a:cubicBezTo>
                  <a:pt x="128622" y="133376"/>
                  <a:pt x="127251" y="134747"/>
                  <a:pt x="125560" y="134747"/>
                </a:cubicBezTo>
                <a:close/>
                <a:moveTo>
                  <a:pt x="104123" y="76561"/>
                </a:moveTo>
                <a:cubicBezTo>
                  <a:pt x="104123" y="71487"/>
                  <a:pt x="100009" y="67373"/>
                  <a:pt x="94935" y="67373"/>
                </a:cubicBezTo>
                <a:lnTo>
                  <a:pt x="76561" y="67373"/>
                </a:lnTo>
                <a:cubicBezTo>
                  <a:pt x="74869" y="67373"/>
                  <a:pt x="73498" y="66002"/>
                  <a:pt x="73498" y="64311"/>
                </a:cubicBezTo>
                <a:lnTo>
                  <a:pt x="73498" y="45936"/>
                </a:lnTo>
                <a:cubicBezTo>
                  <a:pt x="73498" y="40862"/>
                  <a:pt x="69385" y="36749"/>
                  <a:pt x="64311" y="36749"/>
                </a:cubicBezTo>
                <a:cubicBezTo>
                  <a:pt x="59237" y="36749"/>
                  <a:pt x="55124" y="40862"/>
                  <a:pt x="55124" y="45936"/>
                </a:cubicBezTo>
                <a:lnTo>
                  <a:pt x="55124" y="64311"/>
                </a:lnTo>
                <a:cubicBezTo>
                  <a:pt x="55124" y="66002"/>
                  <a:pt x="53752" y="67373"/>
                  <a:pt x="52061" y="67373"/>
                </a:cubicBezTo>
                <a:lnTo>
                  <a:pt x="33686" y="67373"/>
                </a:lnTo>
                <a:cubicBezTo>
                  <a:pt x="28612" y="67373"/>
                  <a:pt x="24499" y="71487"/>
                  <a:pt x="24499" y="76561"/>
                </a:cubicBezTo>
                <a:cubicBezTo>
                  <a:pt x="24499" y="81635"/>
                  <a:pt x="28612" y="85748"/>
                  <a:pt x="33686" y="85748"/>
                </a:cubicBezTo>
                <a:lnTo>
                  <a:pt x="52061" y="85748"/>
                </a:lnTo>
                <a:cubicBezTo>
                  <a:pt x="53752" y="85748"/>
                  <a:pt x="55124" y="87119"/>
                  <a:pt x="55124" y="88811"/>
                </a:cubicBezTo>
                <a:lnTo>
                  <a:pt x="55124" y="107185"/>
                </a:lnTo>
                <a:cubicBezTo>
                  <a:pt x="55124" y="112259"/>
                  <a:pt x="59237" y="116373"/>
                  <a:pt x="64311" y="116373"/>
                </a:cubicBezTo>
                <a:cubicBezTo>
                  <a:pt x="69385" y="116373"/>
                  <a:pt x="73498" y="112259"/>
                  <a:pt x="73498" y="107185"/>
                </a:cubicBezTo>
                <a:lnTo>
                  <a:pt x="73498" y="88811"/>
                </a:lnTo>
                <a:cubicBezTo>
                  <a:pt x="73498" y="87119"/>
                  <a:pt x="74869" y="85748"/>
                  <a:pt x="76561" y="85748"/>
                </a:cubicBezTo>
                <a:lnTo>
                  <a:pt x="94935" y="85748"/>
                </a:lnTo>
                <a:cubicBezTo>
                  <a:pt x="100009" y="85748"/>
                  <a:pt x="104123" y="81635"/>
                  <a:pt x="104123" y="76561"/>
                </a:cubicBezTo>
                <a:close/>
                <a:moveTo>
                  <a:pt x="146997" y="3062"/>
                </a:moveTo>
                <a:cubicBezTo>
                  <a:pt x="146997" y="1371"/>
                  <a:pt x="148368" y="0"/>
                  <a:pt x="150059" y="0"/>
                </a:cubicBezTo>
                <a:lnTo>
                  <a:pt x="241933" y="0"/>
                </a:lnTo>
                <a:cubicBezTo>
                  <a:pt x="267303" y="0"/>
                  <a:pt x="287870" y="20566"/>
                  <a:pt x="287870" y="45936"/>
                </a:cubicBezTo>
                <a:lnTo>
                  <a:pt x="287870" y="131685"/>
                </a:lnTo>
                <a:cubicBezTo>
                  <a:pt x="287870" y="133376"/>
                  <a:pt x="286499" y="134747"/>
                  <a:pt x="284807" y="134747"/>
                </a:cubicBezTo>
                <a:lnTo>
                  <a:pt x="150059" y="134747"/>
                </a:lnTo>
                <a:cubicBezTo>
                  <a:pt x="148368" y="134747"/>
                  <a:pt x="146997" y="133376"/>
                  <a:pt x="146997" y="131685"/>
                </a:cubicBezTo>
                <a:close/>
                <a:moveTo>
                  <a:pt x="251120" y="76561"/>
                </a:moveTo>
                <a:cubicBezTo>
                  <a:pt x="251120" y="71487"/>
                  <a:pt x="247007" y="67373"/>
                  <a:pt x="241933" y="67373"/>
                </a:cubicBezTo>
                <a:lnTo>
                  <a:pt x="180684" y="67373"/>
                </a:lnTo>
                <a:cubicBezTo>
                  <a:pt x="175610" y="67373"/>
                  <a:pt x="171497" y="71487"/>
                  <a:pt x="171497" y="76561"/>
                </a:cubicBezTo>
                <a:cubicBezTo>
                  <a:pt x="171497" y="81635"/>
                  <a:pt x="175610" y="85748"/>
                  <a:pt x="180684" y="85748"/>
                </a:cubicBezTo>
                <a:lnTo>
                  <a:pt x="241933" y="85748"/>
                </a:lnTo>
                <a:cubicBezTo>
                  <a:pt x="247007" y="85748"/>
                  <a:pt x="251120" y="81635"/>
                  <a:pt x="251120" y="76561"/>
                </a:cubicBezTo>
                <a:close/>
                <a:moveTo>
                  <a:pt x="128622" y="284807"/>
                </a:moveTo>
                <a:cubicBezTo>
                  <a:pt x="128622" y="286499"/>
                  <a:pt x="127251" y="287870"/>
                  <a:pt x="125560" y="287870"/>
                </a:cubicBezTo>
                <a:lnTo>
                  <a:pt x="45936" y="287870"/>
                </a:lnTo>
                <a:cubicBezTo>
                  <a:pt x="20566" y="287870"/>
                  <a:pt x="0" y="267303"/>
                  <a:pt x="0" y="241933"/>
                </a:cubicBezTo>
                <a:lnTo>
                  <a:pt x="0" y="156184"/>
                </a:lnTo>
                <a:cubicBezTo>
                  <a:pt x="0" y="154493"/>
                  <a:pt x="1371" y="153122"/>
                  <a:pt x="3062" y="153122"/>
                </a:cubicBezTo>
                <a:lnTo>
                  <a:pt x="125560" y="153122"/>
                </a:lnTo>
                <a:cubicBezTo>
                  <a:pt x="127251" y="153122"/>
                  <a:pt x="128622" y="154493"/>
                  <a:pt x="128622" y="156184"/>
                </a:cubicBezTo>
                <a:close/>
                <a:moveTo>
                  <a:pt x="49489" y="209471"/>
                </a:moveTo>
                <a:cubicBezTo>
                  <a:pt x="50088" y="210048"/>
                  <a:pt x="50426" y="210844"/>
                  <a:pt x="50426" y="211676"/>
                </a:cubicBezTo>
                <a:cubicBezTo>
                  <a:pt x="50426" y="212508"/>
                  <a:pt x="50088" y="213304"/>
                  <a:pt x="49489" y="213881"/>
                </a:cubicBezTo>
                <a:lnTo>
                  <a:pt x="33686" y="229683"/>
                </a:lnTo>
                <a:cubicBezTo>
                  <a:pt x="30567" y="233171"/>
                  <a:pt x="30567" y="238445"/>
                  <a:pt x="33686" y="241933"/>
                </a:cubicBezTo>
                <a:cubicBezTo>
                  <a:pt x="37174" y="245052"/>
                  <a:pt x="42449" y="245052"/>
                  <a:pt x="45936" y="241933"/>
                </a:cubicBezTo>
                <a:lnTo>
                  <a:pt x="62106" y="226498"/>
                </a:lnTo>
                <a:cubicBezTo>
                  <a:pt x="62683" y="225899"/>
                  <a:pt x="63479" y="225561"/>
                  <a:pt x="64311" y="225561"/>
                </a:cubicBezTo>
                <a:cubicBezTo>
                  <a:pt x="65143" y="225561"/>
                  <a:pt x="65939" y="225899"/>
                  <a:pt x="66516" y="226498"/>
                </a:cubicBezTo>
                <a:lnTo>
                  <a:pt x="82686" y="241933"/>
                </a:lnTo>
                <a:cubicBezTo>
                  <a:pt x="86173" y="245052"/>
                  <a:pt x="91448" y="245052"/>
                  <a:pt x="94935" y="241933"/>
                </a:cubicBezTo>
                <a:cubicBezTo>
                  <a:pt x="98055" y="238445"/>
                  <a:pt x="98055" y="233171"/>
                  <a:pt x="94935" y="229683"/>
                </a:cubicBezTo>
                <a:lnTo>
                  <a:pt x="79501" y="213513"/>
                </a:lnTo>
                <a:cubicBezTo>
                  <a:pt x="78902" y="212936"/>
                  <a:pt x="78564" y="212140"/>
                  <a:pt x="78564" y="211308"/>
                </a:cubicBezTo>
                <a:cubicBezTo>
                  <a:pt x="78564" y="210477"/>
                  <a:pt x="78902" y="209681"/>
                  <a:pt x="79501" y="209103"/>
                </a:cubicBezTo>
                <a:lnTo>
                  <a:pt x="94935" y="192934"/>
                </a:lnTo>
                <a:cubicBezTo>
                  <a:pt x="98579" y="191193"/>
                  <a:pt x="100660" y="187278"/>
                  <a:pt x="100062" y="183284"/>
                </a:cubicBezTo>
                <a:cubicBezTo>
                  <a:pt x="99465" y="179290"/>
                  <a:pt x="96329" y="176155"/>
                  <a:pt x="92336" y="175557"/>
                </a:cubicBezTo>
                <a:cubicBezTo>
                  <a:pt x="88342" y="174960"/>
                  <a:pt x="84426" y="177040"/>
                  <a:pt x="82686" y="180684"/>
                </a:cubicBezTo>
                <a:lnTo>
                  <a:pt x="66148" y="196486"/>
                </a:lnTo>
                <a:cubicBezTo>
                  <a:pt x="65571" y="197085"/>
                  <a:pt x="64775" y="197423"/>
                  <a:pt x="63943" y="197423"/>
                </a:cubicBezTo>
                <a:cubicBezTo>
                  <a:pt x="63112" y="197423"/>
                  <a:pt x="62316" y="197085"/>
                  <a:pt x="61738" y="196486"/>
                </a:cubicBezTo>
                <a:lnTo>
                  <a:pt x="45936" y="180684"/>
                </a:lnTo>
                <a:cubicBezTo>
                  <a:pt x="44196" y="177040"/>
                  <a:pt x="40280" y="174960"/>
                  <a:pt x="36286" y="175557"/>
                </a:cubicBezTo>
                <a:cubicBezTo>
                  <a:pt x="32293" y="176155"/>
                  <a:pt x="29157" y="179290"/>
                  <a:pt x="28560" y="183284"/>
                </a:cubicBezTo>
                <a:cubicBezTo>
                  <a:pt x="27962" y="187278"/>
                  <a:pt x="30043" y="191193"/>
                  <a:pt x="33686" y="192934"/>
                </a:cubicBezTo>
                <a:close/>
                <a:moveTo>
                  <a:pt x="284807" y="153122"/>
                </a:moveTo>
                <a:cubicBezTo>
                  <a:pt x="286499" y="153122"/>
                  <a:pt x="287870" y="154493"/>
                  <a:pt x="287870" y="156184"/>
                </a:cubicBezTo>
                <a:lnTo>
                  <a:pt x="287870" y="241933"/>
                </a:lnTo>
                <a:cubicBezTo>
                  <a:pt x="287870" y="267303"/>
                  <a:pt x="267303" y="287870"/>
                  <a:pt x="241933" y="287870"/>
                </a:cubicBezTo>
                <a:lnTo>
                  <a:pt x="150059" y="287870"/>
                </a:lnTo>
                <a:cubicBezTo>
                  <a:pt x="148368" y="287870"/>
                  <a:pt x="146997" y="286499"/>
                  <a:pt x="146997" y="284807"/>
                </a:cubicBezTo>
                <a:lnTo>
                  <a:pt x="146997" y="156184"/>
                </a:lnTo>
                <a:cubicBezTo>
                  <a:pt x="146997" y="154493"/>
                  <a:pt x="148368" y="153122"/>
                  <a:pt x="150059" y="153122"/>
                </a:cubicBezTo>
                <a:close/>
                <a:moveTo>
                  <a:pt x="180684" y="208246"/>
                </a:moveTo>
                <a:lnTo>
                  <a:pt x="241933" y="208246"/>
                </a:lnTo>
                <a:cubicBezTo>
                  <a:pt x="247007" y="208246"/>
                  <a:pt x="251120" y="204133"/>
                  <a:pt x="251120" y="199059"/>
                </a:cubicBezTo>
                <a:cubicBezTo>
                  <a:pt x="251120" y="193985"/>
                  <a:pt x="247007" y="189871"/>
                  <a:pt x="241933" y="189871"/>
                </a:cubicBezTo>
                <a:lnTo>
                  <a:pt x="180684" y="189871"/>
                </a:lnTo>
                <a:cubicBezTo>
                  <a:pt x="175637" y="189937"/>
                  <a:pt x="171563" y="194012"/>
                  <a:pt x="171497" y="199059"/>
                </a:cubicBezTo>
                <a:cubicBezTo>
                  <a:pt x="171563" y="204105"/>
                  <a:pt x="175637" y="208180"/>
                  <a:pt x="180684" y="208246"/>
                </a:cubicBezTo>
                <a:close/>
                <a:moveTo>
                  <a:pt x="171497" y="235808"/>
                </a:moveTo>
                <a:cubicBezTo>
                  <a:pt x="171497" y="240882"/>
                  <a:pt x="175610" y="244995"/>
                  <a:pt x="180684" y="244995"/>
                </a:cubicBezTo>
                <a:lnTo>
                  <a:pt x="241933" y="244995"/>
                </a:lnTo>
                <a:cubicBezTo>
                  <a:pt x="247007" y="244995"/>
                  <a:pt x="251120" y="240882"/>
                  <a:pt x="251120" y="235808"/>
                </a:cubicBezTo>
                <a:cubicBezTo>
                  <a:pt x="251120" y="230734"/>
                  <a:pt x="247007" y="226621"/>
                  <a:pt x="241933" y="226621"/>
                </a:cubicBezTo>
                <a:lnTo>
                  <a:pt x="180684" y="226621"/>
                </a:lnTo>
                <a:cubicBezTo>
                  <a:pt x="175610" y="226621"/>
                  <a:pt x="171497" y="230734"/>
                  <a:pt x="171497" y="235808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9553119-A1A7-0C15-8890-96F920759963}"/>
              </a:ext>
            </a:extLst>
          </p:cNvPr>
          <p:cNvSpPr/>
          <p:nvPr/>
        </p:nvSpPr>
        <p:spPr>
          <a:xfrm>
            <a:off x="6860387" y="1429789"/>
            <a:ext cx="294086" cy="293933"/>
          </a:xfrm>
          <a:custGeom>
            <a:avLst/>
            <a:gdLst/>
            <a:ahLst/>
            <a:cxnLst/>
            <a:rect l="0" t="0" r="0" b="0"/>
            <a:pathLst>
              <a:path w="294086" h="293933">
                <a:moveTo>
                  <a:pt x="205184" y="165539"/>
                </a:moveTo>
                <a:cubicBezTo>
                  <a:pt x="203492" y="165539"/>
                  <a:pt x="202121" y="166910"/>
                  <a:pt x="202121" y="168602"/>
                </a:cubicBezTo>
                <a:lnTo>
                  <a:pt x="202121" y="226788"/>
                </a:lnTo>
                <a:cubicBezTo>
                  <a:pt x="202121" y="233554"/>
                  <a:pt x="207606" y="239038"/>
                  <a:pt x="214371" y="239038"/>
                </a:cubicBezTo>
                <a:lnTo>
                  <a:pt x="233358" y="239038"/>
                </a:lnTo>
                <a:cubicBezTo>
                  <a:pt x="234536" y="239009"/>
                  <a:pt x="235609" y="238356"/>
                  <a:pt x="236176" y="237323"/>
                </a:cubicBezTo>
                <a:cubicBezTo>
                  <a:pt x="242604" y="224707"/>
                  <a:pt x="256843" y="218143"/>
                  <a:pt x="270611" y="221448"/>
                </a:cubicBezTo>
                <a:cubicBezTo>
                  <a:pt x="284379" y="224754"/>
                  <a:pt x="294086" y="237067"/>
                  <a:pt x="294086" y="251227"/>
                </a:cubicBezTo>
                <a:cubicBezTo>
                  <a:pt x="294086" y="265386"/>
                  <a:pt x="284379" y="277699"/>
                  <a:pt x="270611" y="281005"/>
                </a:cubicBezTo>
                <a:cubicBezTo>
                  <a:pt x="256843" y="284310"/>
                  <a:pt x="242604" y="277746"/>
                  <a:pt x="236176" y="265130"/>
                </a:cubicBezTo>
                <a:cubicBezTo>
                  <a:pt x="235596" y="264126"/>
                  <a:pt x="234517" y="263516"/>
                  <a:pt x="233358" y="263538"/>
                </a:cubicBezTo>
                <a:lnTo>
                  <a:pt x="214371" y="263538"/>
                </a:lnTo>
                <a:cubicBezTo>
                  <a:pt x="194075" y="263538"/>
                  <a:pt x="177622" y="247084"/>
                  <a:pt x="177622" y="226788"/>
                </a:cubicBezTo>
                <a:lnTo>
                  <a:pt x="177622" y="168602"/>
                </a:lnTo>
                <a:cubicBezTo>
                  <a:pt x="177622" y="166910"/>
                  <a:pt x="176250" y="165539"/>
                  <a:pt x="174559" y="165539"/>
                </a:cubicBezTo>
                <a:lnTo>
                  <a:pt x="159247" y="165539"/>
                </a:lnTo>
                <a:cubicBezTo>
                  <a:pt x="152481" y="165539"/>
                  <a:pt x="146997" y="160055"/>
                  <a:pt x="146997" y="153290"/>
                </a:cubicBezTo>
                <a:cubicBezTo>
                  <a:pt x="146997" y="146524"/>
                  <a:pt x="152481" y="141040"/>
                  <a:pt x="159247" y="141040"/>
                </a:cubicBezTo>
                <a:lnTo>
                  <a:pt x="174559" y="141040"/>
                </a:lnTo>
                <a:cubicBezTo>
                  <a:pt x="176250" y="141040"/>
                  <a:pt x="177622" y="139669"/>
                  <a:pt x="177622" y="137977"/>
                </a:cubicBezTo>
                <a:lnTo>
                  <a:pt x="177622" y="67541"/>
                </a:lnTo>
                <a:cubicBezTo>
                  <a:pt x="177622" y="47245"/>
                  <a:pt x="194075" y="30792"/>
                  <a:pt x="214371" y="30792"/>
                </a:cubicBezTo>
                <a:lnTo>
                  <a:pt x="233358" y="30792"/>
                </a:lnTo>
                <a:cubicBezTo>
                  <a:pt x="234536" y="30762"/>
                  <a:pt x="235609" y="30109"/>
                  <a:pt x="236176" y="29077"/>
                </a:cubicBezTo>
                <a:cubicBezTo>
                  <a:pt x="242604" y="16460"/>
                  <a:pt x="256843" y="9896"/>
                  <a:pt x="270611" y="13202"/>
                </a:cubicBezTo>
                <a:cubicBezTo>
                  <a:pt x="284379" y="16507"/>
                  <a:pt x="294086" y="28821"/>
                  <a:pt x="294086" y="42980"/>
                </a:cubicBezTo>
                <a:cubicBezTo>
                  <a:pt x="294086" y="57140"/>
                  <a:pt x="284379" y="69453"/>
                  <a:pt x="270611" y="72758"/>
                </a:cubicBezTo>
                <a:cubicBezTo>
                  <a:pt x="256843" y="76064"/>
                  <a:pt x="242604" y="69500"/>
                  <a:pt x="236176" y="56884"/>
                </a:cubicBezTo>
                <a:cubicBezTo>
                  <a:pt x="235596" y="55880"/>
                  <a:pt x="234517" y="55270"/>
                  <a:pt x="233358" y="55291"/>
                </a:cubicBezTo>
                <a:lnTo>
                  <a:pt x="214371" y="55291"/>
                </a:lnTo>
                <a:cubicBezTo>
                  <a:pt x="207606" y="55291"/>
                  <a:pt x="202121" y="60776"/>
                  <a:pt x="202121" y="67541"/>
                </a:cubicBezTo>
                <a:lnTo>
                  <a:pt x="202121" y="137977"/>
                </a:lnTo>
                <a:cubicBezTo>
                  <a:pt x="202121" y="139669"/>
                  <a:pt x="203492" y="141040"/>
                  <a:pt x="205184" y="141040"/>
                </a:cubicBezTo>
                <a:lnTo>
                  <a:pt x="233358" y="141040"/>
                </a:lnTo>
                <a:cubicBezTo>
                  <a:pt x="234536" y="141011"/>
                  <a:pt x="235609" y="140357"/>
                  <a:pt x="236176" y="139325"/>
                </a:cubicBezTo>
                <a:cubicBezTo>
                  <a:pt x="242604" y="126709"/>
                  <a:pt x="256843" y="120144"/>
                  <a:pt x="270611" y="123450"/>
                </a:cubicBezTo>
                <a:cubicBezTo>
                  <a:pt x="284379" y="126756"/>
                  <a:pt x="294086" y="139069"/>
                  <a:pt x="294086" y="153228"/>
                </a:cubicBezTo>
                <a:cubicBezTo>
                  <a:pt x="294086" y="167388"/>
                  <a:pt x="284379" y="179701"/>
                  <a:pt x="270611" y="183007"/>
                </a:cubicBezTo>
                <a:cubicBezTo>
                  <a:pt x="256843" y="186312"/>
                  <a:pt x="242604" y="179748"/>
                  <a:pt x="236176" y="167132"/>
                </a:cubicBezTo>
                <a:cubicBezTo>
                  <a:pt x="235596" y="166128"/>
                  <a:pt x="234517" y="165518"/>
                  <a:pt x="233358" y="165539"/>
                </a:cubicBezTo>
                <a:close/>
                <a:moveTo>
                  <a:pt x="134747" y="177667"/>
                </a:moveTo>
                <a:lnTo>
                  <a:pt x="134747" y="214416"/>
                </a:lnTo>
                <a:cubicBezTo>
                  <a:pt x="134747" y="217799"/>
                  <a:pt x="132005" y="220541"/>
                  <a:pt x="128622" y="220541"/>
                </a:cubicBezTo>
                <a:lnTo>
                  <a:pt x="106450" y="220541"/>
                </a:lnTo>
                <a:cubicBezTo>
                  <a:pt x="104893" y="220530"/>
                  <a:pt x="103575" y="221689"/>
                  <a:pt x="103388" y="223236"/>
                </a:cubicBezTo>
                <a:lnTo>
                  <a:pt x="97998" y="288405"/>
                </a:lnTo>
                <a:cubicBezTo>
                  <a:pt x="97682" y="291546"/>
                  <a:pt x="95030" y="293933"/>
                  <a:pt x="91873" y="293917"/>
                </a:cubicBezTo>
                <a:lnTo>
                  <a:pt x="42874" y="293917"/>
                </a:lnTo>
                <a:cubicBezTo>
                  <a:pt x="39717" y="293933"/>
                  <a:pt x="37065" y="291546"/>
                  <a:pt x="36749" y="288405"/>
                </a:cubicBezTo>
                <a:lnTo>
                  <a:pt x="31359" y="223236"/>
                </a:lnTo>
                <a:cubicBezTo>
                  <a:pt x="31231" y="221641"/>
                  <a:pt x="29897" y="220413"/>
                  <a:pt x="28297" y="220418"/>
                </a:cubicBezTo>
                <a:lnTo>
                  <a:pt x="6124" y="220418"/>
                </a:lnTo>
                <a:cubicBezTo>
                  <a:pt x="2742" y="220418"/>
                  <a:pt x="0" y="217676"/>
                  <a:pt x="0" y="214294"/>
                </a:cubicBezTo>
                <a:lnTo>
                  <a:pt x="0" y="177544"/>
                </a:lnTo>
                <a:cubicBezTo>
                  <a:pt x="134" y="140410"/>
                  <a:pt x="30239" y="110360"/>
                  <a:pt x="67373" y="110293"/>
                </a:cubicBezTo>
                <a:cubicBezTo>
                  <a:pt x="104555" y="110360"/>
                  <a:pt x="134680" y="140485"/>
                  <a:pt x="134747" y="177667"/>
                </a:cubicBezTo>
                <a:close/>
                <a:moveTo>
                  <a:pt x="76561" y="134792"/>
                </a:moveTo>
                <a:cubicBezTo>
                  <a:pt x="76561" y="129718"/>
                  <a:pt x="72447" y="125605"/>
                  <a:pt x="67373" y="125605"/>
                </a:cubicBezTo>
                <a:cubicBezTo>
                  <a:pt x="62299" y="125605"/>
                  <a:pt x="58186" y="129718"/>
                  <a:pt x="58186" y="134792"/>
                </a:cubicBezTo>
                <a:lnTo>
                  <a:pt x="58186" y="183179"/>
                </a:lnTo>
                <a:cubicBezTo>
                  <a:pt x="58186" y="188253"/>
                  <a:pt x="62299" y="192366"/>
                  <a:pt x="67373" y="192366"/>
                </a:cubicBezTo>
                <a:cubicBezTo>
                  <a:pt x="72447" y="192366"/>
                  <a:pt x="76561" y="188253"/>
                  <a:pt x="76561" y="183179"/>
                </a:cubicBezTo>
                <a:close/>
                <a:moveTo>
                  <a:pt x="17517" y="50024"/>
                </a:moveTo>
                <a:cubicBezTo>
                  <a:pt x="17449" y="22473"/>
                  <a:pt x="39741" y="90"/>
                  <a:pt x="67291" y="45"/>
                </a:cubicBezTo>
                <a:cubicBezTo>
                  <a:pt x="94842" y="0"/>
                  <a:pt x="117207" y="22309"/>
                  <a:pt x="117230" y="49860"/>
                </a:cubicBezTo>
                <a:cubicBezTo>
                  <a:pt x="117252" y="77411"/>
                  <a:pt x="94924" y="99758"/>
                  <a:pt x="67373" y="99758"/>
                </a:cubicBezTo>
                <a:cubicBezTo>
                  <a:pt x="39886" y="99758"/>
                  <a:pt x="17584" y="77511"/>
                  <a:pt x="17517" y="50024"/>
                </a:cubicBezTo>
                <a:close/>
                <a:moveTo>
                  <a:pt x="42016" y="50024"/>
                </a:moveTo>
                <a:cubicBezTo>
                  <a:pt x="41885" y="56833"/>
                  <a:pt x="44498" y="63410"/>
                  <a:pt x="49268" y="68272"/>
                </a:cubicBezTo>
                <a:cubicBezTo>
                  <a:pt x="54037" y="73133"/>
                  <a:pt x="60562" y="75872"/>
                  <a:pt x="67373" y="75871"/>
                </a:cubicBezTo>
                <a:cubicBezTo>
                  <a:pt x="74018" y="76104"/>
                  <a:pt x="80472" y="73625"/>
                  <a:pt x="85254" y="69005"/>
                </a:cubicBezTo>
                <a:cubicBezTo>
                  <a:pt x="90036" y="64385"/>
                  <a:pt x="92735" y="58020"/>
                  <a:pt x="92730" y="51371"/>
                </a:cubicBezTo>
                <a:cubicBezTo>
                  <a:pt x="92679" y="50482"/>
                  <a:pt x="92284" y="49647"/>
                  <a:pt x="91628" y="49044"/>
                </a:cubicBezTo>
                <a:cubicBezTo>
                  <a:pt x="90958" y="48453"/>
                  <a:pt x="90063" y="48185"/>
                  <a:pt x="89178" y="48309"/>
                </a:cubicBezTo>
                <a:cubicBezTo>
                  <a:pt x="86182" y="48802"/>
                  <a:pt x="83150" y="49048"/>
                  <a:pt x="80113" y="49044"/>
                </a:cubicBezTo>
                <a:cubicBezTo>
                  <a:pt x="68772" y="48798"/>
                  <a:pt x="57715" y="45452"/>
                  <a:pt x="48141" y="39366"/>
                </a:cubicBezTo>
                <a:cubicBezTo>
                  <a:pt x="47322" y="39005"/>
                  <a:pt x="46388" y="39005"/>
                  <a:pt x="45569" y="39366"/>
                </a:cubicBezTo>
                <a:cubicBezTo>
                  <a:pt x="44714" y="39676"/>
                  <a:pt x="44041" y="40349"/>
                  <a:pt x="43731" y="41204"/>
                </a:cubicBezTo>
                <a:cubicBezTo>
                  <a:pt x="42589" y="44004"/>
                  <a:pt x="42007" y="47000"/>
                  <a:pt x="42016" y="5002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2DC9F4B-C6FC-289A-DD6B-94B7B4953FF2}"/>
              </a:ext>
            </a:extLst>
          </p:cNvPr>
          <p:cNvSpPr/>
          <p:nvPr/>
        </p:nvSpPr>
        <p:spPr>
          <a:xfrm>
            <a:off x="5860320" y="4716700"/>
            <a:ext cx="294479" cy="299872"/>
          </a:xfrm>
          <a:custGeom>
            <a:avLst/>
            <a:gdLst/>
            <a:ahLst/>
            <a:cxnLst/>
            <a:rect l="0" t="0" r="0" b="0"/>
            <a:pathLst>
              <a:path w="294479" h="299872">
                <a:moveTo>
                  <a:pt x="294479" y="220248"/>
                </a:moveTo>
                <a:cubicBezTo>
                  <a:pt x="294479" y="264223"/>
                  <a:pt x="258830" y="299872"/>
                  <a:pt x="214855" y="299872"/>
                </a:cubicBezTo>
                <a:cubicBezTo>
                  <a:pt x="170880" y="299872"/>
                  <a:pt x="135232" y="264223"/>
                  <a:pt x="135232" y="220248"/>
                </a:cubicBezTo>
                <a:cubicBezTo>
                  <a:pt x="135232" y="176273"/>
                  <a:pt x="170880" y="140625"/>
                  <a:pt x="214855" y="140625"/>
                </a:cubicBezTo>
                <a:cubicBezTo>
                  <a:pt x="258802" y="140692"/>
                  <a:pt x="294412" y="176301"/>
                  <a:pt x="294479" y="220248"/>
                </a:cubicBezTo>
                <a:close/>
                <a:moveTo>
                  <a:pt x="183294" y="220248"/>
                </a:moveTo>
                <a:cubicBezTo>
                  <a:pt x="183294" y="219417"/>
                  <a:pt x="183632" y="218621"/>
                  <a:pt x="184231" y="218043"/>
                </a:cubicBezTo>
                <a:lnTo>
                  <a:pt x="199911" y="201874"/>
                </a:lnTo>
                <a:cubicBezTo>
                  <a:pt x="203284" y="198254"/>
                  <a:pt x="203184" y="192613"/>
                  <a:pt x="199686" y="189114"/>
                </a:cubicBezTo>
                <a:cubicBezTo>
                  <a:pt x="196187" y="185615"/>
                  <a:pt x="190546" y="185516"/>
                  <a:pt x="186926" y="188889"/>
                </a:cubicBezTo>
                <a:lnTo>
                  <a:pt x="162426" y="213388"/>
                </a:lnTo>
                <a:cubicBezTo>
                  <a:pt x="158844" y="216975"/>
                  <a:pt x="158844" y="222786"/>
                  <a:pt x="162426" y="226373"/>
                </a:cubicBezTo>
                <a:lnTo>
                  <a:pt x="186926" y="250873"/>
                </a:lnTo>
                <a:cubicBezTo>
                  <a:pt x="190480" y="253177"/>
                  <a:pt x="195148" y="252753"/>
                  <a:pt x="198229" y="249847"/>
                </a:cubicBezTo>
                <a:cubicBezTo>
                  <a:pt x="201309" y="246940"/>
                  <a:pt x="202004" y="242305"/>
                  <a:pt x="199911" y="238623"/>
                </a:cubicBezTo>
                <a:lnTo>
                  <a:pt x="184231" y="222453"/>
                </a:lnTo>
                <a:cubicBezTo>
                  <a:pt x="183632" y="221876"/>
                  <a:pt x="183294" y="221080"/>
                  <a:pt x="183294" y="220248"/>
                </a:cubicBezTo>
                <a:close/>
                <a:moveTo>
                  <a:pt x="267285" y="226373"/>
                </a:moveTo>
                <a:cubicBezTo>
                  <a:pt x="270404" y="222886"/>
                  <a:pt x="270404" y="217611"/>
                  <a:pt x="267285" y="214123"/>
                </a:cubicBezTo>
                <a:lnTo>
                  <a:pt x="242785" y="189624"/>
                </a:lnTo>
                <a:cubicBezTo>
                  <a:pt x="240901" y="186310"/>
                  <a:pt x="237166" y="184504"/>
                  <a:pt x="233399" y="185085"/>
                </a:cubicBezTo>
                <a:cubicBezTo>
                  <a:pt x="229631" y="185665"/>
                  <a:pt x="226614" y="188512"/>
                  <a:pt x="225815" y="192239"/>
                </a:cubicBezTo>
                <a:cubicBezTo>
                  <a:pt x="225016" y="195967"/>
                  <a:pt x="226602" y="199800"/>
                  <a:pt x="229800" y="201874"/>
                </a:cubicBezTo>
                <a:lnTo>
                  <a:pt x="245480" y="218043"/>
                </a:lnTo>
                <a:cubicBezTo>
                  <a:pt x="246079" y="218621"/>
                  <a:pt x="246417" y="219417"/>
                  <a:pt x="246417" y="220248"/>
                </a:cubicBezTo>
                <a:cubicBezTo>
                  <a:pt x="246417" y="221080"/>
                  <a:pt x="246079" y="221876"/>
                  <a:pt x="245480" y="222453"/>
                </a:cubicBezTo>
                <a:lnTo>
                  <a:pt x="229800" y="238623"/>
                </a:lnTo>
                <a:cubicBezTo>
                  <a:pt x="227120" y="242333"/>
                  <a:pt x="227578" y="247449"/>
                  <a:pt x="230875" y="250623"/>
                </a:cubicBezTo>
                <a:cubicBezTo>
                  <a:pt x="234172" y="253797"/>
                  <a:pt x="239303" y="254060"/>
                  <a:pt x="242907" y="251240"/>
                </a:cubicBezTo>
                <a:lnTo>
                  <a:pt x="267407" y="226741"/>
                </a:lnTo>
                <a:close/>
                <a:moveTo>
                  <a:pt x="133884" y="161327"/>
                </a:moveTo>
                <a:cubicBezTo>
                  <a:pt x="134340" y="162991"/>
                  <a:pt x="134073" y="164770"/>
                  <a:pt x="133149" y="166227"/>
                </a:cubicBezTo>
                <a:cubicBezTo>
                  <a:pt x="123559" y="180597"/>
                  <a:pt x="117938" y="197248"/>
                  <a:pt x="116857" y="214491"/>
                </a:cubicBezTo>
                <a:cubicBezTo>
                  <a:pt x="116662" y="217729"/>
                  <a:pt x="113976" y="220254"/>
                  <a:pt x="110732" y="220248"/>
                </a:cubicBezTo>
                <a:lnTo>
                  <a:pt x="6364" y="220248"/>
                </a:lnTo>
                <a:cubicBezTo>
                  <a:pt x="4427" y="220289"/>
                  <a:pt x="2594" y="219372"/>
                  <a:pt x="1464" y="217798"/>
                </a:cubicBezTo>
                <a:cubicBezTo>
                  <a:pt x="358" y="216234"/>
                  <a:pt x="0" y="214262"/>
                  <a:pt x="484" y="212408"/>
                </a:cubicBezTo>
                <a:cubicBezTo>
                  <a:pt x="12283" y="173481"/>
                  <a:pt x="48129" y="146833"/>
                  <a:pt x="88805" y="146750"/>
                </a:cubicBezTo>
                <a:cubicBezTo>
                  <a:pt x="103528" y="146789"/>
                  <a:pt x="118010" y="150494"/>
                  <a:pt x="130944" y="157529"/>
                </a:cubicBezTo>
                <a:cubicBezTo>
                  <a:pt x="132442" y="158293"/>
                  <a:pt x="133520" y="159686"/>
                  <a:pt x="133884" y="161327"/>
                </a:cubicBezTo>
                <a:close/>
                <a:moveTo>
                  <a:pt x="16654" y="116860"/>
                </a:moveTo>
                <a:cubicBezTo>
                  <a:pt x="22139" y="107566"/>
                  <a:pt x="24859" y="96899"/>
                  <a:pt x="24494" y="86113"/>
                </a:cubicBezTo>
                <a:lnTo>
                  <a:pt x="24494" y="70801"/>
                </a:lnTo>
                <a:cubicBezTo>
                  <a:pt x="23457" y="46955"/>
                  <a:pt x="35588" y="24464"/>
                  <a:pt x="56084" y="12232"/>
                </a:cubicBezTo>
                <a:cubicBezTo>
                  <a:pt x="76579" y="0"/>
                  <a:pt x="102133" y="0"/>
                  <a:pt x="122629" y="12232"/>
                </a:cubicBezTo>
                <a:cubicBezTo>
                  <a:pt x="143124" y="24464"/>
                  <a:pt x="155255" y="46955"/>
                  <a:pt x="154219" y="70801"/>
                </a:cubicBezTo>
                <a:lnTo>
                  <a:pt x="154219" y="86113"/>
                </a:lnTo>
                <a:cubicBezTo>
                  <a:pt x="153828" y="96918"/>
                  <a:pt x="156595" y="107603"/>
                  <a:pt x="162181" y="116860"/>
                </a:cubicBezTo>
                <a:cubicBezTo>
                  <a:pt x="165409" y="122518"/>
                  <a:pt x="163644" y="129712"/>
                  <a:pt x="158165" y="133234"/>
                </a:cubicBezTo>
                <a:cubicBezTo>
                  <a:pt x="152686" y="136756"/>
                  <a:pt x="145409" y="135375"/>
                  <a:pt x="141602" y="130090"/>
                </a:cubicBezTo>
                <a:cubicBezTo>
                  <a:pt x="139410" y="126626"/>
                  <a:pt x="137525" y="122978"/>
                  <a:pt x="135967" y="119187"/>
                </a:cubicBezTo>
                <a:cubicBezTo>
                  <a:pt x="135597" y="118213"/>
                  <a:pt x="134773" y="117481"/>
                  <a:pt x="133762" y="117228"/>
                </a:cubicBezTo>
                <a:cubicBezTo>
                  <a:pt x="132740" y="117056"/>
                  <a:pt x="131697" y="117374"/>
                  <a:pt x="130944" y="118085"/>
                </a:cubicBezTo>
                <a:cubicBezTo>
                  <a:pt x="120049" y="129365"/>
                  <a:pt x="105039" y="135736"/>
                  <a:pt x="89356" y="135736"/>
                </a:cubicBezTo>
                <a:cubicBezTo>
                  <a:pt x="73673" y="135736"/>
                  <a:pt x="58663" y="129365"/>
                  <a:pt x="47768" y="118085"/>
                </a:cubicBezTo>
                <a:cubicBezTo>
                  <a:pt x="47030" y="117354"/>
                  <a:pt x="45972" y="117048"/>
                  <a:pt x="44957" y="117270"/>
                </a:cubicBezTo>
                <a:cubicBezTo>
                  <a:pt x="43942" y="117493"/>
                  <a:pt x="43110" y="118215"/>
                  <a:pt x="42746" y="119187"/>
                </a:cubicBezTo>
                <a:cubicBezTo>
                  <a:pt x="41276" y="122996"/>
                  <a:pt x="39429" y="126649"/>
                  <a:pt x="37233" y="130090"/>
                </a:cubicBezTo>
                <a:cubicBezTo>
                  <a:pt x="35475" y="132991"/>
                  <a:pt x="32592" y="135033"/>
                  <a:pt x="29272" y="135730"/>
                </a:cubicBezTo>
                <a:cubicBezTo>
                  <a:pt x="25952" y="136426"/>
                  <a:pt x="22492" y="135715"/>
                  <a:pt x="19716" y="133765"/>
                </a:cubicBezTo>
                <a:cubicBezTo>
                  <a:pt x="14253" y="129910"/>
                  <a:pt x="12890" y="122386"/>
                  <a:pt x="16654" y="116860"/>
                </a:cubicBezTo>
                <a:close/>
                <a:moveTo>
                  <a:pt x="122369" y="82438"/>
                </a:moveTo>
                <a:cubicBezTo>
                  <a:pt x="122988" y="79428"/>
                  <a:pt x="121326" y="76415"/>
                  <a:pt x="118449" y="75333"/>
                </a:cubicBezTo>
                <a:cubicBezTo>
                  <a:pt x="107940" y="71759"/>
                  <a:pt x="98445" y="65709"/>
                  <a:pt x="90765" y="57694"/>
                </a:cubicBezTo>
                <a:cubicBezTo>
                  <a:pt x="90167" y="57135"/>
                  <a:pt x="89378" y="56828"/>
                  <a:pt x="88560" y="56836"/>
                </a:cubicBezTo>
                <a:cubicBezTo>
                  <a:pt x="87700" y="56796"/>
                  <a:pt x="86861" y="57105"/>
                  <a:pt x="86233" y="57694"/>
                </a:cubicBezTo>
                <a:cubicBezTo>
                  <a:pt x="78748" y="65653"/>
                  <a:pt x="69465" y="71701"/>
                  <a:pt x="59160" y="75333"/>
                </a:cubicBezTo>
                <a:cubicBezTo>
                  <a:pt x="56208" y="76326"/>
                  <a:pt x="54506" y="79412"/>
                  <a:pt x="55241" y="82438"/>
                </a:cubicBezTo>
                <a:cubicBezTo>
                  <a:pt x="57427" y="99202"/>
                  <a:pt x="71904" y="111618"/>
                  <a:pt x="88805" y="111225"/>
                </a:cubicBezTo>
                <a:cubicBezTo>
                  <a:pt x="105686" y="111561"/>
                  <a:pt x="120130" y="99173"/>
                  <a:pt x="122369" y="82438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83ABAAE-BD15-B1F7-2358-826EA54D4C36}"/>
              </a:ext>
            </a:extLst>
          </p:cNvPr>
          <p:cNvSpPr/>
          <p:nvPr/>
        </p:nvSpPr>
        <p:spPr>
          <a:xfrm>
            <a:off x="5216036" y="3104375"/>
            <a:ext cx="259952" cy="261966"/>
          </a:xfrm>
          <a:custGeom>
            <a:avLst/>
            <a:gdLst/>
            <a:ahLst/>
            <a:cxnLst/>
            <a:rect l="0" t="0" r="0" b="0"/>
            <a:pathLst>
              <a:path w="259952" h="261966">
                <a:moveTo>
                  <a:pt x="174290" y="4782"/>
                </a:moveTo>
                <a:cubicBezTo>
                  <a:pt x="179073" y="0"/>
                  <a:pt x="186827" y="0"/>
                  <a:pt x="191611" y="4782"/>
                </a:cubicBezTo>
                <a:lnTo>
                  <a:pt x="214800" y="27995"/>
                </a:lnTo>
                <a:lnTo>
                  <a:pt x="237988" y="4806"/>
                </a:lnTo>
                <a:cubicBezTo>
                  <a:pt x="241064" y="1622"/>
                  <a:pt x="245619" y="345"/>
                  <a:pt x="249902" y="1466"/>
                </a:cubicBezTo>
                <a:cubicBezTo>
                  <a:pt x="254184" y="2587"/>
                  <a:pt x="257529" y="5931"/>
                  <a:pt x="258650" y="10214"/>
                </a:cubicBezTo>
                <a:cubicBezTo>
                  <a:pt x="259771" y="14497"/>
                  <a:pt x="258494" y="19052"/>
                  <a:pt x="255310" y="22127"/>
                </a:cubicBezTo>
                <a:lnTo>
                  <a:pt x="232121" y="45316"/>
                </a:lnTo>
                <a:lnTo>
                  <a:pt x="255310" y="68505"/>
                </a:lnTo>
                <a:cubicBezTo>
                  <a:pt x="259952" y="73312"/>
                  <a:pt x="259886" y="80952"/>
                  <a:pt x="255161" y="85677"/>
                </a:cubicBezTo>
                <a:cubicBezTo>
                  <a:pt x="250435" y="90402"/>
                  <a:pt x="242795" y="90469"/>
                  <a:pt x="237988" y="85826"/>
                </a:cubicBezTo>
                <a:lnTo>
                  <a:pt x="214800" y="62625"/>
                </a:lnTo>
                <a:lnTo>
                  <a:pt x="184714" y="92711"/>
                </a:lnTo>
                <a:cubicBezTo>
                  <a:pt x="213354" y="129705"/>
                  <a:pt x="214689" y="181914"/>
                  <a:pt x="184971" y="218516"/>
                </a:cubicBezTo>
                <a:lnTo>
                  <a:pt x="203885" y="237564"/>
                </a:lnTo>
                <a:cubicBezTo>
                  <a:pt x="208655" y="242365"/>
                  <a:pt x="208630" y="250122"/>
                  <a:pt x="203830" y="254892"/>
                </a:cubicBezTo>
                <a:cubicBezTo>
                  <a:pt x="199030" y="259661"/>
                  <a:pt x="191272" y="259637"/>
                  <a:pt x="186503" y="254837"/>
                </a:cubicBezTo>
                <a:lnTo>
                  <a:pt x="35340" y="102645"/>
                </a:lnTo>
                <a:cubicBezTo>
                  <a:pt x="33960" y="101723"/>
                  <a:pt x="32781" y="100531"/>
                  <a:pt x="31873" y="99142"/>
                </a:cubicBezTo>
                <a:lnTo>
                  <a:pt x="5206" y="72315"/>
                </a:lnTo>
                <a:cubicBezTo>
                  <a:pt x="2031" y="69230"/>
                  <a:pt x="768" y="64672"/>
                  <a:pt x="1901" y="60393"/>
                </a:cubicBezTo>
                <a:cubicBezTo>
                  <a:pt x="3034" y="56114"/>
                  <a:pt x="6388" y="52780"/>
                  <a:pt x="10673" y="51671"/>
                </a:cubicBezTo>
                <a:cubicBezTo>
                  <a:pt x="14959" y="50562"/>
                  <a:pt x="19509" y="51851"/>
                  <a:pt x="22576" y="55043"/>
                </a:cubicBezTo>
                <a:lnTo>
                  <a:pt x="42837" y="75438"/>
                </a:lnTo>
                <a:cubicBezTo>
                  <a:pt x="79746" y="46406"/>
                  <a:pt x="131281" y="46161"/>
                  <a:pt x="167540" y="75218"/>
                </a:cubicBezTo>
                <a:lnTo>
                  <a:pt x="197466" y="45304"/>
                </a:lnTo>
                <a:lnTo>
                  <a:pt x="174277" y="22115"/>
                </a:lnTo>
                <a:cubicBezTo>
                  <a:pt x="169495" y="17332"/>
                  <a:pt x="169495" y="9577"/>
                  <a:pt x="174277" y="4794"/>
                </a:cubicBezTo>
                <a:close/>
                <a:moveTo>
                  <a:pt x="60268" y="92980"/>
                </a:moveTo>
                <a:lnTo>
                  <a:pt x="167577" y="200999"/>
                </a:lnTo>
                <a:cubicBezTo>
                  <a:pt x="189675" y="171526"/>
                  <a:pt x="186637" y="129068"/>
                  <a:pt x="159492" y="100942"/>
                </a:cubicBezTo>
                <a:cubicBezTo>
                  <a:pt x="132947" y="73466"/>
                  <a:pt x="90881" y="70600"/>
                  <a:pt x="60268" y="92980"/>
                </a:cubicBezTo>
                <a:close/>
                <a:moveTo>
                  <a:pt x="50787" y="211178"/>
                </a:moveTo>
                <a:cubicBezTo>
                  <a:pt x="68672" y="229063"/>
                  <a:pt x="94017" y="236511"/>
                  <a:pt x="118418" y="232272"/>
                </a:cubicBezTo>
                <a:cubicBezTo>
                  <a:pt x="122769" y="231429"/>
                  <a:pt x="127237" y="233002"/>
                  <a:pt x="130100" y="236385"/>
                </a:cubicBezTo>
                <a:cubicBezTo>
                  <a:pt x="132963" y="239768"/>
                  <a:pt x="133775" y="244434"/>
                  <a:pt x="132224" y="248586"/>
                </a:cubicBezTo>
                <a:cubicBezTo>
                  <a:pt x="130673" y="252738"/>
                  <a:pt x="127000" y="255728"/>
                  <a:pt x="122620" y="256405"/>
                </a:cubicBezTo>
                <a:cubicBezTo>
                  <a:pt x="90685" y="261966"/>
                  <a:pt x="57218" y="252264"/>
                  <a:pt x="33466" y="228500"/>
                </a:cubicBezTo>
                <a:cubicBezTo>
                  <a:pt x="9701" y="204735"/>
                  <a:pt x="0" y="171293"/>
                  <a:pt x="5549" y="139346"/>
                </a:cubicBezTo>
                <a:cubicBezTo>
                  <a:pt x="6207" y="134951"/>
                  <a:pt x="9195" y="131257"/>
                  <a:pt x="13355" y="129694"/>
                </a:cubicBezTo>
                <a:cubicBezTo>
                  <a:pt x="17515" y="128131"/>
                  <a:pt x="22195" y="128944"/>
                  <a:pt x="25585" y="131817"/>
                </a:cubicBezTo>
                <a:cubicBezTo>
                  <a:pt x="28974" y="134691"/>
                  <a:pt x="30542" y="139175"/>
                  <a:pt x="29681" y="143535"/>
                </a:cubicBezTo>
                <a:cubicBezTo>
                  <a:pt x="25442" y="167949"/>
                  <a:pt x="32890" y="193281"/>
                  <a:pt x="50787" y="211178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76908AD-6BEF-B343-8A45-8C41F9323EC8}"/>
              </a:ext>
            </a:extLst>
          </p:cNvPr>
          <p:cNvSpPr/>
          <p:nvPr/>
        </p:nvSpPr>
        <p:spPr>
          <a:xfrm>
            <a:off x="6690147" y="3898954"/>
            <a:ext cx="281635" cy="294433"/>
          </a:xfrm>
          <a:custGeom>
            <a:avLst/>
            <a:gdLst/>
            <a:ahLst/>
            <a:cxnLst/>
            <a:rect l="0" t="0" r="0" b="0"/>
            <a:pathLst>
              <a:path w="281635" h="294433">
                <a:moveTo>
                  <a:pt x="258316" y="278018"/>
                </a:moveTo>
                <a:cubicBezTo>
                  <a:pt x="257316" y="287347"/>
                  <a:pt x="249447" y="294424"/>
                  <a:pt x="240064" y="294433"/>
                </a:cubicBezTo>
                <a:lnTo>
                  <a:pt x="41618" y="294433"/>
                </a:lnTo>
                <a:cubicBezTo>
                  <a:pt x="32235" y="294424"/>
                  <a:pt x="24366" y="287347"/>
                  <a:pt x="23365" y="278018"/>
                </a:cubicBezTo>
                <a:lnTo>
                  <a:pt x="703" y="62667"/>
                </a:lnTo>
                <a:cubicBezTo>
                  <a:pt x="0" y="56474"/>
                  <a:pt x="2548" y="50358"/>
                  <a:pt x="7441" y="46497"/>
                </a:cubicBezTo>
                <a:cubicBezTo>
                  <a:pt x="45291" y="16266"/>
                  <a:pt x="92402" y="0"/>
                  <a:pt x="140841" y="438"/>
                </a:cubicBezTo>
                <a:cubicBezTo>
                  <a:pt x="189280" y="0"/>
                  <a:pt x="236391" y="16266"/>
                  <a:pt x="274241" y="46497"/>
                </a:cubicBezTo>
                <a:cubicBezTo>
                  <a:pt x="279096" y="50387"/>
                  <a:pt x="281635" y="56481"/>
                  <a:pt x="280979" y="62667"/>
                </a:cubicBezTo>
                <a:close/>
                <a:moveTo>
                  <a:pt x="244964" y="66832"/>
                </a:moveTo>
                <a:cubicBezTo>
                  <a:pt x="244961" y="64749"/>
                  <a:pt x="243899" y="62811"/>
                  <a:pt x="242147" y="61687"/>
                </a:cubicBezTo>
                <a:cubicBezTo>
                  <a:pt x="234109" y="56210"/>
                  <a:pt x="225627" y="51416"/>
                  <a:pt x="216790" y="47355"/>
                </a:cubicBezTo>
                <a:cubicBezTo>
                  <a:pt x="215238" y="46625"/>
                  <a:pt x="213442" y="46625"/>
                  <a:pt x="211890" y="47355"/>
                </a:cubicBezTo>
                <a:cubicBezTo>
                  <a:pt x="210308" y="47979"/>
                  <a:pt x="209092" y="49285"/>
                  <a:pt x="208582" y="50907"/>
                </a:cubicBezTo>
                <a:lnTo>
                  <a:pt x="199517" y="76387"/>
                </a:lnTo>
                <a:cubicBezTo>
                  <a:pt x="198215" y="80070"/>
                  <a:pt x="194727" y="82527"/>
                  <a:pt x="190820" y="82512"/>
                </a:cubicBezTo>
                <a:cubicBezTo>
                  <a:pt x="189807" y="82688"/>
                  <a:pt x="188771" y="82688"/>
                  <a:pt x="187758" y="82512"/>
                </a:cubicBezTo>
                <a:cubicBezTo>
                  <a:pt x="185347" y="81686"/>
                  <a:pt x="183380" y="79909"/>
                  <a:pt x="182315" y="77594"/>
                </a:cubicBezTo>
                <a:cubicBezTo>
                  <a:pt x="181250" y="75279"/>
                  <a:pt x="181181" y="72629"/>
                  <a:pt x="182123" y="70262"/>
                </a:cubicBezTo>
                <a:lnTo>
                  <a:pt x="191433" y="43435"/>
                </a:lnTo>
                <a:cubicBezTo>
                  <a:pt x="191988" y="42230"/>
                  <a:pt x="191988" y="40842"/>
                  <a:pt x="191433" y="39637"/>
                </a:cubicBezTo>
                <a:cubicBezTo>
                  <a:pt x="190809" y="38420"/>
                  <a:pt x="189695" y="37528"/>
                  <a:pt x="188370" y="37187"/>
                </a:cubicBezTo>
                <a:cubicBezTo>
                  <a:pt x="177976" y="34451"/>
                  <a:pt x="167358" y="32647"/>
                  <a:pt x="156643" y="31797"/>
                </a:cubicBezTo>
                <a:cubicBezTo>
                  <a:pt x="154933" y="31622"/>
                  <a:pt x="153233" y="32204"/>
                  <a:pt x="151988" y="33390"/>
                </a:cubicBezTo>
                <a:cubicBezTo>
                  <a:pt x="150740" y="34567"/>
                  <a:pt x="150031" y="36207"/>
                  <a:pt x="150028" y="37922"/>
                </a:cubicBezTo>
                <a:lnTo>
                  <a:pt x="150028" y="49437"/>
                </a:lnTo>
                <a:cubicBezTo>
                  <a:pt x="150028" y="54511"/>
                  <a:pt x="145915" y="58625"/>
                  <a:pt x="140841" y="58625"/>
                </a:cubicBezTo>
                <a:cubicBezTo>
                  <a:pt x="135767" y="58625"/>
                  <a:pt x="131654" y="54511"/>
                  <a:pt x="131654" y="49437"/>
                </a:cubicBezTo>
                <a:lnTo>
                  <a:pt x="131654" y="37922"/>
                </a:lnTo>
                <a:cubicBezTo>
                  <a:pt x="131650" y="36207"/>
                  <a:pt x="130942" y="34567"/>
                  <a:pt x="129694" y="33390"/>
                </a:cubicBezTo>
                <a:cubicBezTo>
                  <a:pt x="128449" y="32204"/>
                  <a:pt x="126748" y="31622"/>
                  <a:pt x="125039" y="31797"/>
                </a:cubicBezTo>
                <a:cubicBezTo>
                  <a:pt x="114324" y="32647"/>
                  <a:pt x="103706" y="34451"/>
                  <a:pt x="93312" y="37187"/>
                </a:cubicBezTo>
                <a:cubicBezTo>
                  <a:pt x="91896" y="37463"/>
                  <a:pt x="90680" y="38363"/>
                  <a:pt x="90004" y="39637"/>
                </a:cubicBezTo>
                <a:cubicBezTo>
                  <a:pt x="89448" y="40842"/>
                  <a:pt x="89448" y="42230"/>
                  <a:pt x="90004" y="43435"/>
                </a:cubicBezTo>
                <a:lnTo>
                  <a:pt x="99559" y="70262"/>
                </a:lnTo>
                <a:cubicBezTo>
                  <a:pt x="100501" y="72629"/>
                  <a:pt x="100432" y="75279"/>
                  <a:pt x="99367" y="77594"/>
                </a:cubicBezTo>
                <a:cubicBezTo>
                  <a:pt x="98302" y="79909"/>
                  <a:pt x="96335" y="81686"/>
                  <a:pt x="93924" y="82512"/>
                </a:cubicBezTo>
                <a:cubicBezTo>
                  <a:pt x="92911" y="82688"/>
                  <a:pt x="91875" y="82688"/>
                  <a:pt x="90862" y="82512"/>
                </a:cubicBezTo>
                <a:cubicBezTo>
                  <a:pt x="86955" y="82527"/>
                  <a:pt x="83467" y="80070"/>
                  <a:pt x="82164" y="76387"/>
                </a:cubicBezTo>
                <a:lnTo>
                  <a:pt x="73100" y="50907"/>
                </a:lnTo>
                <a:cubicBezTo>
                  <a:pt x="72590" y="49285"/>
                  <a:pt x="71374" y="47979"/>
                  <a:pt x="69792" y="47355"/>
                </a:cubicBezTo>
                <a:cubicBezTo>
                  <a:pt x="68240" y="46625"/>
                  <a:pt x="66444" y="46625"/>
                  <a:pt x="64892" y="47355"/>
                </a:cubicBezTo>
                <a:cubicBezTo>
                  <a:pt x="56055" y="51416"/>
                  <a:pt x="47573" y="56210"/>
                  <a:pt x="39535" y="61687"/>
                </a:cubicBezTo>
                <a:cubicBezTo>
                  <a:pt x="37953" y="62688"/>
                  <a:pt x="36915" y="64357"/>
                  <a:pt x="36718" y="66219"/>
                </a:cubicBezTo>
                <a:lnTo>
                  <a:pt x="36718" y="104561"/>
                </a:lnTo>
                <a:cubicBezTo>
                  <a:pt x="36718" y="107944"/>
                  <a:pt x="39460" y="110686"/>
                  <a:pt x="42843" y="110686"/>
                </a:cubicBezTo>
                <a:lnTo>
                  <a:pt x="119771" y="110686"/>
                </a:lnTo>
                <a:cubicBezTo>
                  <a:pt x="122394" y="110705"/>
                  <a:pt x="124726" y="109018"/>
                  <a:pt x="125529" y="106521"/>
                </a:cubicBezTo>
                <a:lnTo>
                  <a:pt x="135084" y="78102"/>
                </a:lnTo>
                <a:cubicBezTo>
                  <a:pt x="136059" y="75786"/>
                  <a:pt x="138328" y="74280"/>
                  <a:pt x="140841" y="74280"/>
                </a:cubicBezTo>
                <a:cubicBezTo>
                  <a:pt x="143354" y="74280"/>
                  <a:pt x="145623" y="75786"/>
                  <a:pt x="146598" y="78102"/>
                </a:cubicBezTo>
                <a:lnTo>
                  <a:pt x="156153" y="106521"/>
                </a:lnTo>
                <a:cubicBezTo>
                  <a:pt x="156988" y="108995"/>
                  <a:pt x="159300" y="110667"/>
                  <a:pt x="161911" y="110686"/>
                </a:cubicBezTo>
                <a:lnTo>
                  <a:pt x="238839" y="110686"/>
                </a:lnTo>
                <a:cubicBezTo>
                  <a:pt x="242222" y="110686"/>
                  <a:pt x="244964" y="107944"/>
                  <a:pt x="244964" y="104561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43E87E-C95F-CAA7-6ADE-73D94494B332}"/>
              </a:ext>
            </a:extLst>
          </p:cNvPr>
          <p:cNvSpPr txBox="1"/>
          <p:nvPr/>
        </p:nvSpPr>
        <p:spPr>
          <a:xfrm>
            <a:off x="7046584" y="3878323"/>
            <a:ext cx="808486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Roboto"/>
              </a:rPr>
              <a:t>Integer Variables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026114-A438-13F4-3574-1D248BDB8CED}"/>
              </a:ext>
            </a:extLst>
          </p:cNvPr>
          <p:cNvSpPr txBox="1"/>
          <p:nvPr/>
        </p:nvSpPr>
        <p:spPr>
          <a:xfrm>
            <a:off x="5642660" y="3970734"/>
            <a:ext cx="95548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632F24-2D0B-63B6-305F-66974DA3C1C3}"/>
              </a:ext>
            </a:extLst>
          </p:cNvPr>
          <p:cNvSpPr txBox="1"/>
          <p:nvPr/>
        </p:nvSpPr>
        <p:spPr>
          <a:xfrm>
            <a:off x="7046585" y="4052661"/>
            <a:ext cx="99223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Roboto"/>
              </a:rPr>
              <a:t>Handle user's weight and
choices with integers.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2EDAA1-1796-2991-0B12-78F3F79B1B75}"/>
              </a:ext>
            </a:extLst>
          </p:cNvPr>
          <p:cNvSpPr txBox="1"/>
          <p:nvPr/>
        </p:nvSpPr>
        <p:spPr>
          <a:xfrm>
            <a:off x="5400212" y="5699033"/>
            <a:ext cx="116863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Roboto"/>
              </a:rPr>
              <a:t>Break down exercise days into
manageable code chunks.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499D3C-3357-D647-F4CC-C03A36461297}"/>
              </a:ext>
            </a:extLst>
          </p:cNvPr>
          <p:cNvSpPr txBox="1"/>
          <p:nvPr/>
        </p:nvSpPr>
        <p:spPr>
          <a:xfrm>
            <a:off x="3996287" y="5617107"/>
            <a:ext cx="95548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5E69B4-2BA8-109E-C9F5-F882981BEE8D}"/>
              </a:ext>
            </a:extLst>
          </p:cNvPr>
          <p:cNvSpPr txBox="1"/>
          <p:nvPr/>
        </p:nvSpPr>
        <p:spPr>
          <a:xfrm>
            <a:off x="4010900" y="3234407"/>
            <a:ext cx="1117181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500" b="0" dirty="0">
                <a:solidFill>
                  <a:srgbClr val="FFFFFF"/>
                </a:solidFill>
                <a:latin typeface="Roboto"/>
              </a:rPr>
              <a:t>Represent user's gender with
a character.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81E298-8DBF-B48D-16BE-174049A355B2}"/>
              </a:ext>
            </a:extLst>
          </p:cNvPr>
          <p:cNvSpPr txBox="1"/>
          <p:nvPr/>
        </p:nvSpPr>
        <p:spPr>
          <a:xfrm>
            <a:off x="6451146" y="3162248"/>
            <a:ext cx="95548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B3F10D-E0AD-53B3-75BB-CD934F3FDD6A}"/>
              </a:ext>
            </a:extLst>
          </p:cNvPr>
          <p:cNvSpPr txBox="1"/>
          <p:nvPr/>
        </p:nvSpPr>
        <p:spPr>
          <a:xfrm>
            <a:off x="4819473" y="4793921"/>
            <a:ext cx="95548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6BEED3-7C70-A570-4131-CC9281D828F3}"/>
              </a:ext>
            </a:extLst>
          </p:cNvPr>
          <p:cNvSpPr txBox="1"/>
          <p:nvPr/>
        </p:nvSpPr>
        <p:spPr>
          <a:xfrm>
            <a:off x="4332030" y="3067816"/>
            <a:ext cx="639439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dirty="0">
                <a:solidFill>
                  <a:srgbClr val="FFFFFF"/>
                </a:solidFill>
                <a:latin typeface="Roboto"/>
              </a:rPr>
              <a:t>Char Variable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0E6BEA-A219-D78F-D252-5BC2998B3C17}"/>
              </a:ext>
            </a:extLst>
          </p:cNvPr>
          <p:cNvSpPr txBox="1"/>
          <p:nvPr/>
        </p:nvSpPr>
        <p:spPr>
          <a:xfrm>
            <a:off x="6223398" y="4701509"/>
            <a:ext cx="705588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Roboto"/>
              </a:rPr>
              <a:t>String Variable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D96B7A-0F8D-6694-442E-850C3E166F67}"/>
              </a:ext>
            </a:extLst>
          </p:cNvPr>
          <p:cNvSpPr txBox="1"/>
          <p:nvPr/>
        </p:nvSpPr>
        <p:spPr>
          <a:xfrm>
            <a:off x="6223398" y="4875847"/>
            <a:ext cx="102163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Roboto"/>
              </a:rPr>
              <a:t>Capture user's name using
the string library.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C17D79-11AE-752D-2D5D-09903B31C83B}"/>
              </a:ext>
            </a:extLst>
          </p:cNvPr>
          <p:cNvSpPr txBox="1"/>
          <p:nvPr/>
        </p:nvSpPr>
        <p:spPr>
          <a:xfrm>
            <a:off x="6029866" y="1308370"/>
            <a:ext cx="56594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dirty="0">
                <a:solidFill>
                  <a:srgbClr val="FFFFFF"/>
                </a:solidFill>
                <a:latin typeface="Roboto"/>
              </a:rPr>
              <a:t>Conditional
Statements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A3C74D-516A-9F62-8997-FBC542236BA5}"/>
              </a:ext>
            </a:extLst>
          </p:cNvPr>
          <p:cNvSpPr txBox="1"/>
          <p:nvPr/>
        </p:nvSpPr>
        <p:spPr>
          <a:xfrm>
            <a:off x="8112218" y="1501176"/>
            <a:ext cx="95548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E5CD00-9F67-098D-D205-A8973BBB0DDB}"/>
              </a:ext>
            </a:extLst>
          </p:cNvPr>
          <p:cNvSpPr txBox="1"/>
          <p:nvPr/>
        </p:nvSpPr>
        <p:spPr>
          <a:xfrm>
            <a:off x="5583694" y="1634634"/>
            <a:ext cx="103633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500" b="0" dirty="0">
                <a:solidFill>
                  <a:srgbClr val="FFFFFF"/>
                </a:solidFill>
                <a:latin typeface="Roboto"/>
              </a:rPr>
              <a:t>Guide users with tutorials
based on their experience.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A8239E-1EF6-B543-2D43-5CE69FF30625}"/>
              </a:ext>
            </a:extLst>
          </p:cNvPr>
          <p:cNvSpPr txBox="1"/>
          <p:nvPr/>
        </p:nvSpPr>
        <p:spPr>
          <a:xfrm>
            <a:off x="4792010" y="2416910"/>
            <a:ext cx="10436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500" b="0" dirty="0">
                <a:solidFill>
                  <a:srgbClr val="FFFFFF"/>
                </a:solidFill>
                <a:latin typeface="Roboto"/>
              </a:rPr>
              <a:t>Ensure accuracy for height,
BMI, and other key values.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603A15-EEEB-4FFA-8148-153DF3C513CD}"/>
              </a:ext>
            </a:extLst>
          </p:cNvPr>
          <p:cNvSpPr txBox="1"/>
          <p:nvPr/>
        </p:nvSpPr>
        <p:spPr>
          <a:xfrm>
            <a:off x="7289032" y="2324362"/>
            <a:ext cx="95548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4C6088-3E80-55B9-7325-C190F6AA84EB}"/>
              </a:ext>
            </a:extLst>
          </p:cNvPr>
          <p:cNvSpPr txBox="1"/>
          <p:nvPr/>
        </p:nvSpPr>
        <p:spPr>
          <a:xfrm>
            <a:off x="5400212" y="5524695"/>
            <a:ext cx="683538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Roboto"/>
              </a:rPr>
              <a:t>Use Functions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E0E014-F8E7-5929-EEEB-461882B24A60}"/>
              </a:ext>
            </a:extLst>
          </p:cNvPr>
          <p:cNvSpPr txBox="1"/>
          <p:nvPr/>
        </p:nvSpPr>
        <p:spPr>
          <a:xfrm>
            <a:off x="5106925" y="2241691"/>
            <a:ext cx="815836" cy="107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dirty="0">
                <a:solidFill>
                  <a:srgbClr val="FFFFFF"/>
                </a:solidFill>
                <a:latin typeface="Roboto"/>
              </a:rPr>
              <a:t>Double Variables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8023C3-63F3-C391-FAFC-ED9B4B563D88}"/>
              </a:ext>
            </a:extLst>
          </p:cNvPr>
          <p:cNvSpPr txBox="1"/>
          <p:nvPr/>
        </p:nvSpPr>
        <p:spPr>
          <a:xfrm>
            <a:off x="4758308" y="467813"/>
            <a:ext cx="508141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dirty="0">
                <a:solidFill>
                  <a:srgbClr val="F669BE"/>
                </a:solidFill>
                <a:latin typeface="Roboto"/>
              </a:rPr>
              <a:t>Building a Fitness Program</a:t>
            </a:r>
          </a:p>
        </p:txBody>
      </p:sp>
      <p:sp>
        <p:nvSpPr>
          <p:cNvPr id="87" name="Rounded Rectangle 40">
            <a:extLst>
              <a:ext uri="{FF2B5EF4-FFF2-40B4-BE49-F238E27FC236}">
                <a16:creationId xmlns:a16="http://schemas.microsoft.com/office/drawing/2014/main" id="{3F46273F-62A8-C1DD-7169-FC72CC05AFCE}"/>
              </a:ext>
            </a:extLst>
          </p:cNvPr>
          <p:cNvSpPr/>
          <p:nvPr/>
        </p:nvSpPr>
        <p:spPr>
          <a:xfrm>
            <a:off x="4747459" y="360003"/>
            <a:ext cx="468577" cy="477142"/>
          </a:xfrm>
          <a:custGeom>
            <a:avLst/>
            <a:gdLst/>
            <a:ahLst/>
            <a:cxnLst/>
            <a:rect l="0" t="0" r="0" b="0"/>
            <a:pathLst>
              <a:path w="288899" h="292476">
                <a:moveTo>
                  <a:pt x="118075" y="19060"/>
                </a:moveTo>
                <a:cubicBezTo>
                  <a:pt x="117892" y="19244"/>
                  <a:pt x="117402" y="19856"/>
                  <a:pt x="117402" y="21449"/>
                </a:cubicBezTo>
                <a:lnTo>
                  <a:pt x="117402" y="70522"/>
                </a:lnTo>
                <a:cubicBezTo>
                  <a:pt x="113226" y="64103"/>
                  <a:pt x="106570" y="59710"/>
                  <a:pt x="99027" y="58394"/>
                </a:cubicBezTo>
                <a:lnTo>
                  <a:pt x="99027" y="21437"/>
                </a:lnTo>
                <a:cubicBezTo>
                  <a:pt x="99027" y="15679"/>
                  <a:pt x="100987" y="10155"/>
                  <a:pt x="105090" y="6051"/>
                </a:cubicBezTo>
                <a:cubicBezTo>
                  <a:pt x="109182" y="1959"/>
                  <a:pt x="114707" y="0"/>
                  <a:pt x="120464" y="0"/>
                </a:cubicBezTo>
                <a:lnTo>
                  <a:pt x="238062" y="0"/>
                </a:lnTo>
                <a:cubicBezTo>
                  <a:pt x="240573" y="0"/>
                  <a:pt x="243121" y="575"/>
                  <a:pt x="245106" y="1224"/>
                </a:cubicBezTo>
                <a:cubicBezTo>
                  <a:pt x="246674" y="1751"/>
                  <a:pt x="249356" y="2805"/>
                  <a:pt x="251500" y="4740"/>
                </a:cubicBezTo>
                <a:lnTo>
                  <a:pt x="280691" y="29068"/>
                </a:lnTo>
                <a:cubicBezTo>
                  <a:pt x="280912" y="29252"/>
                  <a:pt x="281108" y="29436"/>
                  <a:pt x="281304" y="29632"/>
                </a:cubicBezTo>
                <a:cubicBezTo>
                  <a:pt x="284354" y="32682"/>
                  <a:pt x="288899" y="38586"/>
                  <a:pt x="288899" y="45924"/>
                </a:cubicBezTo>
                <a:lnTo>
                  <a:pt x="288899" y="199046"/>
                </a:lnTo>
                <a:cubicBezTo>
                  <a:pt x="288899" y="204804"/>
                  <a:pt x="286939" y="210329"/>
                  <a:pt x="282835" y="214432"/>
                </a:cubicBezTo>
                <a:cubicBezTo>
                  <a:pt x="278744" y="218524"/>
                  <a:pt x="273219" y="220496"/>
                  <a:pt x="267461" y="220496"/>
                </a:cubicBezTo>
                <a:lnTo>
                  <a:pt x="134796" y="220496"/>
                </a:lnTo>
                <a:cubicBezTo>
                  <a:pt x="139770" y="215032"/>
                  <a:pt x="143984" y="208858"/>
                  <a:pt x="147279" y="202121"/>
                </a:cubicBezTo>
                <a:lnTo>
                  <a:pt x="267461" y="202121"/>
                </a:lnTo>
                <a:cubicBezTo>
                  <a:pt x="269054" y="202121"/>
                  <a:pt x="269666" y="201631"/>
                  <a:pt x="269850" y="201435"/>
                </a:cubicBezTo>
                <a:cubicBezTo>
                  <a:pt x="270034" y="201251"/>
                  <a:pt x="270524" y="200639"/>
                  <a:pt x="270524" y="199059"/>
                </a:cubicBezTo>
                <a:lnTo>
                  <a:pt x="270524" y="45973"/>
                </a:lnTo>
                <a:cubicBezTo>
                  <a:pt x="270446" y="45618"/>
                  <a:pt x="270309" y="45279"/>
                  <a:pt x="270120" y="44968"/>
                </a:cubicBezTo>
                <a:cubicBezTo>
                  <a:pt x="269689" y="44213"/>
                  <a:pt x="269167" y="43513"/>
                  <a:pt x="268564" y="42886"/>
                </a:cubicBezTo>
                <a:lnTo>
                  <a:pt x="239654" y="18803"/>
                </a:lnTo>
                <a:cubicBezTo>
                  <a:pt x="239145" y="18590"/>
                  <a:pt x="238609" y="18446"/>
                  <a:pt x="238062" y="18374"/>
                </a:cubicBezTo>
                <a:lnTo>
                  <a:pt x="238025" y="18374"/>
                </a:lnTo>
                <a:lnTo>
                  <a:pt x="120464" y="18374"/>
                </a:lnTo>
                <a:cubicBezTo>
                  <a:pt x="118871" y="18374"/>
                  <a:pt x="118259" y="18864"/>
                  <a:pt x="118075" y="19048"/>
                </a:cubicBezTo>
                <a:close/>
                <a:moveTo>
                  <a:pt x="190104" y="107259"/>
                </a:moveTo>
                <a:cubicBezTo>
                  <a:pt x="188815" y="110327"/>
                  <a:pt x="185966" y="112458"/>
                  <a:pt x="182658" y="112830"/>
                </a:cubicBezTo>
                <a:cubicBezTo>
                  <a:pt x="179351" y="113201"/>
                  <a:pt x="176101" y="111754"/>
                  <a:pt x="174164" y="109047"/>
                </a:cubicBezTo>
                <a:cubicBezTo>
                  <a:pt x="172226" y="106341"/>
                  <a:pt x="171904" y="102798"/>
                  <a:pt x="173322" y="99786"/>
                </a:cubicBezTo>
                <a:lnTo>
                  <a:pt x="197821" y="44662"/>
                </a:lnTo>
                <a:cubicBezTo>
                  <a:pt x="199950" y="40140"/>
                  <a:pt x="205304" y="38149"/>
                  <a:pt x="209871" y="40182"/>
                </a:cubicBezTo>
                <a:cubicBezTo>
                  <a:pt x="214437" y="42216"/>
                  <a:pt x="216540" y="47526"/>
                  <a:pt x="214604" y="52135"/>
                </a:cubicBezTo>
                <a:close/>
                <a:moveTo>
                  <a:pt x="163706" y="54144"/>
                </a:moveTo>
                <a:cubicBezTo>
                  <a:pt x="167288" y="57731"/>
                  <a:pt x="167288" y="63541"/>
                  <a:pt x="163706" y="67128"/>
                </a:cubicBezTo>
                <a:lnTo>
                  <a:pt x="151823" y="79011"/>
                </a:lnTo>
                <a:lnTo>
                  <a:pt x="163706" y="90893"/>
                </a:lnTo>
                <a:cubicBezTo>
                  <a:pt x="167079" y="94513"/>
                  <a:pt x="166979" y="100154"/>
                  <a:pt x="163481" y="103653"/>
                </a:cubicBezTo>
                <a:cubicBezTo>
                  <a:pt x="159982" y="107151"/>
                  <a:pt x="154341" y="107251"/>
                  <a:pt x="150721" y="103878"/>
                </a:cubicBezTo>
                <a:lnTo>
                  <a:pt x="132346" y="85503"/>
                </a:lnTo>
                <a:cubicBezTo>
                  <a:pt x="128764" y="81916"/>
                  <a:pt x="128764" y="76105"/>
                  <a:pt x="132346" y="72518"/>
                </a:cubicBezTo>
                <a:lnTo>
                  <a:pt x="150721" y="54144"/>
                </a:lnTo>
                <a:cubicBezTo>
                  <a:pt x="154308" y="50561"/>
                  <a:pt x="160119" y="50561"/>
                  <a:pt x="163706" y="54144"/>
                </a:cubicBezTo>
                <a:close/>
                <a:moveTo>
                  <a:pt x="224220" y="54144"/>
                </a:moveTo>
                <a:cubicBezTo>
                  <a:pt x="227807" y="50561"/>
                  <a:pt x="233618" y="50561"/>
                  <a:pt x="237205" y="54144"/>
                </a:cubicBezTo>
                <a:lnTo>
                  <a:pt x="255579" y="72518"/>
                </a:lnTo>
                <a:cubicBezTo>
                  <a:pt x="259162" y="76105"/>
                  <a:pt x="259162" y="81916"/>
                  <a:pt x="255579" y="85503"/>
                </a:cubicBezTo>
                <a:lnTo>
                  <a:pt x="237205" y="103878"/>
                </a:lnTo>
                <a:cubicBezTo>
                  <a:pt x="233585" y="107251"/>
                  <a:pt x="227944" y="107151"/>
                  <a:pt x="224445" y="103653"/>
                </a:cubicBezTo>
                <a:cubicBezTo>
                  <a:pt x="220946" y="100154"/>
                  <a:pt x="220847" y="94513"/>
                  <a:pt x="224220" y="90893"/>
                </a:cubicBezTo>
                <a:lnTo>
                  <a:pt x="236102" y="79011"/>
                </a:lnTo>
                <a:lnTo>
                  <a:pt x="224220" y="67128"/>
                </a:lnTo>
                <a:cubicBezTo>
                  <a:pt x="220637" y="63541"/>
                  <a:pt x="220637" y="57731"/>
                  <a:pt x="224220" y="54144"/>
                </a:cubicBezTo>
                <a:close/>
                <a:moveTo>
                  <a:pt x="151542" y="292463"/>
                </a:moveTo>
                <a:lnTo>
                  <a:pt x="2866" y="292463"/>
                </a:lnTo>
                <a:cubicBezTo>
                  <a:pt x="13401" y="262035"/>
                  <a:pt x="43842" y="239789"/>
                  <a:pt x="77798" y="239789"/>
                </a:cubicBezTo>
                <a:cubicBezTo>
                  <a:pt x="111742" y="239789"/>
                  <a:pt x="141007" y="262035"/>
                  <a:pt x="151542" y="292476"/>
                </a:cubicBezTo>
                <a:close/>
                <a:moveTo>
                  <a:pt x="76634" y="227515"/>
                </a:moveTo>
                <a:cubicBezTo>
                  <a:pt x="48607" y="227515"/>
                  <a:pt x="25344" y="207915"/>
                  <a:pt x="18435" y="182117"/>
                </a:cubicBezTo>
                <a:lnTo>
                  <a:pt x="44405" y="182117"/>
                </a:lnTo>
                <a:cubicBezTo>
                  <a:pt x="50273" y="194477"/>
                  <a:pt x="62657" y="203015"/>
                  <a:pt x="76622" y="203015"/>
                </a:cubicBezTo>
                <a:cubicBezTo>
                  <a:pt x="91444" y="203015"/>
                  <a:pt x="103804" y="194587"/>
                  <a:pt x="109304" y="182117"/>
                </a:cubicBezTo>
                <a:lnTo>
                  <a:pt x="135090" y="182117"/>
                </a:lnTo>
                <a:cubicBezTo>
                  <a:pt x="128610" y="208454"/>
                  <a:pt x="105188" y="227515"/>
                  <a:pt x="76634" y="227515"/>
                </a:cubicBezTo>
                <a:close/>
                <a:moveTo>
                  <a:pt x="85111" y="85466"/>
                </a:moveTo>
                <a:lnTo>
                  <a:pt x="85111" y="114523"/>
                </a:lnTo>
                <a:cubicBezTo>
                  <a:pt x="85111" y="119597"/>
                  <a:pt x="89224" y="123710"/>
                  <a:pt x="94298" y="123710"/>
                </a:cubicBezTo>
                <a:cubicBezTo>
                  <a:pt x="99372" y="123710"/>
                  <a:pt x="103486" y="119597"/>
                  <a:pt x="103486" y="114523"/>
                </a:cubicBezTo>
                <a:lnTo>
                  <a:pt x="103486" y="95511"/>
                </a:lnTo>
                <a:cubicBezTo>
                  <a:pt x="121391" y="104892"/>
                  <a:pt x="132930" y="123113"/>
                  <a:pt x="133755" y="143310"/>
                </a:cubicBezTo>
                <a:lnTo>
                  <a:pt x="141019" y="143310"/>
                </a:lnTo>
                <a:cubicBezTo>
                  <a:pt x="147784" y="143310"/>
                  <a:pt x="153269" y="148794"/>
                  <a:pt x="153269" y="155560"/>
                </a:cubicBezTo>
                <a:cubicBezTo>
                  <a:pt x="153269" y="162325"/>
                  <a:pt x="147784" y="167809"/>
                  <a:pt x="141019" y="167809"/>
                </a:cubicBezTo>
                <a:lnTo>
                  <a:pt x="12249" y="167809"/>
                </a:lnTo>
                <a:cubicBezTo>
                  <a:pt x="5484" y="167809"/>
                  <a:pt x="0" y="162325"/>
                  <a:pt x="0" y="155560"/>
                </a:cubicBezTo>
                <a:cubicBezTo>
                  <a:pt x="0" y="148794"/>
                  <a:pt x="5484" y="143310"/>
                  <a:pt x="12249" y="143310"/>
                </a:cubicBezTo>
                <a:lnTo>
                  <a:pt x="19526" y="143310"/>
                </a:lnTo>
                <a:cubicBezTo>
                  <a:pt x="21179" y="118908"/>
                  <a:pt x="37937" y="98108"/>
                  <a:pt x="60648" y="91334"/>
                </a:cubicBezTo>
                <a:lnTo>
                  <a:pt x="60648" y="86483"/>
                </a:lnTo>
                <a:cubicBezTo>
                  <a:pt x="60603" y="79885"/>
                  <a:pt x="65791" y="74437"/>
                  <a:pt x="72383" y="74159"/>
                </a:cubicBezTo>
                <a:cubicBezTo>
                  <a:pt x="78975" y="73882"/>
                  <a:pt x="84602" y="78876"/>
                  <a:pt x="85111" y="85454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8" name="Date Placeholder 87">
            <a:extLst>
              <a:ext uri="{FF2B5EF4-FFF2-40B4-BE49-F238E27FC236}">
                <a16:creationId xmlns:a16="http://schemas.microsoft.com/office/drawing/2014/main" id="{A3EBB337-CAD1-F3E6-3859-6948AE8D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C526-D809-4681-8725-43EB7059BCA9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89" name="Footer Placeholder 88">
            <a:extLst>
              <a:ext uri="{FF2B5EF4-FFF2-40B4-BE49-F238E27FC236}">
                <a16:creationId xmlns:a16="http://schemas.microsoft.com/office/drawing/2014/main" id="{40C9F5BE-B73E-92C8-C0A8-54BE0404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90" name="Slide Number Placeholder 89">
            <a:extLst>
              <a:ext uri="{FF2B5EF4-FFF2-40B4-BE49-F238E27FC236}">
                <a16:creationId xmlns:a16="http://schemas.microsoft.com/office/drawing/2014/main" id="{F90F90D6-DF30-2778-7353-2350D995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46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820706" y="768184"/>
            <a:ext cx="5165978" cy="682052"/>
            <a:chOff x="243590" y="292308"/>
            <a:chExt cx="4287186" cy="682052"/>
          </a:xfrm>
          <a:solidFill>
            <a:schemeClr val="accent2"/>
          </a:solidFill>
        </p:grpSpPr>
        <p:sp>
          <p:nvSpPr>
            <p:cNvPr id="2" name="Rounded Rectangle 1"/>
            <p:cNvSpPr/>
            <p:nvPr/>
          </p:nvSpPr>
          <p:spPr>
            <a:xfrm>
              <a:off x="243590" y="292308"/>
              <a:ext cx="4287186" cy="682052"/>
            </a:xfrm>
            <a:custGeom>
              <a:avLst/>
              <a:gdLst/>
              <a:ahLst/>
              <a:cxnLst/>
              <a:rect l="0" t="0" r="0" b="0"/>
              <a:pathLst>
                <a:path w="4287186" h="682052">
                  <a:moveTo>
                    <a:pt x="97436" y="0"/>
                  </a:moveTo>
                  <a:lnTo>
                    <a:pt x="4189750" y="0"/>
                  </a:lnTo>
                  <a:cubicBezTo>
                    <a:pt x="4189750" y="0"/>
                    <a:pt x="4287186" y="0"/>
                    <a:pt x="4287186" y="97436"/>
                  </a:cubicBezTo>
                  <a:lnTo>
                    <a:pt x="4287186" y="584616"/>
                  </a:lnTo>
                  <a:cubicBezTo>
                    <a:pt x="4287186" y="584616"/>
                    <a:pt x="4287186" y="682052"/>
                    <a:pt x="4189750" y="682052"/>
                  </a:cubicBezTo>
                  <a:lnTo>
                    <a:pt x="97436" y="682052"/>
                  </a:lnTo>
                  <a:cubicBezTo>
                    <a:pt x="97436" y="682052"/>
                    <a:pt x="0" y="682052"/>
                    <a:pt x="0" y="58461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43590" y="292308"/>
              <a:ext cx="4287186" cy="682052"/>
            </a:xfrm>
            <a:custGeom>
              <a:avLst/>
              <a:gdLst/>
              <a:ahLst/>
              <a:cxnLst/>
              <a:rect l="0" t="0" r="0" b="0"/>
              <a:pathLst>
                <a:path w="4287186" h="682052">
                  <a:moveTo>
                    <a:pt x="97436" y="0"/>
                  </a:moveTo>
                  <a:lnTo>
                    <a:pt x="4189750" y="0"/>
                  </a:lnTo>
                  <a:cubicBezTo>
                    <a:pt x="4189750" y="0"/>
                    <a:pt x="4287186" y="0"/>
                    <a:pt x="4287186" y="97436"/>
                  </a:cubicBezTo>
                  <a:lnTo>
                    <a:pt x="4287186" y="584616"/>
                  </a:lnTo>
                  <a:cubicBezTo>
                    <a:pt x="4287186" y="584616"/>
                    <a:pt x="4287186" y="682052"/>
                    <a:pt x="4189750" y="682052"/>
                  </a:cubicBezTo>
                  <a:lnTo>
                    <a:pt x="97436" y="682052"/>
                  </a:lnTo>
                  <a:cubicBezTo>
                    <a:pt x="97436" y="682052"/>
                    <a:pt x="0" y="682052"/>
                    <a:pt x="0" y="58461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grp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28401" y="2668187"/>
            <a:ext cx="1169232" cy="1217950"/>
            <a:chOff x="1851285" y="2192311"/>
            <a:chExt cx="1169232" cy="1217950"/>
          </a:xfrm>
        </p:grpSpPr>
        <p:sp>
          <p:nvSpPr>
            <p:cNvPr id="5" name="Rounded Rectangle 4"/>
            <p:cNvSpPr/>
            <p:nvPr/>
          </p:nvSpPr>
          <p:spPr>
            <a:xfrm>
              <a:off x="1851285" y="2192311"/>
              <a:ext cx="1169232" cy="1217950"/>
            </a:xfrm>
            <a:custGeom>
              <a:avLst/>
              <a:gdLst/>
              <a:ahLst/>
              <a:cxnLst/>
              <a:rect l="0" t="0" r="0" b="0"/>
              <a:pathLst>
                <a:path w="1169232" h="1217950">
                  <a:moveTo>
                    <a:pt x="194872" y="0"/>
                  </a:moveTo>
                  <a:lnTo>
                    <a:pt x="974360" y="0"/>
                  </a:lnTo>
                  <a:cubicBezTo>
                    <a:pt x="974360" y="0"/>
                    <a:pt x="1169232" y="0"/>
                    <a:pt x="1169232" y="194872"/>
                  </a:cubicBezTo>
                  <a:lnTo>
                    <a:pt x="1169232" y="1023078"/>
                  </a:lnTo>
                  <a:cubicBezTo>
                    <a:pt x="1169232" y="1023078"/>
                    <a:pt x="1169232" y="1217950"/>
                    <a:pt x="974360" y="1217950"/>
                  </a:cubicBezTo>
                  <a:lnTo>
                    <a:pt x="194872" y="1217950"/>
                  </a:lnTo>
                  <a:cubicBezTo>
                    <a:pt x="194872" y="1217950"/>
                    <a:pt x="0" y="1217950"/>
                    <a:pt x="0" y="1023078"/>
                  </a:cubicBezTo>
                  <a:lnTo>
                    <a:pt x="0" y="194872"/>
                  </a:lnTo>
                  <a:cubicBezTo>
                    <a:pt x="0" y="194872"/>
                    <a:pt x="0" y="0"/>
                    <a:pt x="194872" y="0"/>
                  </a:cubicBezTo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851285" y="2192311"/>
              <a:ext cx="1169232" cy="1217950"/>
            </a:xfrm>
            <a:custGeom>
              <a:avLst/>
              <a:gdLst/>
              <a:ahLst/>
              <a:cxnLst/>
              <a:rect l="0" t="0" r="0" b="0"/>
              <a:pathLst>
                <a:path w="1169232" h="1217950">
                  <a:moveTo>
                    <a:pt x="194872" y="0"/>
                  </a:moveTo>
                  <a:lnTo>
                    <a:pt x="974360" y="0"/>
                  </a:lnTo>
                  <a:cubicBezTo>
                    <a:pt x="974360" y="0"/>
                    <a:pt x="1169232" y="0"/>
                    <a:pt x="1169232" y="194872"/>
                  </a:cubicBezTo>
                  <a:lnTo>
                    <a:pt x="1169232" y="1023078"/>
                  </a:lnTo>
                  <a:cubicBezTo>
                    <a:pt x="1169232" y="1023078"/>
                    <a:pt x="1169232" y="1217950"/>
                    <a:pt x="974360" y="1217950"/>
                  </a:cubicBezTo>
                  <a:lnTo>
                    <a:pt x="194872" y="1217950"/>
                  </a:lnTo>
                  <a:cubicBezTo>
                    <a:pt x="194872" y="1217950"/>
                    <a:pt x="0" y="1217950"/>
                    <a:pt x="0" y="1023078"/>
                  </a:cubicBezTo>
                  <a:lnTo>
                    <a:pt x="0" y="194872"/>
                  </a:lnTo>
                  <a:cubicBezTo>
                    <a:pt x="0" y="194872"/>
                    <a:pt x="0" y="0"/>
                    <a:pt x="194872" y="0"/>
                  </a:cubicBezTo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43785" y="5006653"/>
            <a:ext cx="2338465" cy="438462"/>
            <a:chOff x="1266668" y="4530777"/>
            <a:chExt cx="2338465" cy="438462"/>
          </a:xfrm>
        </p:grpSpPr>
        <p:sp>
          <p:nvSpPr>
            <p:cNvPr id="8" name="Rounded Rectangle 7"/>
            <p:cNvSpPr/>
            <p:nvPr/>
          </p:nvSpPr>
          <p:spPr>
            <a:xfrm>
              <a:off x="1266668" y="4530777"/>
              <a:ext cx="2338465" cy="438462"/>
            </a:xfrm>
            <a:custGeom>
              <a:avLst/>
              <a:gdLst/>
              <a:ahLst/>
              <a:cxnLst/>
              <a:rect l="0" t="0" r="0" b="0"/>
              <a:pathLst>
                <a:path w="2338465" h="438462">
                  <a:moveTo>
                    <a:pt x="97436" y="0"/>
                  </a:moveTo>
                  <a:lnTo>
                    <a:pt x="2241029" y="0"/>
                  </a:lnTo>
                  <a:cubicBezTo>
                    <a:pt x="2241029" y="0"/>
                    <a:pt x="2338465" y="0"/>
                    <a:pt x="2338465" y="97436"/>
                  </a:cubicBezTo>
                  <a:lnTo>
                    <a:pt x="2338465" y="341026"/>
                  </a:lnTo>
                  <a:cubicBezTo>
                    <a:pt x="2338465" y="341026"/>
                    <a:pt x="2338465" y="438462"/>
                    <a:pt x="2241029" y="438462"/>
                  </a:cubicBezTo>
                  <a:lnTo>
                    <a:pt x="97436" y="438462"/>
                  </a:lnTo>
                  <a:cubicBezTo>
                    <a:pt x="97436" y="438462"/>
                    <a:pt x="0" y="438462"/>
                    <a:pt x="0" y="34102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66668" y="4530777"/>
              <a:ext cx="2338465" cy="438462"/>
            </a:xfrm>
            <a:custGeom>
              <a:avLst/>
              <a:gdLst/>
              <a:ahLst/>
              <a:cxnLst/>
              <a:rect l="0" t="0" r="0" b="0"/>
              <a:pathLst>
                <a:path w="2338465" h="438462">
                  <a:moveTo>
                    <a:pt x="97436" y="0"/>
                  </a:moveTo>
                  <a:lnTo>
                    <a:pt x="2241029" y="0"/>
                  </a:lnTo>
                  <a:cubicBezTo>
                    <a:pt x="2241029" y="0"/>
                    <a:pt x="2338465" y="0"/>
                    <a:pt x="2338465" y="97436"/>
                  </a:cubicBezTo>
                  <a:lnTo>
                    <a:pt x="2338465" y="341026"/>
                  </a:lnTo>
                  <a:cubicBezTo>
                    <a:pt x="2338465" y="341026"/>
                    <a:pt x="2338465" y="438462"/>
                    <a:pt x="2241029" y="438462"/>
                  </a:cubicBezTo>
                  <a:lnTo>
                    <a:pt x="97436" y="438462"/>
                  </a:lnTo>
                  <a:cubicBezTo>
                    <a:pt x="97436" y="438462"/>
                    <a:pt x="0" y="438462"/>
                    <a:pt x="0" y="34102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71988" y="1742544"/>
            <a:ext cx="1266668" cy="438462"/>
            <a:chOff x="194872" y="1266668"/>
            <a:chExt cx="1266668" cy="438462"/>
          </a:xfrm>
        </p:grpSpPr>
        <p:sp>
          <p:nvSpPr>
            <p:cNvPr id="11" name="Rounded Rectangle 10"/>
            <p:cNvSpPr/>
            <p:nvPr/>
          </p:nvSpPr>
          <p:spPr>
            <a:xfrm>
              <a:off x="194872" y="1266668"/>
              <a:ext cx="1266668" cy="438462"/>
            </a:xfrm>
            <a:custGeom>
              <a:avLst/>
              <a:gdLst/>
              <a:ahLst/>
              <a:cxnLst/>
              <a:rect l="0" t="0" r="0" b="0"/>
              <a:pathLst>
                <a:path w="1266668" h="438462">
                  <a:moveTo>
                    <a:pt x="97436" y="0"/>
                  </a:moveTo>
                  <a:lnTo>
                    <a:pt x="1169232" y="0"/>
                  </a:lnTo>
                  <a:cubicBezTo>
                    <a:pt x="1169232" y="0"/>
                    <a:pt x="1266668" y="0"/>
                    <a:pt x="1266668" y="97436"/>
                  </a:cubicBezTo>
                  <a:lnTo>
                    <a:pt x="1266668" y="341026"/>
                  </a:lnTo>
                  <a:cubicBezTo>
                    <a:pt x="1266668" y="341026"/>
                    <a:pt x="1266668" y="438462"/>
                    <a:pt x="1169232" y="438462"/>
                  </a:cubicBezTo>
                  <a:lnTo>
                    <a:pt x="97436" y="438462"/>
                  </a:lnTo>
                  <a:cubicBezTo>
                    <a:pt x="97436" y="438462"/>
                    <a:pt x="0" y="438462"/>
                    <a:pt x="0" y="34102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4872" y="1266668"/>
              <a:ext cx="1266668" cy="438462"/>
            </a:xfrm>
            <a:custGeom>
              <a:avLst/>
              <a:gdLst/>
              <a:ahLst/>
              <a:cxnLst/>
              <a:rect l="0" t="0" r="0" b="0"/>
              <a:pathLst>
                <a:path w="1266668" h="438462">
                  <a:moveTo>
                    <a:pt x="97436" y="0"/>
                  </a:moveTo>
                  <a:lnTo>
                    <a:pt x="1169232" y="0"/>
                  </a:lnTo>
                  <a:cubicBezTo>
                    <a:pt x="1169232" y="0"/>
                    <a:pt x="1266668" y="0"/>
                    <a:pt x="1266668" y="97436"/>
                  </a:cubicBezTo>
                  <a:lnTo>
                    <a:pt x="1266668" y="341026"/>
                  </a:lnTo>
                  <a:cubicBezTo>
                    <a:pt x="1266668" y="341026"/>
                    <a:pt x="1266668" y="438462"/>
                    <a:pt x="1169232" y="438462"/>
                  </a:cubicBezTo>
                  <a:lnTo>
                    <a:pt x="97436" y="438462"/>
                  </a:lnTo>
                  <a:cubicBezTo>
                    <a:pt x="97436" y="438462"/>
                    <a:pt x="0" y="438462"/>
                    <a:pt x="0" y="34102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987378" y="2570751"/>
            <a:ext cx="1266668" cy="438462"/>
            <a:chOff x="3410262" y="2094875"/>
            <a:chExt cx="1266668" cy="438462"/>
          </a:xfrm>
        </p:grpSpPr>
        <p:sp>
          <p:nvSpPr>
            <p:cNvPr id="14" name="Rounded Rectangle 13"/>
            <p:cNvSpPr/>
            <p:nvPr/>
          </p:nvSpPr>
          <p:spPr>
            <a:xfrm>
              <a:off x="3410262" y="2094875"/>
              <a:ext cx="1266668" cy="438462"/>
            </a:xfrm>
            <a:custGeom>
              <a:avLst/>
              <a:gdLst/>
              <a:ahLst/>
              <a:cxnLst/>
              <a:rect l="0" t="0" r="0" b="0"/>
              <a:pathLst>
                <a:path w="1266668" h="438462">
                  <a:moveTo>
                    <a:pt x="97436" y="0"/>
                  </a:moveTo>
                  <a:lnTo>
                    <a:pt x="1169232" y="0"/>
                  </a:lnTo>
                  <a:cubicBezTo>
                    <a:pt x="1169232" y="0"/>
                    <a:pt x="1266668" y="0"/>
                    <a:pt x="1266668" y="97436"/>
                  </a:cubicBezTo>
                  <a:lnTo>
                    <a:pt x="1266668" y="341026"/>
                  </a:lnTo>
                  <a:cubicBezTo>
                    <a:pt x="1266668" y="341026"/>
                    <a:pt x="1266668" y="438462"/>
                    <a:pt x="1169232" y="438462"/>
                  </a:cubicBezTo>
                  <a:lnTo>
                    <a:pt x="97436" y="438462"/>
                  </a:lnTo>
                  <a:cubicBezTo>
                    <a:pt x="97436" y="438462"/>
                    <a:pt x="0" y="438462"/>
                    <a:pt x="0" y="34102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410262" y="2094875"/>
              <a:ext cx="1266668" cy="438462"/>
            </a:xfrm>
            <a:custGeom>
              <a:avLst/>
              <a:gdLst/>
              <a:ahLst/>
              <a:cxnLst/>
              <a:rect l="0" t="0" r="0" b="0"/>
              <a:pathLst>
                <a:path w="1266668" h="438462">
                  <a:moveTo>
                    <a:pt x="97436" y="0"/>
                  </a:moveTo>
                  <a:lnTo>
                    <a:pt x="1169232" y="0"/>
                  </a:lnTo>
                  <a:cubicBezTo>
                    <a:pt x="1169232" y="0"/>
                    <a:pt x="1266668" y="0"/>
                    <a:pt x="1266668" y="97436"/>
                  </a:cubicBezTo>
                  <a:lnTo>
                    <a:pt x="1266668" y="341026"/>
                  </a:lnTo>
                  <a:cubicBezTo>
                    <a:pt x="1266668" y="341026"/>
                    <a:pt x="1266668" y="438462"/>
                    <a:pt x="1169232" y="438462"/>
                  </a:cubicBezTo>
                  <a:lnTo>
                    <a:pt x="97436" y="438462"/>
                  </a:lnTo>
                  <a:cubicBezTo>
                    <a:pt x="97436" y="438462"/>
                    <a:pt x="0" y="438462"/>
                    <a:pt x="0" y="341026"/>
                  </a:cubicBezTo>
                  <a:lnTo>
                    <a:pt x="0" y="97436"/>
                  </a:lnTo>
                  <a:cubicBezTo>
                    <a:pt x="0" y="97436"/>
                    <a:pt x="0" y="0"/>
                    <a:pt x="97436" y="0"/>
                  </a:cubicBezTo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185198" y="2294682"/>
            <a:ext cx="48718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775" y="2586990"/>
            <a:ext cx="572436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2435" y="5851098"/>
            <a:ext cx="9865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User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8352" y="2879298"/>
            <a:ext cx="64551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Choices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9549" y="3171607"/>
            <a:ext cx="59679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Gender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6934" y="3122889"/>
            <a:ext cx="1120514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Exercise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1228" y="3463915"/>
            <a:ext cx="53589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Height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3068" y="3415197"/>
            <a:ext cx="81602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User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9672" y="3756223"/>
            <a:ext cx="328846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BMI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0848" y="4048531"/>
            <a:ext cx="40192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BMR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5721" y="4340839"/>
            <a:ext cx="15833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bf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1126" y="4633148"/>
            <a:ext cx="64551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Calories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4034" y="5558790"/>
            <a:ext cx="1351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Roboto"/>
              </a:rPr>
              <a:t>Tutorial 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8656" y="1961777"/>
            <a:ext cx="389744" cy="1112395"/>
          </a:xfrm>
          <a:custGeom>
            <a:avLst/>
            <a:gdLst/>
            <a:ahLst/>
            <a:cxnLst/>
            <a:rect l="0" t="0" r="0" b="0"/>
            <a:pathLst>
              <a:path w="389744" h="1112395">
                <a:moveTo>
                  <a:pt x="0" y="0"/>
                </a:moveTo>
                <a:lnTo>
                  <a:pt x="24359" y="0"/>
                </a:lnTo>
                <a:lnTo>
                  <a:pt x="25170" y="0"/>
                </a:lnTo>
                <a:cubicBezTo>
                  <a:pt x="118894" y="0"/>
                  <a:pt x="194872" y="75977"/>
                  <a:pt x="194872" y="169701"/>
                </a:cubicBezTo>
                <a:lnTo>
                  <a:pt x="194872" y="941881"/>
                </a:lnTo>
                <a:lnTo>
                  <a:pt x="194872" y="942693"/>
                </a:lnTo>
                <a:cubicBezTo>
                  <a:pt x="194872" y="1036417"/>
                  <a:pt x="270849" y="1112395"/>
                  <a:pt x="364573" y="1112395"/>
                </a:cubicBezTo>
                <a:lnTo>
                  <a:pt x="365385" y="1112395"/>
                </a:lnTo>
                <a:lnTo>
                  <a:pt x="389744" y="1112395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1" name="Rounded Rectangle 30"/>
          <p:cNvSpPr/>
          <p:nvPr/>
        </p:nvSpPr>
        <p:spPr>
          <a:xfrm>
            <a:off x="3869425" y="2254085"/>
            <a:ext cx="238515" cy="238515"/>
          </a:xfrm>
          <a:custGeom>
            <a:avLst/>
            <a:gdLst/>
            <a:ahLst/>
            <a:cxnLst/>
            <a:rect l="0" t="0" r="0" b="0"/>
            <a:pathLst>
              <a:path w="238515" h="238515">
                <a:moveTo>
                  <a:pt x="126869" y="116720"/>
                </a:moveTo>
                <a:lnTo>
                  <a:pt x="228365" y="116720"/>
                </a:lnTo>
                <a:cubicBezTo>
                  <a:pt x="228365" y="116720"/>
                  <a:pt x="238515" y="116720"/>
                  <a:pt x="238515" y="126869"/>
                </a:cubicBezTo>
                <a:lnTo>
                  <a:pt x="238515" y="228365"/>
                </a:lnTo>
                <a:cubicBezTo>
                  <a:pt x="238515" y="228365"/>
                  <a:pt x="238515" y="238515"/>
                  <a:pt x="228365" y="238515"/>
                </a:cubicBezTo>
                <a:lnTo>
                  <a:pt x="126869" y="238515"/>
                </a:lnTo>
                <a:cubicBezTo>
                  <a:pt x="126869" y="238515"/>
                  <a:pt x="116720" y="238515"/>
                  <a:pt x="116720" y="228365"/>
                </a:cubicBezTo>
                <a:lnTo>
                  <a:pt x="116720" y="126869"/>
                </a:lnTo>
                <a:cubicBezTo>
                  <a:pt x="116720" y="126869"/>
                  <a:pt x="116720" y="116720"/>
                  <a:pt x="126869" y="116720"/>
                </a:cubicBezTo>
                <a:moveTo>
                  <a:pt x="0" y="0"/>
                </a:moveTo>
                <a:moveTo>
                  <a:pt x="208066" y="147169"/>
                </a:moveTo>
                <a:lnTo>
                  <a:pt x="147169" y="147169"/>
                </a:lnTo>
                <a:moveTo>
                  <a:pt x="0" y="0"/>
                </a:moveTo>
                <a:moveTo>
                  <a:pt x="208066" y="177617"/>
                </a:moveTo>
                <a:lnTo>
                  <a:pt x="147169" y="177617"/>
                </a:lnTo>
                <a:moveTo>
                  <a:pt x="0" y="0"/>
                </a:moveTo>
                <a:moveTo>
                  <a:pt x="170005" y="208066"/>
                </a:moveTo>
                <a:lnTo>
                  <a:pt x="147169" y="208066"/>
                </a:lnTo>
                <a:moveTo>
                  <a:pt x="69017" y="98369"/>
                </a:moveTo>
                <a:cubicBezTo>
                  <a:pt x="56987" y="99705"/>
                  <a:pt x="44851" y="97071"/>
                  <a:pt x="34457" y="90869"/>
                </a:cubicBezTo>
                <a:cubicBezTo>
                  <a:pt x="33232" y="90139"/>
                  <a:pt x="32384" y="88912"/>
                  <a:pt x="32134" y="87507"/>
                </a:cubicBezTo>
                <a:cubicBezTo>
                  <a:pt x="31885" y="86102"/>
                  <a:pt x="32259" y="84658"/>
                  <a:pt x="33158" y="83551"/>
                </a:cubicBezTo>
                <a:cubicBezTo>
                  <a:pt x="37299" y="78669"/>
                  <a:pt x="40182" y="72183"/>
                  <a:pt x="41450" y="53437"/>
                </a:cubicBezTo>
                <a:cubicBezTo>
                  <a:pt x="43866" y="17660"/>
                  <a:pt x="67992" y="5074"/>
                  <a:pt x="88727" y="5074"/>
                </a:cubicBezTo>
                <a:cubicBezTo>
                  <a:pt x="109463" y="5074"/>
                  <a:pt x="133588" y="17660"/>
                  <a:pt x="136014" y="53437"/>
                </a:cubicBezTo>
                <a:cubicBezTo>
                  <a:pt x="137283" y="72194"/>
                  <a:pt x="140165" y="78669"/>
                  <a:pt x="144306" y="83551"/>
                </a:cubicBezTo>
                <a:cubicBezTo>
                  <a:pt x="145206" y="84658"/>
                  <a:pt x="145580" y="86102"/>
                  <a:pt x="145330" y="87507"/>
                </a:cubicBezTo>
                <a:cubicBezTo>
                  <a:pt x="145081" y="88912"/>
                  <a:pt x="144233" y="90139"/>
                  <a:pt x="143007" y="90869"/>
                </a:cubicBezTo>
                <a:cubicBezTo>
                  <a:pt x="132606" y="97078"/>
                  <a:pt x="120457" y="99713"/>
                  <a:pt x="108417" y="98369"/>
                </a:cubicBezTo>
                <a:moveTo>
                  <a:pt x="96421" y="167468"/>
                </a:moveTo>
                <a:lnTo>
                  <a:pt x="5074" y="167468"/>
                </a:lnTo>
                <a:cubicBezTo>
                  <a:pt x="5488" y="157645"/>
                  <a:pt x="7967" y="148021"/>
                  <a:pt x="12352" y="139221"/>
                </a:cubicBezTo>
                <a:cubicBezTo>
                  <a:pt x="17487" y="128930"/>
                  <a:pt x="37320" y="121815"/>
                  <a:pt x="64307" y="111818"/>
                </a:cubicBezTo>
                <a:cubicBezTo>
                  <a:pt x="67136" y="110765"/>
                  <a:pt x="69022" y="108076"/>
                  <a:pt x="69047" y="105058"/>
                </a:cubicBezTo>
                <a:lnTo>
                  <a:pt x="69047" y="91772"/>
                </a:lnTo>
                <a:cubicBezTo>
                  <a:pt x="69059" y="89844"/>
                  <a:pt x="68255" y="88001"/>
                  <a:pt x="66835" y="86697"/>
                </a:cubicBezTo>
                <a:cubicBezTo>
                  <a:pt x="61560" y="82400"/>
                  <a:pt x="58712" y="75802"/>
                  <a:pt x="59202" y="69017"/>
                </a:cubicBezTo>
                <a:lnTo>
                  <a:pt x="59202" y="49367"/>
                </a:lnTo>
                <a:cubicBezTo>
                  <a:pt x="70772" y="47379"/>
                  <a:pt x="81246" y="41312"/>
                  <a:pt x="88727" y="32265"/>
                </a:cubicBezTo>
                <a:cubicBezTo>
                  <a:pt x="96214" y="41310"/>
                  <a:pt x="106691" y="47377"/>
                  <a:pt x="118263" y="49367"/>
                </a:cubicBezTo>
                <a:lnTo>
                  <a:pt x="118263" y="69017"/>
                </a:lnTo>
                <a:cubicBezTo>
                  <a:pt x="118763" y="75812"/>
                  <a:pt x="115913" y="82424"/>
                  <a:pt x="110630" y="86728"/>
                </a:cubicBezTo>
                <a:cubicBezTo>
                  <a:pt x="109209" y="88031"/>
                  <a:pt x="108406" y="89874"/>
                  <a:pt x="108417" y="91803"/>
                </a:cubicBezTo>
                <a:lnTo>
                  <a:pt x="108417" y="98379"/>
                </a:ln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" name="Rounded Rectangle 31"/>
          <p:cNvSpPr/>
          <p:nvPr/>
        </p:nvSpPr>
        <p:spPr>
          <a:xfrm>
            <a:off x="4697630" y="2181007"/>
            <a:ext cx="146154" cy="194872"/>
          </a:xfrm>
          <a:custGeom>
            <a:avLst/>
            <a:gdLst/>
            <a:ahLst/>
            <a:cxnLst/>
            <a:rect l="0" t="0" r="0" b="0"/>
            <a:pathLst>
              <a:path w="146154" h="194872">
                <a:moveTo>
                  <a:pt x="146154" y="0"/>
                </a:moveTo>
                <a:lnTo>
                  <a:pt x="146154" y="97436"/>
                </a:lnTo>
                <a:lnTo>
                  <a:pt x="146154" y="194872"/>
                </a:lnTo>
                <a:lnTo>
                  <a:pt x="73077" y="194872"/>
                </a:lnTo>
                <a:lnTo>
                  <a:pt x="0" y="194872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" name="Rounded Rectangle 32"/>
          <p:cNvSpPr/>
          <p:nvPr/>
        </p:nvSpPr>
        <p:spPr>
          <a:xfrm>
            <a:off x="4697630" y="2181007"/>
            <a:ext cx="146154" cy="487180"/>
          </a:xfrm>
          <a:custGeom>
            <a:avLst/>
            <a:gdLst/>
            <a:ahLst/>
            <a:cxnLst/>
            <a:rect l="0" t="0" r="0" b="0"/>
            <a:pathLst>
              <a:path w="146154" h="487180">
                <a:moveTo>
                  <a:pt x="146154" y="0"/>
                </a:moveTo>
                <a:lnTo>
                  <a:pt x="146154" y="243590"/>
                </a:lnTo>
                <a:lnTo>
                  <a:pt x="146154" y="487180"/>
                </a:lnTo>
                <a:lnTo>
                  <a:pt x="73077" y="487180"/>
                </a:lnTo>
                <a:lnTo>
                  <a:pt x="0" y="487180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" name="Rounded Rectangle 33"/>
          <p:cNvSpPr/>
          <p:nvPr/>
        </p:nvSpPr>
        <p:spPr>
          <a:xfrm>
            <a:off x="4697630" y="2181007"/>
            <a:ext cx="146154" cy="779488"/>
          </a:xfrm>
          <a:custGeom>
            <a:avLst/>
            <a:gdLst/>
            <a:ahLst/>
            <a:cxnLst/>
            <a:rect l="0" t="0" r="0" b="0"/>
            <a:pathLst>
              <a:path w="146154" h="779488">
                <a:moveTo>
                  <a:pt x="146154" y="0"/>
                </a:moveTo>
                <a:lnTo>
                  <a:pt x="146154" y="389744"/>
                </a:lnTo>
                <a:lnTo>
                  <a:pt x="146154" y="779488"/>
                </a:lnTo>
                <a:lnTo>
                  <a:pt x="73077" y="779488"/>
                </a:lnTo>
                <a:lnTo>
                  <a:pt x="0" y="779488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" name="Rounded Rectangle 34"/>
          <p:cNvSpPr/>
          <p:nvPr/>
        </p:nvSpPr>
        <p:spPr>
          <a:xfrm>
            <a:off x="4697630" y="2181007"/>
            <a:ext cx="146154" cy="1071796"/>
          </a:xfrm>
          <a:custGeom>
            <a:avLst/>
            <a:gdLst/>
            <a:ahLst/>
            <a:cxnLst/>
            <a:rect l="0" t="0" r="0" b="0"/>
            <a:pathLst>
              <a:path w="146154" h="1071796">
                <a:moveTo>
                  <a:pt x="146154" y="0"/>
                </a:moveTo>
                <a:lnTo>
                  <a:pt x="146154" y="535898"/>
                </a:lnTo>
                <a:lnTo>
                  <a:pt x="146154" y="1071796"/>
                </a:lnTo>
                <a:lnTo>
                  <a:pt x="73077" y="1071796"/>
                </a:lnTo>
                <a:lnTo>
                  <a:pt x="0" y="1071796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" name="Rounded Rectangle 35"/>
          <p:cNvSpPr/>
          <p:nvPr/>
        </p:nvSpPr>
        <p:spPr>
          <a:xfrm>
            <a:off x="4697630" y="2181007"/>
            <a:ext cx="146154" cy="1364104"/>
          </a:xfrm>
          <a:custGeom>
            <a:avLst/>
            <a:gdLst/>
            <a:ahLst/>
            <a:cxnLst/>
            <a:rect l="0" t="0" r="0" b="0"/>
            <a:pathLst>
              <a:path w="146154" h="1364104">
                <a:moveTo>
                  <a:pt x="146154" y="0"/>
                </a:moveTo>
                <a:lnTo>
                  <a:pt x="146154" y="682052"/>
                </a:lnTo>
                <a:lnTo>
                  <a:pt x="146154" y="1364104"/>
                </a:lnTo>
                <a:lnTo>
                  <a:pt x="73077" y="1364104"/>
                </a:lnTo>
                <a:lnTo>
                  <a:pt x="0" y="1364104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7" name="Rounded Rectangle 36"/>
          <p:cNvSpPr/>
          <p:nvPr/>
        </p:nvSpPr>
        <p:spPr>
          <a:xfrm>
            <a:off x="4697630" y="2181008"/>
            <a:ext cx="146154" cy="1656413"/>
          </a:xfrm>
          <a:custGeom>
            <a:avLst/>
            <a:gdLst/>
            <a:ahLst/>
            <a:cxnLst/>
            <a:rect l="0" t="0" r="0" b="0"/>
            <a:pathLst>
              <a:path w="146154" h="1656413">
                <a:moveTo>
                  <a:pt x="146154" y="0"/>
                </a:moveTo>
                <a:lnTo>
                  <a:pt x="146154" y="828206"/>
                </a:lnTo>
                <a:lnTo>
                  <a:pt x="146154" y="1656413"/>
                </a:lnTo>
                <a:lnTo>
                  <a:pt x="73077" y="1656413"/>
                </a:lnTo>
                <a:lnTo>
                  <a:pt x="0" y="1656413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8" name="Rounded Rectangle 37"/>
          <p:cNvSpPr/>
          <p:nvPr/>
        </p:nvSpPr>
        <p:spPr>
          <a:xfrm>
            <a:off x="4697630" y="2181008"/>
            <a:ext cx="146154" cy="1948721"/>
          </a:xfrm>
          <a:custGeom>
            <a:avLst/>
            <a:gdLst/>
            <a:ahLst/>
            <a:cxnLst/>
            <a:rect l="0" t="0" r="0" b="0"/>
            <a:pathLst>
              <a:path w="146154" h="1948721">
                <a:moveTo>
                  <a:pt x="146154" y="0"/>
                </a:moveTo>
                <a:lnTo>
                  <a:pt x="146154" y="974360"/>
                </a:lnTo>
                <a:lnTo>
                  <a:pt x="146154" y="1948721"/>
                </a:lnTo>
                <a:lnTo>
                  <a:pt x="73077" y="1948721"/>
                </a:lnTo>
                <a:lnTo>
                  <a:pt x="0" y="1948721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9" name="Rounded Rectangle 38"/>
          <p:cNvSpPr/>
          <p:nvPr/>
        </p:nvSpPr>
        <p:spPr>
          <a:xfrm>
            <a:off x="4697630" y="2181008"/>
            <a:ext cx="146154" cy="2241029"/>
          </a:xfrm>
          <a:custGeom>
            <a:avLst/>
            <a:gdLst/>
            <a:ahLst/>
            <a:cxnLst/>
            <a:rect l="0" t="0" r="0" b="0"/>
            <a:pathLst>
              <a:path w="146154" h="2241029">
                <a:moveTo>
                  <a:pt x="146154" y="0"/>
                </a:moveTo>
                <a:lnTo>
                  <a:pt x="146154" y="1120514"/>
                </a:lnTo>
                <a:lnTo>
                  <a:pt x="146154" y="2241029"/>
                </a:lnTo>
                <a:lnTo>
                  <a:pt x="73077" y="2241029"/>
                </a:lnTo>
                <a:lnTo>
                  <a:pt x="0" y="2241029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0" name="Rounded Rectangle 39"/>
          <p:cNvSpPr/>
          <p:nvPr/>
        </p:nvSpPr>
        <p:spPr>
          <a:xfrm>
            <a:off x="4697630" y="2181008"/>
            <a:ext cx="146154" cy="2533337"/>
          </a:xfrm>
          <a:custGeom>
            <a:avLst/>
            <a:gdLst/>
            <a:ahLst/>
            <a:cxnLst/>
            <a:rect l="0" t="0" r="0" b="0"/>
            <a:pathLst>
              <a:path w="146154" h="2533337">
                <a:moveTo>
                  <a:pt x="146154" y="0"/>
                </a:moveTo>
                <a:lnTo>
                  <a:pt x="146154" y="316667"/>
                </a:lnTo>
                <a:lnTo>
                  <a:pt x="146154" y="2435901"/>
                </a:lnTo>
                <a:cubicBezTo>
                  <a:pt x="146154" y="2489714"/>
                  <a:pt x="102530" y="2533337"/>
                  <a:pt x="48718" y="2533337"/>
                </a:cubicBezTo>
                <a:lnTo>
                  <a:pt x="47906" y="2533337"/>
                </a:lnTo>
                <a:lnTo>
                  <a:pt x="0" y="2533337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1" name="Rounded Rectangle 40"/>
          <p:cNvSpPr/>
          <p:nvPr/>
        </p:nvSpPr>
        <p:spPr>
          <a:xfrm>
            <a:off x="3779601" y="2554005"/>
            <a:ext cx="228365" cy="228365"/>
          </a:xfrm>
          <a:custGeom>
            <a:avLst/>
            <a:gdLst/>
            <a:ahLst/>
            <a:cxnLst/>
            <a:rect l="0" t="0" r="0" b="0"/>
            <a:pathLst>
              <a:path w="228365" h="228365">
                <a:moveTo>
                  <a:pt x="114182" y="106570"/>
                </a:moveTo>
                <a:cubicBezTo>
                  <a:pt x="164017" y="106570"/>
                  <a:pt x="215678" y="134482"/>
                  <a:pt x="228365" y="154781"/>
                </a:cubicBezTo>
                <a:lnTo>
                  <a:pt x="195379" y="228365"/>
                </a:lnTo>
                <a:lnTo>
                  <a:pt x="32986" y="228365"/>
                </a:lnTo>
                <a:lnTo>
                  <a:pt x="0" y="154781"/>
                </a:lnTo>
                <a:cubicBezTo>
                  <a:pt x="12686" y="134482"/>
                  <a:pt x="64348" y="106570"/>
                  <a:pt x="114182" y="106570"/>
                </a:cubicBezTo>
                <a:close/>
                <a:moveTo>
                  <a:pt x="114182" y="154781"/>
                </a:moveTo>
                <a:lnTo>
                  <a:pt x="114182" y="134482"/>
                </a:lnTo>
                <a:moveTo>
                  <a:pt x="80689" y="159856"/>
                </a:moveTo>
                <a:lnTo>
                  <a:pt x="75614" y="139556"/>
                </a:lnTo>
                <a:moveTo>
                  <a:pt x="48210" y="170005"/>
                </a:moveTo>
                <a:lnTo>
                  <a:pt x="38060" y="154781"/>
                </a:lnTo>
                <a:moveTo>
                  <a:pt x="149706" y="139556"/>
                </a:moveTo>
                <a:lnTo>
                  <a:pt x="144631" y="159856"/>
                </a:lnTo>
                <a:moveTo>
                  <a:pt x="177110" y="170005"/>
                </a:moveTo>
                <a:lnTo>
                  <a:pt x="187259" y="154781"/>
                </a:lnTo>
                <a:moveTo>
                  <a:pt x="114182" y="228365"/>
                </a:moveTo>
                <a:lnTo>
                  <a:pt x="68509" y="185230"/>
                </a:lnTo>
                <a:moveTo>
                  <a:pt x="74853" y="0"/>
                </a:moveTo>
                <a:lnTo>
                  <a:pt x="74853" y="38060"/>
                </a:lnTo>
                <a:moveTo>
                  <a:pt x="74853" y="60897"/>
                </a:moveTo>
                <a:lnTo>
                  <a:pt x="74853" y="38060"/>
                </a:lnTo>
                <a:moveTo>
                  <a:pt x="74853" y="38060"/>
                </a:moveTo>
                <a:lnTo>
                  <a:pt x="102764" y="17761"/>
                </a:lnTo>
                <a:moveTo>
                  <a:pt x="74853" y="38060"/>
                </a:moveTo>
                <a:lnTo>
                  <a:pt x="102764" y="60897"/>
                </a:lnTo>
                <a:moveTo>
                  <a:pt x="133213" y="0"/>
                </a:moveTo>
                <a:lnTo>
                  <a:pt x="153512" y="0"/>
                </a:lnTo>
                <a:lnTo>
                  <a:pt x="153512" y="45673"/>
                </a:lnTo>
                <a:cubicBezTo>
                  <a:pt x="153512" y="54081"/>
                  <a:pt x="146696" y="60897"/>
                  <a:pt x="138288" y="60897"/>
                </a:cubicBezTo>
                <a:cubicBezTo>
                  <a:pt x="129880" y="60897"/>
                  <a:pt x="123063" y="54081"/>
                  <a:pt x="123063" y="45673"/>
                </a:cubicBez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2" name="Rounded Rectangle 41"/>
          <p:cNvSpPr/>
          <p:nvPr/>
        </p:nvSpPr>
        <p:spPr>
          <a:xfrm>
            <a:off x="6597634" y="2789982"/>
            <a:ext cx="389744" cy="284188"/>
          </a:xfrm>
          <a:custGeom>
            <a:avLst/>
            <a:gdLst/>
            <a:ahLst/>
            <a:cxnLst/>
            <a:rect l="0" t="0" r="0" b="0"/>
            <a:pathLst>
              <a:path w="389744" h="284188">
                <a:moveTo>
                  <a:pt x="0" y="284188"/>
                </a:moveTo>
                <a:lnTo>
                  <a:pt x="24359" y="284188"/>
                </a:lnTo>
                <a:lnTo>
                  <a:pt x="25170" y="284188"/>
                </a:lnTo>
                <a:cubicBezTo>
                  <a:pt x="61529" y="283965"/>
                  <a:pt x="100360" y="269689"/>
                  <a:pt x="135598" y="243590"/>
                </a:cubicBezTo>
                <a:cubicBezTo>
                  <a:pt x="156873" y="228313"/>
                  <a:pt x="178482" y="191311"/>
                  <a:pt x="194872" y="142094"/>
                </a:cubicBezTo>
                <a:cubicBezTo>
                  <a:pt x="211262" y="92876"/>
                  <a:pt x="232871" y="55875"/>
                  <a:pt x="254145" y="40598"/>
                </a:cubicBezTo>
                <a:cubicBezTo>
                  <a:pt x="289383" y="14498"/>
                  <a:pt x="328214" y="222"/>
                  <a:pt x="364573" y="0"/>
                </a:cubicBezTo>
                <a:lnTo>
                  <a:pt x="365385" y="0"/>
                </a:lnTo>
                <a:lnTo>
                  <a:pt x="389744" y="0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3" name="Rounded Rectangle 42"/>
          <p:cNvSpPr/>
          <p:nvPr/>
        </p:nvSpPr>
        <p:spPr>
          <a:xfrm>
            <a:off x="3674553" y="2838701"/>
            <a:ext cx="230143" cy="234067"/>
          </a:xfrm>
          <a:custGeom>
            <a:avLst/>
            <a:gdLst/>
            <a:ahLst/>
            <a:cxnLst/>
            <a:rect l="0" t="0" r="0" b="0"/>
            <a:pathLst>
              <a:path w="230143" h="234067">
                <a:moveTo>
                  <a:pt x="78981" y="180438"/>
                </a:moveTo>
                <a:lnTo>
                  <a:pt x="78981" y="234067"/>
                </a:lnTo>
                <a:moveTo>
                  <a:pt x="160881" y="45623"/>
                </a:moveTo>
                <a:cubicBezTo>
                  <a:pt x="199404" y="58779"/>
                  <a:pt x="211564" y="101404"/>
                  <a:pt x="229639" y="148294"/>
                </a:cubicBezTo>
                <a:cubicBezTo>
                  <a:pt x="230013" y="149267"/>
                  <a:pt x="230143" y="150316"/>
                  <a:pt x="230022" y="151351"/>
                </a:cubicBezTo>
                <a:cubicBezTo>
                  <a:pt x="229900" y="152386"/>
                  <a:pt x="229527" y="153376"/>
                  <a:pt x="228938" y="154235"/>
                </a:cubicBezTo>
                <a:cubicBezTo>
                  <a:pt x="228348" y="155094"/>
                  <a:pt x="227558" y="155797"/>
                  <a:pt x="226637" y="156283"/>
                </a:cubicBezTo>
                <a:cubicBezTo>
                  <a:pt x="225715" y="156769"/>
                  <a:pt x="224689" y="157024"/>
                  <a:pt x="223648" y="157026"/>
                </a:cubicBezTo>
                <a:lnTo>
                  <a:pt x="207383" y="157026"/>
                </a:lnTo>
                <a:lnTo>
                  <a:pt x="207383" y="182706"/>
                </a:lnTo>
                <a:cubicBezTo>
                  <a:pt x="207383" y="189517"/>
                  <a:pt x="204677" y="196049"/>
                  <a:pt x="199861" y="200865"/>
                </a:cubicBezTo>
                <a:cubicBezTo>
                  <a:pt x="195045" y="205681"/>
                  <a:pt x="188514" y="208387"/>
                  <a:pt x="181703" y="208387"/>
                </a:cubicBezTo>
                <a:lnTo>
                  <a:pt x="168862" y="208387"/>
                </a:lnTo>
                <a:lnTo>
                  <a:pt x="168862" y="234067"/>
                </a:lnTo>
                <a:moveTo>
                  <a:pt x="13529" y="145117"/>
                </a:moveTo>
                <a:lnTo>
                  <a:pt x="13529" y="112295"/>
                </a:lnTo>
                <a:lnTo>
                  <a:pt x="46800" y="112295"/>
                </a:lnTo>
                <a:lnTo>
                  <a:pt x="46800" y="145117"/>
                </a:lnTo>
                <a:close/>
                <a:moveTo>
                  <a:pt x="0" y="0"/>
                </a:moveTo>
                <a:moveTo>
                  <a:pt x="52914" y="9522"/>
                </a:moveTo>
                <a:lnTo>
                  <a:pt x="29214" y="33222"/>
                </a:lnTo>
                <a:lnTo>
                  <a:pt x="17231" y="21236"/>
                </a:lnTo>
                <a:moveTo>
                  <a:pt x="0" y="0"/>
                </a:moveTo>
                <a:moveTo>
                  <a:pt x="52914" y="60907"/>
                </a:moveTo>
                <a:lnTo>
                  <a:pt x="29214" y="84607"/>
                </a:lnTo>
                <a:lnTo>
                  <a:pt x="17231" y="72621"/>
                </a:lnTo>
                <a:moveTo>
                  <a:pt x="133639" y="21372"/>
                </a:moveTo>
                <a:lnTo>
                  <a:pt x="85463" y="21372"/>
                </a:lnTo>
                <a:moveTo>
                  <a:pt x="133639" y="75567"/>
                </a:moveTo>
                <a:lnTo>
                  <a:pt x="85463" y="75567"/>
                </a:lnTo>
                <a:moveTo>
                  <a:pt x="85463" y="128706"/>
                </a:moveTo>
                <a:lnTo>
                  <a:pt x="133639" y="128706"/>
                </a:ln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4" name="Rounded Rectangle 43"/>
          <p:cNvSpPr/>
          <p:nvPr/>
        </p:nvSpPr>
        <p:spPr>
          <a:xfrm>
            <a:off x="5038656" y="5445115"/>
            <a:ext cx="146154" cy="194872"/>
          </a:xfrm>
          <a:custGeom>
            <a:avLst/>
            <a:gdLst/>
            <a:ahLst/>
            <a:cxnLst/>
            <a:rect l="0" t="0" r="0" b="0"/>
            <a:pathLst>
              <a:path w="146154" h="194872">
                <a:moveTo>
                  <a:pt x="146154" y="194872"/>
                </a:moveTo>
                <a:lnTo>
                  <a:pt x="73077" y="194872"/>
                </a:lnTo>
                <a:lnTo>
                  <a:pt x="0" y="194872"/>
                </a:lnTo>
                <a:lnTo>
                  <a:pt x="0" y="97436"/>
                </a:lnTo>
                <a:lnTo>
                  <a:pt x="0" y="0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5" name="Rounded Rectangle 44"/>
          <p:cNvSpPr/>
          <p:nvPr/>
        </p:nvSpPr>
        <p:spPr>
          <a:xfrm>
            <a:off x="5038656" y="5445115"/>
            <a:ext cx="146154" cy="487180"/>
          </a:xfrm>
          <a:custGeom>
            <a:avLst/>
            <a:gdLst/>
            <a:ahLst/>
            <a:cxnLst/>
            <a:rect l="0" t="0" r="0" b="0"/>
            <a:pathLst>
              <a:path w="146154" h="487180">
                <a:moveTo>
                  <a:pt x="146154" y="487180"/>
                </a:moveTo>
                <a:lnTo>
                  <a:pt x="98248" y="487180"/>
                </a:lnTo>
                <a:lnTo>
                  <a:pt x="97436" y="487180"/>
                </a:lnTo>
                <a:cubicBezTo>
                  <a:pt x="43623" y="487180"/>
                  <a:pt x="0" y="443556"/>
                  <a:pt x="0" y="389744"/>
                </a:cubicBezTo>
                <a:lnTo>
                  <a:pt x="0" y="60897"/>
                </a:lnTo>
                <a:lnTo>
                  <a:pt x="0" y="0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6" name="Rounded Rectangle 45"/>
          <p:cNvSpPr/>
          <p:nvPr/>
        </p:nvSpPr>
        <p:spPr>
          <a:xfrm>
            <a:off x="3777062" y="3136083"/>
            <a:ext cx="233440" cy="233440"/>
          </a:xfrm>
          <a:custGeom>
            <a:avLst/>
            <a:gdLst/>
            <a:ahLst/>
            <a:cxnLst/>
            <a:rect l="0" t="0" r="0" b="0"/>
            <a:pathLst>
              <a:path w="233440" h="233440">
                <a:moveTo>
                  <a:pt x="121795" y="233440"/>
                </a:moveTo>
                <a:lnTo>
                  <a:pt x="121795" y="0"/>
                </a:lnTo>
                <a:moveTo>
                  <a:pt x="29941" y="95812"/>
                </a:moveTo>
                <a:lnTo>
                  <a:pt x="50747" y="131944"/>
                </a:lnTo>
                <a:lnTo>
                  <a:pt x="70945" y="96015"/>
                </a:lnTo>
                <a:moveTo>
                  <a:pt x="82617" y="48616"/>
                </a:moveTo>
                <a:cubicBezTo>
                  <a:pt x="70128" y="48443"/>
                  <a:pt x="58309" y="42940"/>
                  <a:pt x="50138" y="33493"/>
                </a:cubicBezTo>
                <a:cubicBezTo>
                  <a:pt x="41928" y="42945"/>
                  <a:pt x="30077" y="48446"/>
                  <a:pt x="17558" y="48616"/>
                </a:cubicBezTo>
                <a:moveTo>
                  <a:pt x="17152" y="43135"/>
                </a:moveTo>
                <a:cubicBezTo>
                  <a:pt x="17152" y="24917"/>
                  <a:pt x="31921" y="10149"/>
                  <a:pt x="50138" y="10149"/>
                </a:cubicBezTo>
                <a:cubicBezTo>
                  <a:pt x="68356" y="10149"/>
                  <a:pt x="83125" y="24917"/>
                  <a:pt x="83125" y="43135"/>
                </a:cubicBezTo>
                <a:cubicBezTo>
                  <a:pt x="83125" y="61353"/>
                  <a:pt x="68356" y="76121"/>
                  <a:pt x="50138" y="76121"/>
                </a:cubicBezTo>
                <a:cubicBezTo>
                  <a:pt x="31921" y="76121"/>
                  <a:pt x="17152" y="61353"/>
                  <a:pt x="17152" y="43135"/>
                </a:cubicBezTo>
                <a:moveTo>
                  <a:pt x="50341" y="89214"/>
                </a:moveTo>
                <a:cubicBezTo>
                  <a:pt x="66736" y="89299"/>
                  <a:pt x="80891" y="100715"/>
                  <a:pt x="84444" y="116720"/>
                </a:cubicBezTo>
                <a:lnTo>
                  <a:pt x="101495" y="172543"/>
                </a:lnTo>
                <a:lnTo>
                  <a:pt x="76121" y="172543"/>
                </a:lnTo>
                <a:lnTo>
                  <a:pt x="65972" y="223290"/>
                </a:lnTo>
                <a:lnTo>
                  <a:pt x="35523" y="223290"/>
                </a:lnTo>
                <a:lnTo>
                  <a:pt x="25373" y="172543"/>
                </a:lnTo>
                <a:lnTo>
                  <a:pt x="0" y="172543"/>
                </a:lnTo>
                <a:lnTo>
                  <a:pt x="16239" y="116720"/>
                </a:lnTo>
                <a:cubicBezTo>
                  <a:pt x="19792" y="100715"/>
                  <a:pt x="33947" y="89299"/>
                  <a:pt x="50341" y="89214"/>
                </a:cubicBezTo>
                <a:close/>
                <a:moveTo>
                  <a:pt x="159348" y="26388"/>
                </a:moveTo>
                <a:cubicBezTo>
                  <a:pt x="169643" y="37106"/>
                  <a:pt x="183868" y="43155"/>
                  <a:pt x="198728" y="43135"/>
                </a:cubicBezTo>
                <a:cubicBezTo>
                  <a:pt x="206195" y="43125"/>
                  <a:pt x="213583" y="41606"/>
                  <a:pt x="220449" y="38669"/>
                </a:cubicBezTo>
                <a:moveTo>
                  <a:pt x="154781" y="43135"/>
                </a:moveTo>
                <a:cubicBezTo>
                  <a:pt x="154781" y="24917"/>
                  <a:pt x="169549" y="10149"/>
                  <a:pt x="187767" y="10149"/>
                </a:cubicBezTo>
                <a:cubicBezTo>
                  <a:pt x="205985" y="10149"/>
                  <a:pt x="220753" y="24917"/>
                  <a:pt x="220753" y="43135"/>
                </a:cubicBezTo>
                <a:cubicBezTo>
                  <a:pt x="220753" y="61353"/>
                  <a:pt x="205985" y="76121"/>
                  <a:pt x="187767" y="76121"/>
                </a:cubicBezTo>
                <a:cubicBezTo>
                  <a:pt x="169549" y="76121"/>
                  <a:pt x="154781" y="61353"/>
                  <a:pt x="154781" y="43135"/>
                </a:cubicBezTo>
                <a:moveTo>
                  <a:pt x="172543" y="223290"/>
                </a:moveTo>
                <a:lnTo>
                  <a:pt x="162393" y="167468"/>
                </a:lnTo>
                <a:lnTo>
                  <a:pt x="142094" y="167468"/>
                </a:lnTo>
                <a:lnTo>
                  <a:pt x="142094" y="137019"/>
                </a:lnTo>
                <a:cubicBezTo>
                  <a:pt x="142094" y="111794"/>
                  <a:pt x="162542" y="91346"/>
                  <a:pt x="187767" y="91346"/>
                </a:cubicBezTo>
                <a:cubicBezTo>
                  <a:pt x="212991" y="91346"/>
                  <a:pt x="233440" y="111794"/>
                  <a:pt x="233440" y="137019"/>
                </a:cubicBezTo>
                <a:lnTo>
                  <a:pt x="233440" y="167468"/>
                </a:lnTo>
                <a:lnTo>
                  <a:pt x="213141" y="167468"/>
                </a:lnTo>
                <a:lnTo>
                  <a:pt x="202991" y="223290"/>
                </a:lnTo>
                <a:close/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7" name="Rounded Rectangle 46"/>
          <p:cNvSpPr/>
          <p:nvPr/>
        </p:nvSpPr>
        <p:spPr>
          <a:xfrm>
            <a:off x="7182250" y="3009213"/>
            <a:ext cx="146154" cy="194872"/>
          </a:xfrm>
          <a:custGeom>
            <a:avLst/>
            <a:gdLst/>
            <a:ahLst/>
            <a:cxnLst/>
            <a:rect l="0" t="0" r="0" b="0"/>
            <a:pathLst>
              <a:path w="146154" h="194872">
                <a:moveTo>
                  <a:pt x="146154" y="194872"/>
                </a:moveTo>
                <a:lnTo>
                  <a:pt x="73077" y="194872"/>
                </a:lnTo>
                <a:lnTo>
                  <a:pt x="0" y="194872"/>
                </a:lnTo>
                <a:lnTo>
                  <a:pt x="0" y="97436"/>
                </a:lnTo>
                <a:lnTo>
                  <a:pt x="0" y="0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8" name="Rounded Rectangle 47"/>
          <p:cNvSpPr/>
          <p:nvPr/>
        </p:nvSpPr>
        <p:spPr>
          <a:xfrm>
            <a:off x="7182250" y="3009213"/>
            <a:ext cx="146154" cy="487180"/>
          </a:xfrm>
          <a:custGeom>
            <a:avLst/>
            <a:gdLst/>
            <a:ahLst/>
            <a:cxnLst/>
            <a:rect l="0" t="0" r="0" b="0"/>
            <a:pathLst>
              <a:path w="146154" h="487180">
                <a:moveTo>
                  <a:pt x="146154" y="487180"/>
                </a:moveTo>
                <a:lnTo>
                  <a:pt x="98248" y="487180"/>
                </a:lnTo>
                <a:lnTo>
                  <a:pt x="97436" y="487180"/>
                </a:lnTo>
                <a:cubicBezTo>
                  <a:pt x="43623" y="487180"/>
                  <a:pt x="0" y="443556"/>
                  <a:pt x="0" y="389744"/>
                </a:cubicBezTo>
                <a:lnTo>
                  <a:pt x="0" y="60897"/>
                </a:lnTo>
                <a:lnTo>
                  <a:pt x="0" y="0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49" name="Rounded Rectangle 48"/>
          <p:cNvSpPr/>
          <p:nvPr/>
        </p:nvSpPr>
        <p:spPr>
          <a:xfrm>
            <a:off x="3771989" y="3423316"/>
            <a:ext cx="233551" cy="232674"/>
          </a:xfrm>
          <a:custGeom>
            <a:avLst/>
            <a:gdLst/>
            <a:ahLst/>
            <a:cxnLst/>
            <a:rect l="0" t="0" r="0" b="0"/>
            <a:pathLst>
              <a:path w="233551" h="232674">
                <a:moveTo>
                  <a:pt x="233551" y="11005"/>
                </a:moveTo>
                <a:cubicBezTo>
                  <a:pt x="228913" y="11852"/>
                  <a:pt x="224275" y="12642"/>
                  <a:pt x="219635" y="13375"/>
                </a:cubicBezTo>
                <a:moveTo>
                  <a:pt x="23954" y="13285"/>
                </a:moveTo>
                <a:cubicBezTo>
                  <a:pt x="19314" y="12552"/>
                  <a:pt x="14675" y="11762"/>
                  <a:pt x="10039" y="10915"/>
                </a:cubicBezTo>
                <a:moveTo>
                  <a:pt x="192011" y="17287"/>
                </a:moveTo>
                <a:cubicBezTo>
                  <a:pt x="145366" y="23004"/>
                  <a:pt x="98597" y="23004"/>
                  <a:pt x="51952" y="17287"/>
                </a:cubicBezTo>
                <a:moveTo>
                  <a:pt x="219635" y="230214"/>
                </a:moveTo>
                <a:cubicBezTo>
                  <a:pt x="224275" y="230947"/>
                  <a:pt x="228913" y="231737"/>
                  <a:pt x="233551" y="232583"/>
                </a:cubicBezTo>
                <a:moveTo>
                  <a:pt x="10039" y="232674"/>
                </a:moveTo>
                <a:cubicBezTo>
                  <a:pt x="14675" y="231827"/>
                  <a:pt x="19314" y="231038"/>
                  <a:pt x="23954" y="230305"/>
                </a:cubicBezTo>
                <a:moveTo>
                  <a:pt x="51952" y="226302"/>
                </a:moveTo>
                <a:cubicBezTo>
                  <a:pt x="98596" y="220586"/>
                  <a:pt x="145366" y="220585"/>
                  <a:pt x="192010" y="226302"/>
                </a:cubicBezTo>
                <a:moveTo>
                  <a:pt x="0" y="0"/>
                </a:moveTo>
                <a:moveTo>
                  <a:pt x="83506" y="157443"/>
                </a:moveTo>
                <a:lnTo>
                  <a:pt x="94858" y="157443"/>
                </a:lnTo>
                <a:moveTo>
                  <a:pt x="0" y="0"/>
                </a:moveTo>
                <a:moveTo>
                  <a:pt x="94858" y="121794"/>
                </a:moveTo>
                <a:lnTo>
                  <a:pt x="83506" y="121794"/>
                </a:lnTo>
                <a:moveTo>
                  <a:pt x="0" y="0"/>
                </a:moveTo>
                <a:moveTo>
                  <a:pt x="83506" y="86146"/>
                </a:moveTo>
                <a:lnTo>
                  <a:pt x="94858" y="86146"/>
                </a:lnTo>
                <a:moveTo>
                  <a:pt x="0" y="0"/>
                </a:moveTo>
                <a:moveTo>
                  <a:pt x="145705" y="186247"/>
                </a:moveTo>
                <a:lnTo>
                  <a:pt x="142789" y="151255"/>
                </a:lnTo>
                <a:lnTo>
                  <a:pt x="128209" y="151255"/>
                </a:lnTo>
                <a:lnTo>
                  <a:pt x="128209" y="130842"/>
                </a:lnTo>
                <a:cubicBezTo>
                  <a:pt x="128209" y="123108"/>
                  <a:pt x="131281" y="115691"/>
                  <a:pt x="136750" y="110222"/>
                </a:cubicBezTo>
                <a:cubicBezTo>
                  <a:pt x="142219" y="104753"/>
                  <a:pt x="149636" y="101681"/>
                  <a:pt x="157369" y="101681"/>
                </a:cubicBezTo>
                <a:cubicBezTo>
                  <a:pt x="165103" y="101681"/>
                  <a:pt x="172520" y="104753"/>
                  <a:pt x="177989" y="110222"/>
                </a:cubicBezTo>
                <a:cubicBezTo>
                  <a:pt x="183457" y="115691"/>
                  <a:pt x="186530" y="123108"/>
                  <a:pt x="186530" y="130842"/>
                </a:cubicBezTo>
                <a:lnTo>
                  <a:pt x="186530" y="151255"/>
                </a:lnTo>
                <a:lnTo>
                  <a:pt x="171950" y="151255"/>
                </a:lnTo>
                <a:lnTo>
                  <a:pt x="169034" y="186247"/>
                </a:lnTo>
                <a:close/>
                <a:moveTo>
                  <a:pt x="135834" y="80143"/>
                </a:moveTo>
                <a:cubicBezTo>
                  <a:pt x="135834" y="68248"/>
                  <a:pt x="145478" y="58605"/>
                  <a:pt x="157372" y="58605"/>
                </a:cubicBezTo>
                <a:cubicBezTo>
                  <a:pt x="169267" y="58605"/>
                  <a:pt x="178910" y="68248"/>
                  <a:pt x="178910" y="80143"/>
                </a:cubicBezTo>
                <a:cubicBezTo>
                  <a:pt x="178910" y="92038"/>
                  <a:pt x="169267" y="101681"/>
                  <a:pt x="157372" y="101681"/>
                </a:cubicBezTo>
                <a:cubicBezTo>
                  <a:pt x="145478" y="101681"/>
                  <a:pt x="135834" y="92038"/>
                  <a:pt x="135834" y="80143"/>
                </a:cubicBezTo>
                <a:close/>
                <a:moveTo>
                  <a:pt x="62135" y="53143"/>
                </a:moveTo>
                <a:lnTo>
                  <a:pt x="93498" y="53143"/>
                </a:lnTo>
                <a:cubicBezTo>
                  <a:pt x="93498" y="53143"/>
                  <a:pt x="98572" y="53143"/>
                  <a:pt x="98572" y="58218"/>
                </a:cubicBezTo>
                <a:lnTo>
                  <a:pt x="98572" y="185361"/>
                </a:lnTo>
                <a:cubicBezTo>
                  <a:pt x="98572" y="185361"/>
                  <a:pt x="98572" y="190436"/>
                  <a:pt x="93498" y="190436"/>
                </a:cubicBezTo>
                <a:lnTo>
                  <a:pt x="62135" y="190436"/>
                </a:lnTo>
                <a:cubicBezTo>
                  <a:pt x="62135" y="190436"/>
                  <a:pt x="57060" y="190436"/>
                  <a:pt x="57060" y="185361"/>
                </a:cubicBezTo>
                <a:lnTo>
                  <a:pt x="57060" y="58218"/>
                </a:lnTo>
                <a:cubicBezTo>
                  <a:pt x="57060" y="58218"/>
                  <a:pt x="57060" y="53143"/>
                  <a:pt x="62135" y="53143"/>
                </a:cubicBez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0" name="Rounded Rectangle 49"/>
          <p:cNvSpPr/>
          <p:nvPr/>
        </p:nvSpPr>
        <p:spPr>
          <a:xfrm>
            <a:off x="3982085" y="3720699"/>
            <a:ext cx="213141" cy="233440"/>
          </a:xfrm>
          <a:custGeom>
            <a:avLst/>
            <a:gdLst/>
            <a:ahLst/>
            <a:cxnLst/>
            <a:rect l="0" t="0" r="0" b="0"/>
            <a:pathLst>
              <a:path w="213141" h="233440">
                <a:moveTo>
                  <a:pt x="204148" y="229969"/>
                </a:moveTo>
                <a:cubicBezTo>
                  <a:pt x="203458" y="232040"/>
                  <a:pt x="201521" y="233438"/>
                  <a:pt x="199337" y="233440"/>
                </a:cubicBezTo>
                <a:lnTo>
                  <a:pt x="13803" y="233440"/>
                </a:lnTo>
                <a:cubicBezTo>
                  <a:pt x="11620" y="233438"/>
                  <a:pt x="9682" y="232040"/>
                  <a:pt x="8992" y="229969"/>
                </a:cubicBezTo>
                <a:lnTo>
                  <a:pt x="2222" y="209670"/>
                </a:lnTo>
                <a:cubicBezTo>
                  <a:pt x="1706" y="208121"/>
                  <a:pt x="1967" y="206419"/>
                  <a:pt x="2922" y="205096"/>
                </a:cubicBezTo>
                <a:cubicBezTo>
                  <a:pt x="3878" y="203772"/>
                  <a:pt x="5411" y="202989"/>
                  <a:pt x="7043" y="202991"/>
                </a:cubicBezTo>
                <a:lnTo>
                  <a:pt x="206097" y="202991"/>
                </a:lnTo>
                <a:cubicBezTo>
                  <a:pt x="207729" y="202989"/>
                  <a:pt x="209263" y="203772"/>
                  <a:pt x="210218" y="205096"/>
                </a:cubicBezTo>
                <a:cubicBezTo>
                  <a:pt x="211173" y="206419"/>
                  <a:pt x="211434" y="208121"/>
                  <a:pt x="210918" y="209670"/>
                </a:cubicBezTo>
                <a:close/>
                <a:moveTo>
                  <a:pt x="0" y="172543"/>
                </a:moveTo>
                <a:lnTo>
                  <a:pt x="101495" y="172543"/>
                </a:lnTo>
                <a:moveTo>
                  <a:pt x="50747" y="172543"/>
                </a:moveTo>
                <a:lnTo>
                  <a:pt x="50747" y="202991"/>
                </a:lnTo>
                <a:moveTo>
                  <a:pt x="162393" y="0"/>
                </a:moveTo>
                <a:cubicBezTo>
                  <a:pt x="190420" y="0"/>
                  <a:pt x="213141" y="22720"/>
                  <a:pt x="213141" y="50747"/>
                </a:cubicBezTo>
                <a:cubicBezTo>
                  <a:pt x="213141" y="78775"/>
                  <a:pt x="190420" y="101495"/>
                  <a:pt x="162393" y="101495"/>
                </a:cubicBezTo>
                <a:cubicBezTo>
                  <a:pt x="134366" y="101495"/>
                  <a:pt x="111645" y="78775"/>
                  <a:pt x="111645" y="50747"/>
                </a:cubicBezTo>
                <a:cubicBezTo>
                  <a:pt x="111645" y="22720"/>
                  <a:pt x="134366" y="0"/>
                  <a:pt x="162393" y="0"/>
                </a:cubicBezTo>
                <a:close/>
                <a:moveTo>
                  <a:pt x="212116" y="60897"/>
                </a:moveTo>
                <a:lnTo>
                  <a:pt x="112660" y="60897"/>
                </a:lnTo>
                <a:moveTo>
                  <a:pt x="142094" y="35523"/>
                </a:moveTo>
                <a:lnTo>
                  <a:pt x="167468" y="60897"/>
                </a:lnTo>
                <a:moveTo>
                  <a:pt x="142094" y="202991"/>
                </a:moveTo>
                <a:lnTo>
                  <a:pt x="142094" y="97263"/>
                </a:lnTo>
                <a:moveTo>
                  <a:pt x="182692" y="97263"/>
                </a:moveTo>
                <a:lnTo>
                  <a:pt x="182692" y="202991"/>
                </a:lnTo>
                <a:moveTo>
                  <a:pt x="15224" y="147169"/>
                </a:moveTo>
                <a:cubicBezTo>
                  <a:pt x="9428" y="137885"/>
                  <a:pt x="6118" y="127267"/>
                  <a:pt x="5612" y="116334"/>
                </a:cubicBezTo>
                <a:cubicBezTo>
                  <a:pt x="5612" y="98014"/>
                  <a:pt x="17558" y="82678"/>
                  <a:pt x="31900" y="82678"/>
                </a:cubicBezTo>
                <a:cubicBezTo>
                  <a:pt x="46241" y="82678"/>
                  <a:pt x="46221" y="88859"/>
                  <a:pt x="51021" y="88859"/>
                </a:cubicBezTo>
                <a:cubicBezTo>
                  <a:pt x="55822" y="88859"/>
                  <a:pt x="55792" y="82678"/>
                  <a:pt x="70133" y="82678"/>
                </a:cubicBezTo>
                <a:cubicBezTo>
                  <a:pt x="84475" y="82678"/>
                  <a:pt x="96421" y="98065"/>
                  <a:pt x="96421" y="116334"/>
                </a:cubicBezTo>
                <a:cubicBezTo>
                  <a:pt x="95925" y="127164"/>
                  <a:pt x="92676" y="137689"/>
                  <a:pt x="86981" y="146915"/>
                </a:cubicBezTo>
                <a:moveTo>
                  <a:pt x="50747" y="88849"/>
                </a:moveTo>
                <a:lnTo>
                  <a:pt x="50747" y="82678"/>
                </a:lnTo>
                <a:cubicBezTo>
                  <a:pt x="49670" y="75086"/>
                  <a:pt x="51741" y="67383"/>
                  <a:pt x="56480" y="61354"/>
                </a:cubicBezTo>
                <a:cubicBezTo>
                  <a:pt x="61219" y="55325"/>
                  <a:pt x="68215" y="51494"/>
                  <a:pt x="75847" y="50747"/>
                </a:cubicBez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1" name="Rounded Rectangle 50"/>
          <p:cNvSpPr/>
          <p:nvPr/>
        </p:nvSpPr>
        <p:spPr>
          <a:xfrm>
            <a:off x="6013018" y="3886138"/>
            <a:ext cx="8119" cy="1120514"/>
          </a:xfrm>
          <a:custGeom>
            <a:avLst/>
            <a:gdLst/>
            <a:ahLst/>
            <a:cxnLst/>
            <a:rect l="0" t="0" r="0" b="0"/>
            <a:pathLst>
              <a:path w="8119" h="1120514">
                <a:moveTo>
                  <a:pt x="0" y="0"/>
                </a:moveTo>
                <a:lnTo>
                  <a:pt x="0" y="560257"/>
                </a:lnTo>
                <a:lnTo>
                  <a:pt x="0" y="1120514"/>
                </a:lnTo>
              </a:path>
            </a:pathLst>
          </a:custGeom>
          <a:noFill/>
          <a:ln w="1217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2" name="Rounded Rectangle 51"/>
          <p:cNvSpPr/>
          <p:nvPr/>
        </p:nvSpPr>
        <p:spPr>
          <a:xfrm>
            <a:off x="3971935" y="4013000"/>
            <a:ext cx="233440" cy="233977"/>
          </a:xfrm>
          <a:custGeom>
            <a:avLst/>
            <a:gdLst/>
            <a:ahLst/>
            <a:cxnLst/>
            <a:rect l="0" t="0" r="0" b="0"/>
            <a:pathLst>
              <a:path w="233440" h="233977">
                <a:moveTo>
                  <a:pt x="43886" y="190019"/>
                </a:moveTo>
                <a:cubicBezTo>
                  <a:pt x="52467" y="198502"/>
                  <a:pt x="64055" y="203246"/>
                  <a:pt x="76121" y="203213"/>
                </a:cubicBezTo>
                <a:moveTo>
                  <a:pt x="151655" y="150750"/>
                </a:moveTo>
                <a:cubicBezTo>
                  <a:pt x="152029" y="153100"/>
                  <a:pt x="152226" y="155475"/>
                  <a:pt x="152243" y="157855"/>
                </a:cubicBezTo>
                <a:cubicBezTo>
                  <a:pt x="152243" y="199896"/>
                  <a:pt x="118162" y="233977"/>
                  <a:pt x="76121" y="233977"/>
                </a:cubicBezTo>
                <a:cubicBezTo>
                  <a:pt x="34080" y="233977"/>
                  <a:pt x="0" y="199896"/>
                  <a:pt x="0" y="157855"/>
                </a:cubicBezTo>
                <a:cubicBezTo>
                  <a:pt x="0" y="122148"/>
                  <a:pt x="55660" y="28864"/>
                  <a:pt x="71788" y="2434"/>
                </a:cubicBezTo>
                <a:cubicBezTo>
                  <a:pt x="72709" y="922"/>
                  <a:pt x="74351" y="0"/>
                  <a:pt x="76121" y="0"/>
                </a:cubicBezTo>
                <a:cubicBezTo>
                  <a:pt x="77892" y="0"/>
                  <a:pt x="79534" y="922"/>
                  <a:pt x="80455" y="2434"/>
                </a:cubicBezTo>
                <a:cubicBezTo>
                  <a:pt x="83399" y="7275"/>
                  <a:pt x="87631" y="14360"/>
                  <a:pt x="92706" y="22906"/>
                </a:cubicBezTo>
                <a:moveTo>
                  <a:pt x="101495" y="65981"/>
                </a:moveTo>
                <a:cubicBezTo>
                  <a:pt x="101495" y="29545"/>
                  <a:pt x="131032" y="8"/>
                  <a:pt x="167468" y="8"/>
                </a:cubicBezTo>
                <a:cubicBezTo>
                  <a:pt x="203903" y="8"/>
                  <a:pt x="233440" y="29545"/>
                  <a:pt x="233440" y="65981"/>
                </a:cubicBezTo>
                <a:cubicBezTo>
                  <a:pt x="233440" y="102416"/>
                  <a:pt x="203903" y="131953"/>
                  <a:pt x="167468" y="131953"/>
                </a:cubicBezTo>
                <a:cubicBezTo>
                  <a:pt x="131032" y="131953"/>
                  <a:pt x="101495" y="102416"/>
                  <a:pt x="101495" y="65981"/>
                </a:cubicBezTo>
                <a:close/>
                <a:moveTo>
                  <a:pt x="167468" y="65981"/>
                </a:moveTo>
                <a:cubicBezTo>
                  <a:pt x="175876" y="65981"/>
                  <a:pt x="182692" y="59164"/>
                  <a:pt x="182692" y="50756"/>
                </a:cubicBezTo>
                <a:cubicBezTo>
                  <a:pt x="182692" y="42348"/>
                  <a:pt x="175876" y="35532"/>
                  <a:pt x="167468" y="35532"/>
                </a:cubicBezTo>
                <a:lnTo>
                  <a:pt x="152243" y="35532"/>
                </a:lnTo>
                <a:lnTo>
                  <a:pt x="152243" y="96429"/>
                </a:lnTo>
                <a:lnTo>
                  <a:pt x="167468" y="96429"/>
                </a:lnTo>
                <a:cubicBezTo>
                  <a:pt x="175876" y="96429"/>
                  <a:pt x="182692" y="89613"/>
                  <a:pt x="182692" y="81205"/>
                </a:cubicBezTo>
                <a:cubicBezTo>
                  <a:pt x="182692" y="72797"/>
                  <a:pt x="175876" y="65981"/>
                  <a:pt x="167468" y="65981"/>
                </a:cubicBezTo>
                <a:close/>
                <a:moveTo>
                  <a:pt x="152243" y="65981"/>
                </a:moveTo>
                <a:lnTo>
                  <a:pt x="167468" y="65981"/>
                </a:ln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3" name="Rounded Rectangle 52"/>
          <p:cNvSpPr/>
          <p:nvPr/>
        </p:nvSpPr>
        <p:spPr>
          <a:xfrm>
            <a:off x="4161732" y="4300242"/>
            <a:ext cx="215680" cy="235977"/>
          </a:xfrm>
          <a:custGeom>
            <a:avLst/>
            <a:gdLst/>
            <a:ahLst/>
            <a:cxnLst/>
            <a:rect l="0" t="0" r="0" b="0"/>
            <a:pathLst>
              <a:path w="215680" h="235977">
                <a:moveTo>
                  <a:pt x="97941" y="219738"/>
                </a:moveTo>
                <a:lnTo>
                  <a:pt x="35013" y="219738"/>
                </a:lnTo>
                <a:cubicBezTo>
                  <a:pt x="19789" y="219738"/>
                  <a:pt x="7609" y="207559"/>
                  <a:pt x="7609" y="192334"/>
                </a:cubicBezTo>
                <a:lnTo>
                  <a:pt x="7609" y="35016"/>
                </a:lnTo>
                <a:cubicBezTo>
                  <a:pt x="7609" y="19791"/>
                  <a:pt x="19789" y="7612"/>
                  <a:pt x="35013" y="7612"/>
                </a:cubicBezTo>
                <a:lnTo>
                  <a:pt x="109106" y="7612"/>
                </a:lnTo>
                <a:cubicBezTo>
                  <a:pt x="126360" y="7612"/>
                  <a:pt x="139554" y="20806"/>
                  <a:pt x="139554" y="38060"/>
                </a:cubicBezTo>
                <a:lnTo>
                  <a:pt x="139554" y="90838"/>
                </a:lnTo>
                <a:moveTo>
                  <a:pt x="97941" y="174065"/>
                </a:moveTo>
                <a:lnTo>
                  <a:pt x="7609" y="174065"/>
                </a:lnTo>
                <a:moveTo>
                  <a:pt x="170007" y="175080"/>
                </a:moveTo>
                <a:cubicBezTo>
                  <a:pt x="153191" y="175080"/>
                  <a:pt x="139558" y="161448"/>
                  <a:pt x="139558" y="144631"/>
                </a:cubicBezTo>
                <a:cubicBezTo>
                  <a:pt x="139558" y="127814"/>
                  <a:pt x="153191" y="114182"/>
                  <a:pt x="170007" y="114182"/>
                </a:cubicBezTo>
                <a:cubicBezTo>
                  <a:pt x="186824" y="114182"/>
                  <a:pt x="200456" y="127814"/>
                  <a:pt x="200456" y="144631"/>
                </a:cubicBezTo>
                <a:cubicBezTo>
                  <a:pt x="200456" y="161448"/>
                  <a:pt x="186824" y="175080"/>
                  <a:pt x="170007" y="175080"/>
                </a:cubicBezTo>
                <a:close/>
                <a:moveTo>
                  <a:pt x="124334" y="235977"/>
                </a:moveTo>
                <a:cubicBezTo>
                  <a:pt x="124334" y="210603"/>
                  <a:pt x="144633" y="190304"/>
                  <a:pt x="170007" y="190304"/>
                </a:cubicBezTo>
                <a:cubicBezTo>
                  <a:pt x="195381" y="190304"/>
                  <a:pt x="215680" y="210603"/>
                  <a:pt x="215680" y="235977"/>
                </a:cubicBezTo>
                <a:moveTo>
                  <a:pt x="93881" y="60897"/>
                </a:moveTo>
                <a:lnTo>
                  <a:pt x="53282" y="60897"/>
                </a:lnTo>
                <a:lnTo>
                  <a:pt x="53282" y="121795"/>
                </a:lnTo>
                <a:moveTo>
                  <a:pt x="0" y="0"/>
                </a:moveTo>
                <a:moveTo>
                  <a:pt x="88806" y="88808"/>
                </a:moveTo>
                <a:lnTo>
                  <a:pt x="53282" y="88808"/>
                </a:ln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4" name="Rounded Rectangle 53"/>
          <p:cNvSpPr/>
          <p:nvPr/>
        </p:nvSpPr>
        <p:spPr>
          <a:xfrm>
            <a:off x="3705000" y="4600162"/>
            <a:ext cx="182692" cy="228365"/>
          </a:xfrm>
          <a:custGeom>
            <a:avLst/>
            <a:gdLst/>
            <a:ahLst/>
            <a:cxnLst/>
            <a:rect l="0" t="0" r="0" b="0"/>
            <a:pathLst>
              <a:path w="182692" h="228365">
                <a:moveTo>
                  <a:pt x="20299" y="0"/>
                </a:moveTo>
                <a:lnTo>
                  <a:pt x="162393" y="0"/>
                </a:lnTo>
                <a:cubicBezTo>
                  <a:pt x="162393" y="0"/>
                  <a:pt x="182692" y="0"/>
                  <a:pt x="182692" y="20299"/>
                </a:cubicBezTo>
                <a:lnTo>
                  <a:pt x="182692" y="208066"/>
                </a:lnTo>
                <a:cubicBezTo>
                  <a:pt x="182692" y="208066"/>
                  <a:pt x="182692" y="228365"/>
                  <a:pt x="162393" y="228365"/>
                </a:cubicBezTo>
                <a:lnTo>
                  <a:pt x="20299" y="228365"/>
                </a:lnTo>
                <a:cubicBezTo>
                  <a:pt x="20299" y="228365"/>
                  <a:pt x="0" y="228365"/>
                  <a:pt x="0" y="208066"/>
                </a:cubicBezTo>
                <a:lnTo>
                  <a:pt x="0" y="20299"/>
                </a:lnTo>
                <a:cubicBezTo>
                  <a:pt x="0" y="20299"/>
                  <a:pt x="0" y="0"/>
                  <a:pt x="20299" y="0"/>
                </a:cubicBezTo>
                <a:moveTo>
                  <a:pt x="182692" y="109108"/>
                </a:moveTo>
                <a:lnTo>
                  <a:pt x="0" y="109108"/>
                </a:lnTo>
                <a:moveTo>
                  <a:pt x="30448" y="32986"/>
                </a:moveTo>
                <a:lnTo>
                  <a:pt x="30448" y="58360"/>
                </a:lnTo>
                <a:moveTo>
                  <a:pt x="30448" y="83734"/>
                </a:moveTo>
                <a:lnTo>
                  <a:pt x="30448" y="58360"/>
                </a:lnTo>
                <a:moveTo>
                  <a:pt x="30448" y="58360"/>
                </a:moveTo>
                <a:lnTo>
                  <a:pt x="55822" y="32986"/>
                </a:lnTo>
                <a:moveTo>
                  <a:pt x="30448" y="58360"/>
                </a:moveTo>
                <a:lnTo>
                  <a:pt x="55822" y="83734"/>
                </a:lnTo>
                <a:moveTo>
                  <a:pt x="86271" y="58360"/>
                </a:moveTo>
                <a:lnTo>
                  <a:pt x="83734" y="58360"/>
                </a:lnTo>
                <a:cubicBezTo>
                  <a:pt x="76727" y="58360"/>
                  <a:pt x="71047" y="64040"/>
                  <a:pt x="71047" y="71047"/>
                </a:cubicBezTo>
                <a:cubicBezTo>
                  <a:pt x="71047" y="78054"/>
                  <a:pt x="76727" y="83734"/>
                  <a:pt x="83734" y="83734"/>
                </a:cubicBezTo>
                <a:lnTo>
                  <a:pt x="86271" y="83734"/>
                </a:lnTo>
                <a:moveTo>
                  <a:pt x="121795" y="83734"/>
                </a:moveTo>
                <a:lnTo>
                  <a:pt x="111645" y="58360"/>
                </a:lnTo>
                <a:lnTo>
                  <a:pt x="101495" y="83734"/>
                </a:lnTo>
                <a:moveTo>
                  <a:pt x="137019" y="58360"/>
                </a:moveTo>
                <a:lnTo>
                  <a:pt x="137019" y="83734"/>
                </a:lnTo>
                <a:lnTo>
                  <a:pt x="152243" y="83734"/>
                </a:lnTo>
                <a:moveTo>
                  <a:pt x="45673" y="144631"/>
                </a:moveTo>
                <a:cubicBezTo>
                  <a:pt x="42870" y="144631"/>
                  <a:pt x="40598" y="146903"/>
                  <a:pt x="40598" y="149706"/>
                </a:cubicBezTo>
                <a:cubicBezTo>
                  <a:pt x="40598" y="152509"/>
                  <a:pt x="42870" y="154781"/>
                  <a:pt x="45673" y="154781"/>
                </a:cubicBezTo>
                <a:moveTo>
                  <a:pt x="45673" y="154781"/>
                </a:moveTo>
                <a:cubicBezTo>
                  <a:pt x="48475" y="154781"/>
                  <a:pt x="50747" y="152509"/>
                  <a:pt x="50747" y="149706"/>
                </a:cubicBezTo>
                <a:cubicBezTo>
                  <a:pt x="50747" y="146903"/>
                  <a:pt x="48475" y="144631"/>
                  <a:pt x="45673" y="144631"/>
                </a:cubicBezTo>
                <a:moveTo>
                  <a:pt x="91346" y="144631"/>
                </a:moveTo>
                <a:cubicBezTo>
                  <a:pt x="88543" y="144631"/>
                  <a:pt x="86271" y="146903"/>
                  <a:pt x="86271" y="149706"/>
                </a:cubicBezTo>
                <a:cubicBezTo>
                  <a:pt x="86271" y="152509"/>
                  <a:pt x="88543" y="154781"/>
                  <a:pt x="91346" y="154781"/>
                </a:cubicBezTo>
                <a:moveTo>
                  <a:pt x="91346" y="154781"/>
                </a:moveTo>
                <a:cubicBezTo>
                  <a:pt x="94149" y="154781"/>
                  <a:pt x="96421" y="152509"/>
                  <a:pt x="96421" y="149706"/>
                </a:cubicBezTo>
                <a:cubicBezTo>
                  <a:pt x="96421" y="146903"/>
                  <a:pt x="94149" y="144631"/>
                  <a:pt x="91346" y="144631"/>
                </a:cubicBezTo>
                <a:moveTo>
                  <a:pt x="45673" y="185230"/>
                </a:moveTo>
                <a:cubicBezTo>
                  <a:pt x="42870" y="185230"/>
                  <a:pt x="40598" y="187502"/>
                  <a:pt x="40598" y="190304"/>
                </a:cubicBezTo>
                <a:cubicBezTo>
                  <a:pt x="40598" y="193107"/>
                  <a:pt x="42870" y="195379"/>
                  <a:pt x="45673" y="195379"/>
                </a:cubicBezTo>
                <a:moveTo>
                  <a:pt x="45673" y="195379"/>
                </a:moveTo>
                <a:cubicBezTo>
                  <a:pt x="48475" y="195379"/>
                  <a:pt x="50747" y="193107"/>
                  <a:pt x="50747" y="190304"/>
                </a:cubicBezTo>
                <a:cubicBezTo>
                  <a:pt x="50747" y="187502"/>
                  <a:pt x="48475" y="185230"/>
                  <a:pt x="45673" y="185230"/>
                </a:cubicBezTo>
                <a:moveTo>
                  <a:pt x="91346" y="185230"/>
                </a:moveTo>
                <a:cubicBezTo>
                  <a:pt x="88543" y="185230"/>
                  <a:pt x="86271" y="187502"/>
                  <a:pt x="86271" y="190304"/>
                </a:cubicBezTo>
                <a:cubicBezTo>
                  <a:pt x="86271" y="193107"/>
                  <a:pt x="88543" y="195379"/>
                  <a:pt x="91346" y="195379"/>
                </a:cubicBezTo>
                <a:moveTo>
                  <a:pt x="91346" y="195379"/>
                </a:moveTo>
                <a:cubicBezTo>
                  <a:pt x="94149" y="195379"/>
                  <a:pt x="96421" y="193107"/>
                  <a:pt x="96421" y="190304"/>
                </a:cubicBezTo>
                <a:cubicBezTo>
                  <a:pt x="96421" y="187502"/>
                  <a:pt x="94149" y="185230"/>
                  <a:pt x="91346" y="185230"/>
                </a:cubicBezTo>
                <a:moveTo>
                  <a:pt x="137019" y="195379"/>
                </a:moveTo>
                <a:lnTo>
                  <a:pt x="137019" y="144631"/>
                </a:lnTo>
              </a:path>
            </a:pathLst>
          </a:custGeom>
          <a:noFill/>
          <a:ln w="121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5" name="Rounded Rectangle 54"/>
          <p:cNvSpPr/>
          <p:nvPr/>
        </p:nvSpPr>
        <p:spPr>
          <a:xfrm>
            <a:off x="4699731" y="1839980"/>
            <a:ext cx="238972" cy="243590"/>
          </a:xfrm>
          <a:custGeom>
            <a:avLst/>
            <a:gdLst/>
            <a:ahLst/>
            <a:cxnLst/>
            <a:rect l="0" t="0" r="0" b="0"/>
            <a:pathLst>
              <a:path w="238972" h="243590">
                <a:moveTo>
                  <a:pt x="211182" y="28652"/>
                </a:moveTo>
                <a:cubicBezTo>
                  <a:pt x="194770" y="28652"/>
                  <a:pt x="183311" y="21060"/>
                  <a:pt x="183311" y="14331"/>
                </a:cubicBezTo>
                <a:cubicBezTo>
                  <a:pt x="183311" y="7591"/>
                  <a:pt x="194780" y="0"/>
                  <a:pt x="211182" y="0"/>
                </a:cubicBezTo>
                <a:cubicBezTo>
                  <a:pt x="227584" y="0"/>
                  <a:pt x="238972" y="7591"/>
                  <a:pt x="238972" y="14331"/>
                </a:cubicBezTo>
                <a:cubicBezTo>
                  <a:pt x="238972" y="21060"/>
                  <a:pt x="227584" y="28652"/>
                  <a:pt x="211182" y="28652"/>
                </a:cubicBezTo>
                <a:close/>
                <a:moveTo>
                  <a:pt x="125012" y="37553"/>
                </a:moveTo>
                <a:cubicBezTo>
                  <a:pt x="125012" y="31947"/>
                  <a:pt x="129556" y="27403"/>
                  <a:pt x="135162" y="27403"/>
                </a:cubicBezTo>
                <a:lnTo>
                  <a:pt x="153563" y="27403"/>
                </a:lnTo>
                <a:cubicBezTo>
                  <a:pt x="159168" y="27403"/>
                  <a:pt x="163712" y="31947"/>
                  <a:pt x="163712" y="37553"/>
                </a:cubicBezTo>
                <a:cubicBezTo>
                  <a:pt x="163712" y="43158"/>
                  <a:pt x="159168" y="47703"/>
                  <a:pt x="153563" y="47703"/>
                </a:cubicBezTo>
                <a:lnTo>
                  <a:pt x="145311" y="47703"/>
                </a:lnTo>
                <a:lnTo>
                  <a:pt x="145311" y="111645"/>
                </a:lnTo>
                <a:lnTo>
                  <a:pt x="153563" y="111645"/>
                </a:lnTo>
                <a:cubicBezTo>
                  <a:pt x="159168" y="111645"/>
                  <a:pt x="163712" y="116189"/>
                  <a:pt x="163712" y="121795"/>
                </a:cubicBezTo>
                <a:cubicBezTo>
                  <a:pt x="163712" y="127400"/>
                  <a:pt x="159168" y="131944"/>
                  <a:pt x="153563" y="131944"/>
                </a:cubicBezTo>
                <a:lnTo>
                  <a:pt x="145311" y="131944"/>
                </a:lnTo>
                <a:lnTo>
                  <a:pt x="145311" y="195887"/>
                </a:lnTo>
                <a:lnTo>
                  <a:pt x="153563" y="195887"/>
                </a:lnTo>
                <a:cubicBezTo>
                  <a:pt x="159168" y="195887"/>
                  <a:pt x="163712" y="200431"/>
                  <a:pt x="163712" y="206036"/>
                </a:cubicBezTo>
                <a:cubicBezTo>
                  <a:pt x="163712" y="211642"/>
                  <a:pt x="159168" y="216186"/>
                  <a:pt x="153563" y="216186"/>
                </a:cubicBezTo>
                <a:lnTo>
                  <a:pt x="135162" y="216186"/>
                </a:lnTo>
                <a:cubicBezTo>
                  <a:pt x="129556" y="216186"/>
                  <a:pt x="125012" y="211642"/>
                  <a:pt x="125012" y="206036"/>
                </a:cubicBezTo>
                <a:lnTo>
                  <a:pt x="125012" y="131944"/>
                </a:lnTo>
                <a:lnTo>
                  <a:pt x="112183" y="131944"/>
                </a:lnTo>
                <a:cubicBezTo>
                  <a:pt x="106577" y="131944"/>
                  <a:pt x="102033" y="127400"/>
                  <a:pt x="102033" y="121795"/>
                </a:cubicBezTo>
                <a:cubicBezTo>
                  <a:pt x="102033" y="116189"/>
                  <a:pt x="106577" y="111645"/>
                  <a:pt x="112183" y="111645"/>
                </a:cubicBezTo>
                <a:lnTo>
                  <a:pt x="125022" y="111645"/>
                </a:lnTo>
                <a:lnTo>
                  <a:pt x="125022" y="37553"/>
                </a:lnTo>
                <a:close/>
                <a:moveTo>
                  <a:pt x="84941" y="161429"/>
                </a:moveTo>
                <a:cubicBezTo>
                  <a:pt x="84941" y="170127"/>
                  <a:pt x="65891" y="177201"/>
                  <a:pt x="42476" y="177201"/>
                </a:cubicBezTo>
                <a:cubicBezTo>
                  <a:pt x="19050" y="177201"/>
                  <a:pt x="10" y="170127"/>
                  <a:pt x="10" y="161429"/>
                </a:cubicBezTo>
                <a:lnTo>
                  <a:pt x="10" y="142622"/>
                </a:lnTo>
                <a:cubicBezTo>
                  <a:pt x="10" y="142175"/>
                  <a:pt x="111" y="141749"/>
                  <a:pt x="304" y="141353"/>
                </a:cubicBezTo>
                <a:cubicBezTo>
                  <a:pt x="481" y="140975"/>
                  <a:pt x="746" y="140644"/>
                  <a:pt x="1075" y="140389"/>
                </a:cubicBezTo>
                <a:cubicBezTo>
                  <a:pt x="1803" y="139991"/>
                  <a:pt x="2682" y="139991"/>
                  <a:pt x="3410" y="140389"/>
                </a:cubicBezTo>
                <a:cubicBezTo>
                  <a:pt x="15636" y="146037"/>
                  <a:pt x="29016" y="148738"/>
                  <a:pt x="42476" y="148275"/>
                </a:cubicBezTo>
                <a:cubicBezTo>
                  <a:pt x="55935" y="148738"/>
                  <a:pt x="69315" y="146037"/>
                  <a:pt x="81541" y="140389"/>
                </a:cubicBezTo>
                <a:cubicBezTo>
                  <a:pt x="82266" y="139995"/>
                  <a:pt x="83141" y="139995"/>
                  <a:pt x="83866" y="140389"/>
                </a:cubicBezTo>
                <a:cubicBezTo>
                  <a:pt x="84199" y="140643"/>
                  <a:pt x="84467" y="140974"/>
                  <a:pt x="84647" y="141353"/>
                </a:cubicBezTo>
                <a:cubicBezTo>
                  <a:pt x="84831" y="141751"/>
                  <a:pt x="84932" y="142183"/>
                  <a:pt x="84941" y="142622"/>
                </a:cubicBezTo>
                <a:close/>
                <a:moveTo>
                  <a:pt x="0" y="121795"/>
                </a:moveTo>
                <a:lnTo>
                  <a:pt x="0" y="102977"/>
                </a:lnTo>
                <a:cubicBezTo>
                  <a:pt x="9" y="102541"/>
                  <a:pt x="113" y="102111"/>
                  <a:pt x="304" y="101719"/>
                </a:cubicBezTo>
                <a:cubicBezTo>
                  <a:pt x="481" y="101341"/>
                  <a:pt x="746" y="101010"/>
                  <a:pt x="1075" y="100754"/>
                </a:cubicBezTo>
                <a:cubicBezTo>
                  <a:pt x="1787" y="100312"/>
                  <a:pt x="2688" y="100312"/>
                  <a:pt x="3400" y="100754"/>
                </a:cubicBezTo>
                <a:cubicBezTo>
                  <a:pt x="15644" y="106357"/>
                  <a:pt x="29017" y="109055"/>
                  <a:pt x="42476" y="108641"/>
                </a:cubicBezTo>
                <a:cubicBezTo>
                  <a:pt x="55927" y="109052"/>
                  <a:pt x="69293" y="106353"/>
                  <a:pt x="81531" y="100754"/>
                </a:cubicBezTo>
                <a:cubicBezTo>
                  <a:pt x="82245" y="100308"/>
                  <a:pt x="83151" y="100308"/>
                  <a:pt x="83866" y="100754"/>
                </a:cubicBezTo>
                <a:cubicBezTo>
                  <a:pt x="84195" y="101010"/>
                  <a:pt x="84460" y="101341"/>
                  <a:pt x="84637" y="101719"/>
                </a:cubicBezTo>
                <a:cubicBezTo>
                  <a:pt x="84828" y="102111"/>
                  <a:pt x="84932" y="102541"/>
                  <a:pt x="84941" y="102977"/>
                </a:cubicBezTo>
                <a:lnTo>
                  <a:pt x="84941" y="121795"/>
                </a:lnTo>
                <a:cubicBezTo>
                  <a:pt x="84941" y="130493"/>
                  <a:pt x="65891" y="137567"/>
                  <a:pt x="42476" y="137567"/>
                </a:cubicBezTo>
                <a:cubicBezTo>
                  <a:pt x="19050" y="137567"/>
                  <a:pt x="0" y="130493"/>
                  <a:pt x="0" y="121795"/>
                </a:cubicBezTo>
                <a:close/>
                <a:moveTo>
                  <a:pt x="84941" y="82150"/>
                </a:moveTo>
                <a:cubicBezTo>
                  <a:pt x="84941" y="90869"/>
                  <a:pt x="65921" y="97923"/>
                  <a:pt x="42476" y="97923"/>
                </a:cubicBezTo>
                <a:cubicBezTo>
                  <a:pt x="19020" y="97923"/>
                  <a:pt x="10" y="90869"/>
                  <a:pt x="10" y="82160"/>
                </a:cubicBezTo>
                <a:cubicBezTo>
                  <a:pt x="10" y="73452"/>
                  <a:pt x="19010" y="66378"/>
                  <a:pt x="42476" y="66378"/>
                </a:cubicBezTo>
                <a:cubicBezTo>
                  <a:pt x="65921" y="66378"/>
                  <a:pt x="84941" y="73442"/>
                  <a:pt x="84941" y="82150"/>
                </a:cubicBezTo>
                <a:close/>
                <a:moveTo>
                  <a:pt x="238972" y="57314"/>
                </a:moveTo>
                <a:cubicBezTo>
                  <a:pt x="238972" y="64480"/>
                  <a:pt x="227584" y="71645"/>
                  <a:pt x="211182" y="71645"/>
                </a:cubicBezTo>
                <a:cubicBezTo>
                  <a:pt x="194780" y="71645"/>
                  <a:pt x="183311" y="64043"/>
                  <a:pt x="183311" y="57314"/>
                </a:cubicBezTo>
                <a:lnTo>
                  <a:pt x="183311" y="34102"/>
                </a:lnTo>
                <a:cubicBezTo>
                  <a:pt x="183327" y="33451"/>
                  <a:pt x="183681" y="32855"/>
                  <a:pt x="184245" y="32529"/>
                </a:cubicBezTo>
                <a:cubicBezTo>
                  <a:pt x="184826" y="32207"/>
                  <a:pt x="185532" y="32207"/>
                  <a:pt x="186113" y="32529"/>
                </a:cubicBezTo>
                <a:cubicBezTo>
                  <a:pt x="193715" y="36947"/>
                  <a:pt x="202391" y="39177"/>
                  <a:pt x="211182" y="38974"/>
                </a:cubicBezTo>
                <a:cubicBezTo>
                  <a:pt x="219971" y="39166"/>
                  <a:pt x="228644" y="36936"/>
                  <a:pt x="236252" y="32529"/>
                </a:cubicBezTo>
                <a:cubicBezTo>
                  <a:pt x="236800" y="32193"/>
                  <a:pt x="237486" y="32177"/>
                  <a:pt x="238049" y="32488"/>
                </a:cubicBezTo>
                <a:cubicBezTo>
                  <a:pt x="238612" y="32799"/>
                  <a:pt x="238964" y="33388"/>
                  <a:pt x="238972" y="34031"/>
                </a:cubicBezTo>
                <a:close/>
                <a:moveTo>
                  <a:pt x="238718" y="119085"/>
                </a:moveTo>
                <a:cubicBezTo>
                  <a:pt x="238880" y="119355"/>
                  <a:pt x="238967" y="119663"/>
                  <a:pt x="238972" y="119978"/>
                </a:cubicBezTo>
                <a:lnTo>
                  <a:pt x="238972" y="143261"/>
                </a:lnTo>
                <a:cubicBezTo>
                  <a:pt x="238972" y="150427"/>
                  <a:pt x="227584" y="157592"/>
                  <a:pt x="211182" y="157592"/>
                </a:cubicBezTo>
                <a:cubicBezTo>
                  <a:pt x="194770" y="157592"/>
                  <a:pt x="183311" y="149990"/>
                  <a:pt x="183311" y="143261"/>
                </a:cubicBezTo>
                <a:lnTo>
                  <a:pt x="183311" y="120049"/>
                </a:lnTo>
                <a:cubicBezTo>
                  <a:pt x="183327" y="119397"/>
                  <a:pt x="183681" y="118801"/>
                  <a:pt x="184245" y="118476"/>
                </a:cubicBezTo>
                <a:cubicBezTo>
                  <a:pt x="184824" y="118160"/>
                  <a:pt x="185524" y="118160"/>
                  <a:pt x="186102" y="118476"/>
                </a:cubicBezTo>
                <a:cubicBezTo>
                  <a:pt x="193715" y="122891"/>
                  <a:pt x="202382" y="125124"/>
                  <a:pt x="211172" y="124921"/>
                </a:cubicBezTo>
                <a:cubicBezTo>
                  <a:pt x="219966" y="125114"/>
                  <a:pt x="228643" y="122880"/>
                  <a:pt x="236252" y="118466"/>
                </a:cubicBezTo>
                <a:cubicBezTo>
                  <a:pt x="236659" y="118216"/>
                  <a:pt x="237148" y="118141"/>
                  <a:pt x="237612" y="118255"/>
                </a:cubicBezTo>
                <a:cubicBezTo>
                  <a:pt x="238075" y="118370"/>
                  <a:pt x="238473" y="118665"/>
                  <a:pt x="238718" y="119074"/>
                </a:cubicBezTo>
                <a:close/>
                <a:moveTo>
                  <a:pt x="238972" y="229258"/>
                </a:moveTo>
                <a:cubicBezTo>
                  <a:pt x="238972" y="236424"/>
                  <a:pt x="227584" y="243590"/>
                  <a:pt x="211182" y="243590"/>
                </a:cubicBezTo>
                <a:cubicBezTo>
                  <a:pt x="194780" y="243590"/>
                  <a:pt x="183311" y="235998"/>
                  <a:pt x="183311" y="229258"/>
                </a:cubicBezTo>
                <a:lnTo>
                  <a:pt x="183311" y="206046"/>
                </a:lnTo>
                <a:cubicBezTo>
                  <a:pt x="183327" y="205395"/>
                  <a:pt x="183681" y="204799"/>
                  <a:pt x="184245" y="204473"/>
                </a:cubicBezTo>
                <a:cubicBezTo>
                  <a:pt x="184827" y="204154"/>
                  <a:pt x="185531" y="204154"/>
                  <a:pt x="186113" y="204473"/>
                </a:cubicBezTo>
                <a:cubicBezTo>
                  <a:pt x="193715" y="208891"/>
                  <a:pt x="202391" y="211121"/>
                  <a:pt x="211182" y="210918"/>
                </a:cubicBezTo>
                <a:cubicBezTo>
                  <a:pt x="219971" y="211110"/>
                  <a:pt x="228644" y="208880"/>
                  <a:pt x="236252" y="204473"/>
                </a:cubicBezTo>
                <a:cubicBezTo>
                  <a:pt x="236800" y="204137"/>
                  <a:pt x="237486" y="204121"/>
                  <a:pt x="238049" y="204432"/>
                </a:cubicBezTo>
                <a:cubicBezTo>
                  <a:pt x="238612" y="204743"/>
                  <a:pt x="238964" y="205332"/>
                  <a:pt x="238972" y="205975"/>
                </a:cubicBezTo>
                <a:close/>
                <a:moveTo>
                  <a:pt x="211182" y="85946"/>
                </a:moveTo>
                <a:cubicBezTo>
                  <a:pt x="227584" y="85946"/>
                  <a:pt x="238972" y="93538"/>
                  <a:pt x="238972" y="100277"/>
                </a:cubicBezTo>
                <a:cubicBezTo>
                  <a:pt x="238972" y="107007"/>
                  <a:pt x="227584" y="114599"/>
                  <a:pt x="211182" y="114599"/>
                </a:cubicBezTo>
                <a:cubicBezTo>
                  <a:pt x="194780" y="114599"/>
                  <a:pt x="183311" y="107007"/>
                  <a:pt x="183311" y="100277"/>
                </a:cubicBezTo>
                <a:cubicBezTo>
                  <a:pt x="183311" y="93538"/>
                  <a:pt x="194770" y="85946"/>
                  <a:pt x="211182" y="85946"/>
                </a:cubicBezTo>
                <a:close/>
                <a:moveTo>
                  <a:pt x="211182" y="200606"/>
                </a:moveTo>
                <a:cubicBezTo>
                  <a:pt x="194770" y="200606"/>
                  <a:pt x="183311" y="193014"/>
                  <a:pt x="183311" y="186275"/>
                </a:cubicBezTo>
                <a:cubicBezTo>
                  <a:pt x="183311" y="179546"/>
                  <a:pt x="194780" y="171944"/>
                  <a:pt x="211182" y="171944"/>
                </a:cubicBezTo>
                <a:cubicBezTo>
                  <a:pt x="227584" y="171944"/>
                  <a:pt x="238972" y="179546"/>
                  <a:pt x="238972" y="186275"/>
                </a:cubicBezTo>
                <a:cubicBezTo>
                  <a:pt x="238972" y="193014"/>
                  <a:pt x="227584" y="200606"/>
                  <a:pt x="211182" y="200606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6" name="Rounded Rectangle 55"/>
          <p:cNvSpPr/>
          <p:nvPr/>
        </p:nvSpPr>
        <p:spPr>
          <a:xfrm>
            <a:off x="7084814" y="2668187"/>
            <a:ext cx="243590" cy="243590"/>
          </a:xfrm>
          <a:custGeom>
            <a:avLst/>
            <a:gdLst/>
            <a:ahLst/>
            <a:cxnLst/>
            <a:rect l="0" t="0" r="0" b="0"/>
            <a:pathLst>
              <a:path w="243590" h="243590">
                <a:moveTo>
                  <a:pt x="0" y="30448"/>
                </a:moveTo>
                <a:cubicBezTo>
                  <a:pt x="0" y="13632"/>
                  <a:pt x="13632" y="0"/>
                  <a:pt x="30448" y="0"/>
                </a:cubicBezTo>
                <a:cubicBezTo>
                  <a:pt x="47265" y="0"/>
                  <a:pt x="60897" y="13632"/>
                  <a:pt x="60897" y="30448"/>
                </a:cubicBezTo>
                <a:cubicBezTo>
                  <a:pt x="60897" y="47265"/>
                  <a:pt x="47265" y="60897"/>
                  <a:pt x="30448" y="60897"/>
                </a:cubicBezTo>
                <a:cubicBezTo>
                  <a:pt x="13632" y="60897"/>
                  <a:pt x="0" y="47265"/>
                  <a:pt x="0" y="30448"/>
                </a:cubicBezTo>
                <a:moveTo>
                  <a:pt x="243590" y="30448"/>
                </a:moveTo>
                <a:cubicBezTo>
                  <a:pt x="243590" y="47265"/>
                  <a:pt x="229957" y="60897"/>
                  <a:pt x="213141" y="60897"/>
                </a:cubicBezTo>
                <a:lnTo>
                  <a:pt x="111645" y="60897"/>
                </a:lnTo>
                <a:cubicBezTo>
                  <a:pt x="94829" y="60897"/>
                  <a:pt x="81196" y="47265"/>
                  <a:pt x="81196" y="30448"/>
                </a:cubicBezTo>
                <a:cubicBezTo>
                  <a:pt x="81196" y="13632"/>
                  <a:pt x="94829" y="0"/>
                  <a:pt x="111645" y="0"/>
                </a:cubicBezTo>
                <a:lnTo>
                  <a:pt x="213141" y="0"/>
                </a:lnTo>
                <a:cubicBezTo>
                  <a:pt x="229957" y="0"/>
                  <a:pt x="243590" y="13632"/>
                  <a:pt x="243590" y="30448"/>
                </a:cubicBezTo>
                <a:close/>
                <a:moveTo>
                  <a:pt x="0" y="121795"/>
                </a:moveTo>
                <a:cubicBezTo>
                  <a:pt x="0" y="104978"/>
                  <a:pt x="13632" y="91346"/>
                  <a:pt x="30448" y="91346"/>
                </a:cubicBezTo>
                <a:cubicBezTo>
                  <a:pt x="47265" y="91346"/>
                  <a:pt x="60897" y="104978"/>
                  <a:pt x="60897" y="121795"/>
                </a:cubicBezTo>
                <a:cubicBezTo>
                  <a:pt x="60897" y="138611"/>
                  <a:pt x="47265" y="152243"/>
                  <a:pt x="30448" y="152243"/>
                </a:cubicBezTo>
                <a:cubicBezTo>
                  <a:pt x="13632" y="152243"/>
                  <a:pt x="0" y="138611"/>
                  <a:pt x="0" y="121795"/>
                </a:cubicBezTo>
                <a:moveTo>
                  <a:pt x="0" y="213141"/>
                </a:moveTo>
                <a:cubicBezTo>
                  <a:pt x="0" y="196324"/>
                  <a:pt x="13632" y="182692"/>
                  <a:pt x="30448" y="182692"/>
                </a:cubicBezTo>
                <a:cubicBezTo>
                  <a:pt x="47265" y="182692"/>
                  <a:pt x="60897" y="196324"/>
                  <a:pt x="60897" y="213141"/>
                </a:cubicBezTo>
                <a:cubicBezTo>
                  <a:pt x="60897" y="229957"/>
                  <a:pt x="47265" y="243590"/>
                  <a:pt x="30448" y="243590"/>
                </a:cubicBezTo>
                <a:cubicBezTo>
                  <a:pt x="13632" y="243590"/>
                  <a:pt x="0" y="229957"/>
                  <a:pt x="0" y="213141"/>
                </a:cubicBezTo>
                <a:moveTo>
                  <a:pt x="182692" y="121795"/>
                </a:moveTo>
                <a:cubicBezTo>
                  <a:pt x="182692" y="138611"/>
                  <a:pt x="169060" y="152243"/>
                  <a:pt x="152243" y="152243"/>
                </a:cubicBezTo>
                <a:lnTo>
                  <a:pt x="111645" y="152243"/>
                </a:lnTo>
                <a:cubicBezTo>
                  <a:pt x="94829" y="152243"/>
                  <a:pt x="81196" y="138611"/>
                  <a:pt x="81196" y="121795"/>
                </a:cubicBezTo>
                <a:cubicBezTo>
                  <a:pt x="81196" y="104978"/>
                  <a:pt x="94829" y="91346"/>
                  <a:pt x="111645" y="91346"/>
                </a:cubicBezTo>
                <a:lnTo>
                  <a:pt x="152243" y="91346"/>
                </a:lnTo>
                <a:cubicBezTo>
                  <a:pt x="169060" y="91346"/>
                  <a:pt x="182692" y="104978"/>
                  <a:pt x="182692" y="121795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7" name="Rounded Rectangle 56"/>
          <p:cNvSpPr/>
          <p:nvPr/>
        </p:nvSpPr>
        <p:spPr>
          <a:xfrm>
            <a:off x="4941220" y="5102848"/>
            <a:ext cx="243590" cy="244839"/>
          </a:xfrm>
          <a:custGeom>
            <a:avLst/>
            <a:gdLst/>
            <a:ahLst/>
            <a:cxnLst/>
            <a:rect l="0" t="0" r="0" b="0"/>
            <a:pathLst>
              <a:path w="243590" h="244839">
                <a:moveTo>
                  <a:pt x="141789" y="42753"/>
                </a:moveTo>
                <a:cubicBezTo>
                  <a:pt x="141311" y="42256"/>
                  <a:pt x="140651" y="41976"/>
                  <a:pt x="139962" y="41976"/>
                </a:cubicBezTo>
                <a:cubicBezTo>
                  <a:pt x="139273" y="41976"/>
                  <a:pt x="138614" y="42256"/>
                  <a:pt x="138135" y="42753"/>
                </a:cubicBezTo>
                <a:lnTo>
                  <a:pt x="131944" y="49045"/>
                </a:lnTo>
                <a:cubicBezTo>
                  <a:pt x="127964" y="53025"/>
                  <a:pt x="121512" y="53025"/>
                  <a:pt x="117532" y="49045"/>
                </a:cubicBezTo>
                <a:cubicBezTo>
                  <a:pt x="113552" y="45066"/>
                  <a:pt x="113552" y="38613"/>
                  <a:pt x="117532" y="34633"/>
                </a:cubicBezTo>
                <a:lnTo>
                  <a:pt x="123825" y="28442"/>
                </a:lnTo>
                <a:cubicBezTo>
                  <a:pt x="124321" y="27963"/>
                  <a:pt x="124601" y="27304"/>
                  <a:pt x="124601" y="26615"/>
                </a:cubicBezTo>
                <a:cubicBezTo>
                  <a:pt x="124601" y="25926"/>
                  <a:pt x="124321" y="25266"/>
                  <a:pt x="123825" y="24788"/>
                </a:cubicBezTo>
                <a:lnTo>
                  <a:pt x="117532" y="18597"/>
                </a:lnTo>
                <a:cubicBezTo>
                  <a:pt x="113552" y="14617"/>
                  <a:pt x="113552" y="8164"/>
                  <a:pt x="117532" y="4184"/>
                </a:cubicBezTo>
                <a:cubicBezTo>
                  <a:pt x="121512" y="204"/>
                  <a:pt x="127964" y="204"/>
                  <a:pt x="131944" y="4184"/>
                </a:cubicBezTo>
                <a:lnTo>
                  <a:pt x="137729" y="10477"/>
                </a:lnTo>
                <a:cubicBezTo>
                  <a:pt x="138208" y="10973"/>
                  <a:pt x="138867" y="11253"/>
                  <a:pt x="139556" y="11253"/>
                </a:cubicBezTo>
                <a:cubicBezTo>
                  <a:pt x="140246" y="11253"/>
                  <a:pt x="140905" y="10973"/>
                  <a:pt x="141383" y="10477"/>
                </a:cubicBezTo>
                <a:lnTo>
                  <a:pt x="147575" y="4184"/>
                </a:lnTo>
                <a:cubicBezTo>
                  <a:pt x="151554" y="91"/>
                  <a:pt x="158099" y="0"/>
                  <a:pt x="162191" y="3980"/>
                </a:cubicBezTo>
                <a:cubicBezTo>
                  <a:pt x="166284" y="7960"/>
                  <a:pt x="166374" y="14505"/>
                  <a:pt x="162393" y="18597"/>
                </a:cubicBezTo>
                <a:lnTo>
                  <a:pt x="156100" y="24788"/>
                </a:lnTo>
                <a:cubicBezTo>
                  <a:pt x="155604" y="25266"/>
                  <a:pt x="155324" y="25926"/>
                  <a:pt x="155324" y="26615"/>
                </a:cubicBezTo>
                <a:cubicBezTo>
                  <a:pt x="155324" y="27304"/>
                  <a:pt x="155604" y="27963"/>
                  <a:pt x="156100" y="28442"/>
                </a:cubicBezTo>
                <a:lnTo>
                  <a:pt x="162393" y="34633"/>
                </a:lnTo>
                <a:cubicBezTo>
                  <a:pt x="166372" y="38725"/>
                  <a:pt x="166280" y="45268"/>
                  <a:pt x="162189" y="49247"/>
                </a:cubicBezTo>
                <a:cubicBezTo>
                  <a:pt x="158097" y="53226"/>
                  <a:pt x="151555" y="53136"/>
                  <a:pt x="147575" y="49045"/>
                </a:cubicBezTo>
                <a:close/>
                <a:moveTo>
                  <a:pt x="243590" y="115424"/>
                </a:moveTo>
                <a:cubicBezTo>
                  <a:pt x="243590" y="132240"/>
                  <a:pt x="229957" y="145872"/>
                  <a:pt x="213141" y="145872"/>
                </a:cubicBezTo>
                <a:cubicBezTo>
                  <a:pt x="196324" y="145872"/>
                  <a:pt x="182692" y="132240"/>
                  <a:pt x="182692" y="115424"/>
                </a:cubicBezTo>
                <a:cubicBezTo>
                  <a:pt x="182692" y="98607"/>
                  <a:pt x="196324" y="84975"/>
                  <a:pt x="213141" y="84975"/>
                </a:cubicBezTo>
                <a:cubicBezTo>
                  <a:pt x="229957" y="84975"/>
                  <a:pt x="243590" y="98607"/>
                  <a:pt x="243590" y="115424"/>
                </a:cubicBezTo>
                <a:close/>
                <a:moveTo>
                  <a:pt x="223290" y="115424"/>
                </a:moveTo>
                <a:cubicBezTo>
                  <a:pt x="223290" y="109818"/>
                  <a:pt x="218746" y="105274"/>
                  <a:pt x="213141" y="105274"/>
                </a:cubicBezTo>
                <a:cubicBezTo>
                  <a:pt x="207535" y="105274"/>
                  <a:pt x="202991" y="109818"/>
                  <a:pt x="202991" y="115424"/>
                </a:cubicBezTo>
                <a:cubicBezTo>
                  <a:pt x="202991" y="121029"/>
                  <a:pt x="207535" y="125573"/>
                  <a:pt x="213141" y="125573"/>
                </a:cubicBezTo>
                <a:cubicBezTo>
                  <a:pt x="218746" y="125573"/>
                  <a:pt x="223290" y="121029"/>
                  <a:pt x="223290" y="115424"/>
                </a:cubicBezTo>
                <a:close/>
                <a:moveTo>
                  <a:pt x="164321" y="108218"/>
                </a:moveTo>
                <a:cubicBezTo>
                  <a:pt x="162332" y="113459"/>
                  <a:pt x="156469" y="116095"/>
                  <a:pt x="151228" y="114104"/>
                </a:cubicBezTo>
                <a:cubicBezTo>
                  <a:pt x="145987" y="112115"/>
                  <a:pt x="143351" y="106252"/>
                  <a:pt x="145342" y="101011"/>
                </a:cubicBezTo>
                <a:cubicBezTo>
                  <a:pt x="156261" y="71841"/>
                  <a:pt x="176532" y="47108"/>
                  <a:pt x="202991" y="30675"/>
                </a:cubicBezTo>
                <a:cubicBezTo>
                  <a:pt x="204127" y="30309"/>
                  <a:pt x="204876" y="29227"/>
                  <a:pt x="204818" y="28036"/>
                </a:cubicBezTo>
                <a:lnTo>
                  <a:pt x="201976" y="23062"/>
                </a:lnTo>
                <a:cubicBezTo>
                  <a:pt x="200905" y="21393"/>
                  <a:pt x="200905" y="19252"/>
                  <a:pt x="201976" y="17582"/>
                </a:cubicBezTo>
                <a:cubicBezTo>
                  <a:pt x="203120" y="15969"/>
                  <a:pt x="205125" y="15207"/>
                  <a:pt x="207051" y="15653"/>
                </a:cubicBezTo>
                <a:lnTo>
                  <a:pt x="237500" y="21946"/>
                </a:lnTo>
                <a:cubicBezTo>
                  <a:pt x="239035" y="22229"/>
                  <a:pt x="240349" y="23216"/>
                  <a:pt x="241047" y="24613"/>
                </a:cubicBezTo>
                <a:cubicBezTo>
                  <a:pt x="241745" y="26009"/>
                  <a:pt x="241747" y="27653"/>
                  <a:pt x="241052" y="29051"/>
                </a:cubicBezTo>
                <a:lnTo>
                  <a:pt x="228873" y="55541"/>
                </a:lnTo>
                <a:cubicBezTo>
                  <a:pt x="228005" y="57236"/>
                  <a:pt x="226260" y="58302"/>
                  <a:pt x="224356" y="58302"/>
                </a:cubicBezTo>
                <a:cubicBezTo>
                  <a:pt x="222452" y="58302"/>
                  <a:pt x="220708" y="57236"/>
                  <a:pt x="219840" y="55541"/>
                </a:cubicBezTo>
                <a:lnTo>
                  <a:pt x="216693" y="49857"/>
                </a:lnTo>
                <a:cubicBezTo>
                  <a:pt x="216345" y="49243"/>
                  <a:pt x="215757" y="48802"/>
                  <a:pt x="215069" y="48639"/>
                </a:cubicBezTo>
                <a:cubicBezTo>
                  <a:pt x="214448" y="48406"/>
                  <a:pt x="213762" y="48406"/>
                  <a:pt x="213141" y="48639"/>
                </a:cubicBezTo>
                <a:cubicBezTo>
                  <a:pt x="190817" y="62656"/>
                  <a:pt x="173676" y="83574"/>
                  <a:pt x="164321" y="108218"/>
                </a:cubicBezTo>
                <a:close/>
                <a:moveTo>
                  <a:pt x="111645" y="143335"/>
                </a:moveTo>
                <a:lnTo>
                  <a:pt x="111645" y="178859"/>
                </a:lnTo>
                <a:cubicBezTo>
                  <a:pt x="111645" y="181661"/>
                  <a:pt x="109373" y="183933"/>
                  <a:pt x="106570" y="183933"/>
                </a:cubicBezTo>
                <a:lnTo>
                  <a:pt x="88199" y="183933"/>
                </a:lnTo>
                <a:cubicBezTo>
                  <a:pt x="86874" y="183929"/>
                  <a:pt x="85768" y="184946"/>
                  <a:pt x="85662" y="186268"/>
                </a:cubicBezTo>
                <a:lnTo>
                  <a:pt x="81196" y="240162"/>
                </a:lnTo>
                <a:cubicBezTo>
                  <a:pt x="80984" y="242805"/>
                  <a:pt x="78773" y="244839"/>
                  <a:pt x="76121" y="244831"/>
                </a:cubicBezTo>
                <a:lnTo>
                  <a:pt x="35523" y="244831"/>
                </a:lnTo>
                <a:cubicBezTo>
                  <a:pt x="32872" y="244839"/>
                  <a:pt x="30660" y="242805"/>
                  <a:pt x="30448" y="240162"/>
                </a:cubicBezTo>
                <a:lnTo>
                  <a:pt x="25982" y="186268"/>
                </a:lnTo>
                <a:cubicBezTo>
                  <a:pt x="25876" y="184946"/>
                  <a:pt x="24771" y="183929"/>
                  <a:pt x="23445" y="183933"/>
                </a:cubicBezTo>
                <a:lnTo>
                  <a:pt x="5074" y="183933"/>
                </a:lnTo>
                <a:cubicBezTo>
                  <a:pt x="2272" y="183933"/>
                  <a:pt x="0" y="181661"/>
                  <a:pt x="0" y="178859"/>
                </a:cubicBezTo>
                <a:lnTo>
                  <a:pt x="0" y="143335"/>
                </a:lnTo>
                <a:cubicBezTo>
                  <a:pt x="55" y="112528"/>
                  <a:pt x="25015" y="87568"/>
                  <a:pt x="55822" y="87512"/>
                </a:cubicBezTo>
                <a:cubicBezTo>
                  <a:pt x="86629" y="87568"/>
                  <a:pt x="111589" y="112528"/>
                  <a:pt x="111645" y="143335"/>
                </a:cubicBezTo>
                <a:close/>
                <a:moveTo>
                  <a:pt x="20299" y="41839"/>
                </a:moveTo>
                <a:cubicBezTo>
                  <a:pt x="20299" y="22220"/>
                  <a:pt x="36203" y="6316"/>
                  <a:pt x="55822" y="6316"/>
                </a:cubicBezTo>
                <a:cubicBezTo>
                  <a:pt x="75441" y="6316"/>
                  <a:pt x="91346" y="22220"/>
                  <a:pt x="91346" y="41839"/>
                </a:cubicBezTo>
                <a:cubicBezTo>
                  <a:pt x="91346" y="61458"/>
                  <a:pt x="75441" y="77363"/>
                  <a:pt x="55822" y="77363"/>
                </a:cubicBezTo>
                <a:cubicBezTo>
                  <a:pt x="36203" y="77363"/>
                  <a:pt x="20299" y="61458"/>
                  <a:pt x="20299" y="41839"/>
                </a:cubicBezTo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58" name="TextBox 57"/>
          <p:cNvSpPr txBox="1"/>
          <p:nvPr/>
        </p:nvSpPr>
        <p:spPr>
          <a:xfrm>
            <a:off x="4233915" y="880481"/>
            <a:ext cx="4398807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F669BE"/>
                </a:solidFill>
                <a:latin typeface="Roboto"/>
              </a:rPr>
              <a:t>Coding Concepts in Personal Gym Trainer
Development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95148" y="2708785"/>
            <a:ext cx="79166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Functions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324" y="3317761"/>
            <a:ext cx="77948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Coding
Concepts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75021" y="5144687"/>
            <a:ext cx="188782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Conditional Statements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9129" y="1880579"/>
            <a:ext cx="73077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Variables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18145" y="2863059"/>
            <a:ext cx="377564" cy="377564"/>
          </a:xfrm>
          <a:custGeom>
            <a:avLst/>
            <a:gdLst/>
            <a:ahLst/>
            <a:cxnLst/>
            <a:rect l="0" t="0" r="0" b="0"/>
            <a:pathLst>
              <a:path w="377564" h="377564">
                <a:moveTo>
                  <a:pt x="0" y="0"/>
                </a:moveTo>
                <a:moveTo>
                  <a:pt x="115297" y="94188"/>
                </a:moveTo>
                <a:lnTo>
                  <a:pt x="74699" y="136410"/>
                </a:lnTo>
                <a:lnTo>
                  <a:pt x="115297" y="180256"/>
                </a:lnTo>
                <a:moveTo>
                  <a:pt x="0" y="0"/>
                </a:moveTo>
                <a:moveTo>
                  <a:pt x="243588" y="180256"/>
                </a:moveTo>
                <a:lnTo>
                  <a:pt x="284186" y="136410"/>
                </a:lnTo>
                <a:lnTo>
                  <a:pt x="243588" y="94188"/>
                </a:lnTo>
                <a:moveTo>
                  <a:pt x="201367" y="79572"/>
                </a:moveTo>
                <a:lnTo>
                  <a:pt x="157520" y="193248"/>
                </a:lnTo>
                <a:moveTo>
                  <a:pt x="296368" y="377564"/>
                </a:moveTo>
                <a:cubicBezTo>
                  <a:pt x="296368" y="377564"/>
                  <a:pt x="288248" y="353205"/>
                  <a:pt x="224914" y="351581"/>
                </a:cubicBezTo>
                <a:cubicBezTo>
                  <a:pt x="220043" y="351581"/>
                  <a:pt x="215171" y="348333"/>
                  <a:pt x="215171" y="343462"/>
                </a:cubicBezTo>
                <a:lnTo>
                  <a:pt x="215171" y="249273"/>
                </a:lnTo>
                <a:cubicBezTo>
                  <a:pt x="215171" y="244402"/>
                  <a:pt x="220043" y="241154"/>
                  <a:pt x="226538" y="241154"/>
                </a:cubicBezTo>
                <a:cubicBezTo>
                  <a:pt x="288248" y="244402"/>
                  <a:pt x="296368" y="267137"/>
                  <a:pt x="296368" y="267137"/>
                </a:cubicBezTo>
                <a:close/>
                <a:moveTo>
                  <a:pt x="296368" y="267137"/>
                </a:moveTo>
                <a:cubicBezTo>
                  <a:pt x="296368" y="267137"/>
                  <a:pt x="304487" y="244402"/>
                  <a:pt x="366197" y="241154"/>
                </a:cubicBezTo>
                <a:cubicBezTo>
                  <a:pt x="372692" y="241154"/>
                  <a:pt x="377564" y="244402"/>
                  <a:pt x="377564" y="249273"/>
                </a:cubicBezTo>
                <a:lnTo>
                  <a:pt x="377564" y="343462"/>
                </a:lnTo>
                <a:cubicBezTo>
                  <a:pt x="377564" y="348333"/>
                  <a:pt x="372692" y="351581"/>
                  <a:pt x="367821" y="351581"/>
                </a:cubicBezTo>
                <a:cubicBezTo>
                  <a:pt x="304487" y="353205"/>
                  <a:pt x="296368" y="377564"/>
                  <a:pt x="296368" y="377564"/>
                </a:cubicBezTo>
                <a:moveTo>
                  <a:pt x="161580" y="280128"/>
                </a:moveTo>
                <a:lnTo>
                  <a:pt x="34914" y="280128"/>
                </a:lnTo>
                <a:cubicBezTo>
                  <a:pt x="21922" y="280128"/>
                  <a:pt x="12179" y="270385"/>
                  <a:pt x="12179" y="257393"/>
                </a:cubicBezTo>
                <a:lnTo>
                  <a:pt x="12179" y="34914"/>
                </a:lnTo>
                <a:cubicBezTo>
                  <a:pt x="12179" y="21923"/>
                  <a:pt x="21922" y="12179"/>
                  <a:pt x="34914" y="12179"/>
                </a:cubicBezTo>
                <a:lnTo>
                  <a:pt x="323974" y="12179"/>
                </a:lnTo>
                <a:cubicBezTo>
                  <a:pt x="336966" y="12179"/>
                  <a:pt x="346709" y="21923"/>
                  <a:pt x="346709" y="34914"/>
                </a:cubicBezTo>
                <a:lnTo>
                  <a:pt x="346709" y="197308"/>
                </a:lnTo>
                <a:moveTo>
                  <a:pt x="0" y="0"/>
                </a:moveTo>
                <a:moveTo>
                  <a:pt x="140469" y="280128"/>
                </a:moveTo>
                <a:lnTo>
                  <a:pt x="129102" y="345086"/>
                </a:lnTo>
                <a:moveTo>
                  <a:pt x="157520" y="345086"/>
                </a:moveTo>
                <a:lnTo>
                  <a:pt x="112863" y="345086"/>
                </a:lnTo>
              </a:path>
            </a:pathLst>
          </a:custGeom>
          <a:noFill/>
          <a:ln w="1217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4" name="Rounded Rectangle 63"/>
          <p:cNvSpPr/>
          <p:nvPr/>
        </p:nvSpPr>
        <p:spPr>
          <a:xfrm>
            <a:off x="3918143" y="987416"/>
            <a:ext cx="235977" cy="235977"/>
          </a:xfrm>
          <a:custGeom>
            <a:avLst/>
            <a:gdLst/>
            <a:ahLst/>
            <a:cxnLst/>
            <a:rect l="0" t="0" r="0" b="0"/>
            <a:pathLst>
              <a:path w="235977" h="235977">
                <a:moveTo>
                  <a:pt x="0" y="0"/>
                </a:moveTo>
                <a:moveTo>
                  <a:pt x="72061" y="58867"/>
                </a:moveTo>
                <a:lnTo>
                  <a:pt x="46687" y="85256"/>
                </a:lnTo>
                <a:lnTo>
                  <a:pt x="72061" y="112660"/>
                </a:lnTo>
                <a:moveTo>
                  <a:pt x="0" y="0"/>
                </a:moveTo>
                <a:moveTo>
                  <a:pt x="152242" y="112660"/>
                </a:moveTo>
                <a:lnTo>
                  <a:pt x="177616" y="85256"/>
                </a:lnTo>
                <a:lnTo>
                  <a:pt x="152242" y="58867"/>
                </a:lnTo>
                <a:moveTo>
                  <a:pt x="125854" y="49732"/>
                </a:moveTo>
                <a:lnTo>
                  <a:pt x="98450" y="120780"/>
                </a:lnTo>
                <a:moveTo>
                  <a:pt x="185230" y="235977"/>
                </a:moveTo>
                <a:cubicBezTo>
                  <a:pt x="185230" y="235977"/>
                  <a:pt x="180155" y="220753"/>
                  <a:pt x="140571" y="219738"/>
                </a:cubicBezTo>
                <a:cubicBezTo>
                  <a:pt x="137526" y="219738"/>
                  <a:pt x="134482" y="217708"/>
                  <a:pt x="134482" y="214663"/>
                </a:cubicBezTo>
                <a:lnTo>
                  <a:pt x="134482" y="155796"/>
                </a:lnTo>
                <a:cubicBezTo>
                  <a:pt x="134482" y="152751"/>
                  <a:pt x="137526" y="150721"/>
                  <a:pt x="141586" y="150721"/>
                </a:cubicBezTo>
                <a:cubicBezTo>
                  <a:pt x="180155" y="152751"/>
                  <a:pt x="185230" y="166960"/>
                  <a:pt x="185230" y="166960"/>
                </a:cubicBezTo>
                <a:close/>
                <a:moveTo>
                  <a:pt x="185230" y="166960"/>
                </a:moveTo>
                <a:cubicBezTo>
                  <a:pt x="185230" y="166960"/>
                  <a:pt x="190304" y="152751"/>
                  <a:pt x="228873" y="150721"/>
                </a:cubicBezTo>
                <a:cubicBezTo>
                  <a:pt x="232933" y="150721"/>
                  <a:pt x="235977" y="152751"/>
                  <a:pt x="235977" y="155796"/>
                </a:cubicBezTo>
                <a:lnTo>
                  <a:pt x="235977" y="214663"/>
                </a:lnTo>
                <a:cubicBezTo>
                  <a:pt x="235977" y="217708"/>
                  <a:pt x="232933" y="219738"/>
                  <a:pt x="229888" y="219738"/>
                </a:cubicBezTo>
                <a:cubicBezTo>
                  <a:pt x="190304" y="220753"/>
                  <a:pt x="185230" y="235977"/>
                  <a:pt x="185230" y="235977"/>
                </a:cubicBezTo>
                <a:moveTo>
                  <a:pt x="100987" y="175080"/>
                </a:moveTo>
                <a:lnTo>
                  <a:pt x="21821" y="175080"/>
                </a:lnTo>
                <a:cubicBezTo>
                  <a:pt x="13701" y="175080"/>
                  <a:pt x="7612" y="168990"/>
                  <a:pt x="7612" y="160871"/>
                </a:cubicBezTo>
                <a:lnTo>
                  <a:pt x="7612" y="21821"/>
                </a:lnTo>
                <a:cubicBezTo>
                  <a:pt x="7612" y="13701"/>
                  <a:pt x="13701" y="7612"/>
                  <a:pt x="21821" y="7612"/>
                </a:cubicBezTo>
                <a:lnTo>
                  <a:pt x="202484" y="7612"/>
                </a:lnTo>
                <a:cubicBezTo>
                  <a:pt x="210604" y="7612"/>
                  <a:pt x="216693" y="13701"/>
                  <a:pt x="216693" y="21821"/>
                </a:cubicBezTo>
                <a:lnTo>
                  <a:pt x="216693" y="123317"/>
                </a:lnTo>
                <a:moveTo>
                  <a:pt x="0" y="0"/>
                </a:moveTo>
                <a:moveTo>
                  <a:pt x="87793" y="175080"/>
                </a:moveTo>
                <a:lnTo>
                  <a:pt x="80688" y="215678"/>
                </a:lnTo>
                <a:moveTo>
                  <a:pt x="70539" y="215678"/>
                </a:moveTo>
                <a:lnTo>
                  <a:pt x="98450" y="215678"/>
                </a:lnTo>
              </a:path>
            </a:pathLst>
          </a:custGeom>
          <a:noFill/>
          <a:ln w="1217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65" name="Date Placeholder 64">
            <a:extLst>
              <a:ext uri="{FF2B5EF4-FFF2-40B4-BE49-F238E27FC236}">
                <a16:creationId xmlns:a16="http://schemas.microsoft.com/office/drawing/2014/main" id="{62152FC3-8B65-9D26-AC69-E2290FCB4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6B75-BBF6-4427-B62B-12559F62CEF8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6" name="Footer Placeholder 65">
            <a:extLst>
              <a:ext uri="{FF2B5EF4-FFF2-40B4-BE49-F238E27FC236}">
                <a16:creationId xmlns:a16="http://schemas.microsoft.com/office/drawing/2014/main" id="{D3AA4E4F-E7A6-DDAA-2C18-07AFA1F8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67" name="Slide Number Placeholder 66">
            <a:extLst>
              <a:ext uri="{FF2B5EF4-FFF2-40B4-BE49-F238E27FC236}">
                <a16:creationId xmlns:a16="http://schemas.microsoft.com/office/drawing/2014/main" id="{CECD7604-4332-CE8C-CEAF-5D9BB6E4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41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388967" y="1670986"/>
            <a:ext cx="3414066" cy="3345854"/>
            <a:chOff x="2137587" y="1191795"/>
            <a:chExt cx="3414066" cy="3345854"/>
          </a:xfrm>
        </p:grpSpPr>
        <p:sp>
          <p:nvSpPr>
            <p:cNvPr id="2" name="Rounded Rectangle 1"/>
            <p:cNvSpPr/>
            <p:nvPr/>
          </p:nvSpPr>
          <p:spPr>
            <a:xfrm>
              <a:off x="2137587" y="1191795"/>
              <a:ext cx="3414065" cy="3345854"/>
            </a:xfrm>
            <a:custGeom>
              <a:avLst/>
              <a:gdLst/>
              <a:ahLst/>
              <a:cxnLst/>
              <a:rect l="0" t="0" r="0" b="0"/>
              <a:pathLst>
                <a:path w="3414065" h="3345854">
                  <a:moveTo>
                    <a:pt x="673846" y="927455"/>
                  </a:moveTo>
                  <a:lnTo>
                    <a:pt x="674875" y="927647"/>
                  </a:lnTo>
                  <a:cubicBezTo>
                    <a:pt x="510977" y="1144362"/>
                    <a:pt x="413762" y="1414307"/>
                    <a:pt x="413762" y="1706958"/>
                  </a:cubicBezTo>
                  <a:cubicBezTo>
                    <a:pt x="413762" y="1754123"/>
                    <a:pt x="416287" y="1800695"/>
                    <a:pt x="421209" y="1846552"/>
                  </a:cubicBezTo>
                  <a:cubicBezTo>
                    <a:pt x="275223" y="1846375"/>
                    <a:pt x="134173" y="1813120"/>
                    <a:pt x="965" y="1754269"/>
                  </a:cubicBezTo>
                  <a:cubicBezTo>
                    <a:pt x="0" y="1720199"/>
                    <a:pt x="66" y="1686221"/>
                    <a:pt x="1144" y="1652382"/>
                  </a:cubicBezTo>
                  <a:lnTo>
                    <a:pt x="809" y="1652397"/>
                  </a:lnTo>
                  <a:cubicBezTo>
                    <a:pt x="12500" y="1280088"/>
                    <a:pt x="143418" y="937835"/>
                    <a:pt x="356649" y="662556"/>
                  </a:cubicBezTo>
                  <a:cubicBezTo>
                    <a:pt x="498287" y="692185"/>
                    <a:pt x="631898" y="751863"/>
                    <a:pt x="748421" y="837455"/>
                  </a:cubicBezTo>
                  <a:cubicBezTo>
                    <a:pt x="722132" y="866381"/>
                    <a:pt x="697126" y="896637"/>
                    <a:pt x="673846" y="927455"/>
                  </a:cubicBezTo>
                  <a:close/>
                  <a:moveTo>
                    <a:pt x="1706914" y="413808"/>
                  </a:moveTo>
                  <a:cubicBezTo>
                    <a:pt x="1558793" y="413808"/>
                    <a:pt x="1416485" y="438712"/>
                    <a:pt x="1283957" y="484561"/>
                  </a:cubicBezTo>
                  <a:lnTo>
                    <a:pt x="1284011" y="484145"/>
                  </a:lnTo>
                  <a:cubicBezTo>
                    <a:pt x="1247511" y="496761"/>
                    <a:pt x="1211396" y="511091"/>
                    <a:pt x="1175780" y="527152"/>
                  </a:cubicBezTo>
                  <a:cubicBezTo>
                    <a:pt x="1130708" y="388190"/>
                    <a:pt x="1118659" y="243686"/>
                    <a:pt x="1133429" y="98724"/>
                  </a:cubicBezTo>
                  <a:cubicBezTo>
                    <a:pt x="1312668" y="34805"/>
                    <a:pt x="1505723" y="0"/>
                    <a:pt x="1706914" y="0"/>
                  </a:cubicBezTo>
                  <a:cubicBezTo>
                    <a:pt x="1871482" y="0"/>
                    <a:pt x="2030613" y="23289"/>
                    <a:pt x="2181195" y="66752"/>
                  </a:cubicBezTo>
                  <a:lnTo>
                    <a:pt x="2181095" y="66999"/>
                  </a:lnTo>
                  <a:cubicBezTo>
                    <a:pt x="2213619" y="76433"/>
                    <a:pt x="2245951" y="86869"/>
                    <a:pt x="2278053" y="98316"/>
                  </a:cubicBezTo>
                  <a:cubicBezTo>
                    <a:pt x="2292870" y="243227"/>
                    <a:pt x="2280898" y="387686"/>
                    <a:pt x="2235925" y="526614"/>
                  </a:cubicBezTo>
                  <a:cubicBezTo>
                    <a:pt x="2074440" y="454128"/>
                    <a:pt x="1895387" y="413808"/>
                    <a:pt x="1706914" y="413808"/>
                  </a:cubicBezTo>
                  <a:close/>
                  <a:moveTo>
                    <a:pt x="3413019" y="1652382"/>
                  </a:moveTo>
                  <a:lnTo>
                    <a:pt x="3412919" y="1652374"/>
                  </a:lnTo>
                  <a:cubicBezTo>
                    <a:pt x="3414003" y="1686221"/>
                    <a:pt x="3414065" y="1720199"/>
                    <a:pt x="3413104" y="1754269"/>
                  </a:cubicBezTo>
                  <a:cubicBezTo>
                    <a:pt x="3279823" y="1813151"/>
                    <a:pt x="3138691" y="1846414"/>
                    <a:pt x="2992615" y="1846552"/>
                  </a:cubicBezTo>
                  <a:cubicBezTo>
                    <a:pt x="2997536" y="1800695"/>
                    <a:pt x="3000066" y="1754123"/>
                    <a:pt x="3000066" y="1706958"/>
                  </a:cubicBezTo>
                  <a:cubicBezTo>
                    <a:pt x="3000066" y="1371964"/>
                    <a:pt x="2872682" y="1066718"/>
                    <a:pt x="2663710" y="837017"/>
                  </a:cubicBezTo>
                  <a:cubicBezTo>
                    <a:pt x="2780406" y="751425"/>
                    <a:pt x="2914210" y="691811"/>
                    <a:pt x="3056034" y="662316"/>
                  </a:cubicBezTo>
                  <a:cubicBezTo>
                    <a:pt x="3076841" y="689315"/>
                    <a:pt x="3098831" y="719578"/>
                    <a:pt x="3117854" y="747594"/>
                  </a:cubicBezTo>
                  <a:lnTo>
                    <a:pt x="3118569" y="747010"/>
                  </a:lnTo>
                  <a:cubicBezTo>
                    <a:pt x="3295370" y="1006498"/>
                    <a:pt x="3402493" y="1317264"/>
                    <a:pt x="3413019" y="1652382"/>
                  </a:cubicBezTo>
                  <a:close/>
                  <a:moveTo>
                    <a:pt x="1212780" y="3341302"/>
                  </a:moveTo>
                  <a:cubicBezTo>
                    <a:pt x="1186906" y="3333436"/>
                    <a:pt x="1159926" y="3324594"/>
                    <a:pt x="1134883" y="3315706"/>
                  </a:cubicBezTo>
                  <a:cubicBezTo>
                    <a:pt x="825131" y="3205561"/>
                    <a:pt x="556579" y="3008491"/>
                    <a:pt x="358579" y="2753847"/>
                  </a:cubicBezTo>
                  <a:lnTo>
                    <a:pt x="358953" y="2753609"/>
                  </a:lnTo>
                  <a:cubicBezTo>
                    <a:pt x="338186" y="2726859"/>
                    <a:pt x="316201" y="2696587"/>
                    <a:pt x="296954" y="2668453"/>
                  </a:cubicBezTo>
                  <a:cubicBezTo>
                    <a:pt x="368830" y="2542692"/>
                    <a:pt x="466874" y="2433854"/>
                    <a:pt x="584336" y="2349321"/>
                  </a:cubicBezTo>
                  <a:cubicBezTo>
                    <a:pt x="746429" y="2631984"/>
                    <a:pt x="1012205" y="2847584"/>
                    <a:pt x="1329799" y="2944257"/>
                  </a:cubicBezTo>
                  <a:lnTo>
                    <a:pt x="1329799" y="2944257"/>
                  </a:lnTo>
                  <a:cubicBezTo>
                    <a:pt x="1366745" y="2955507"/>
                    <a:pt x="1404759" y="2965287"/>
                    <a:pt x="1443027" y="2973230"/>
                  </a:cubicBezTo>
                  <a:cubicBezTo>
                    <a:pt x="1398954" y="3111332"/>
                    <a:pt x="1325670" y="3238454"/>
                    <a:pt x="1228119" y="3345854"/>
                  </a:cubicBezTo>
                  <a:cubicBezTo>
                    <a:pt x="1222999" y="3344362"/>
                    <a:pt x="1217885" y="3342840"/>
                    <a:pt x="1212780" y="3341302"/>
                  </a:cubicBezTo>
                  <a:close/>
                  <a:moveTo>
                    <a:pt x="2285850" y="3313237"/>
                  </a:moveTo>
                  <a:cubicBezTo>
                    <a:pt x="2253994" y="3324717"/>
                    <a:pt x="2221700" y="3335274"/>
                    <a:pt x="2188999" y="3344885"/>
                  </a:cubicBezTo>
                  <a:cubicBezTo>
                    <a:pt x="2091710" y="3236217"/>
                    <a:pt x="2016419" y="3112132"/>
                    <a:pt x="1971162" y="2973091"/>
                  </a:cubicBezTo>
                  <a:cubicBezTo>
                    <a:pt x="2338427" y="2896832"/>
                    <a:pt x="2648617" y="2664801"/>
                    <a:pt x="2829562" y="2349198"/>
                  </a:cubicBezTo>
                  <a:cubicBezTo>
                    <a:pt x="2947096" y="2433754"/>
                    <a:pt x="3045200" y="2542630"/>
                    <a:pt x="3117108" y="2668453"/>
                  </a:cubicBezTo>
                  <a:cubicBezTo>
                    <a:pt x="3097862" y="2696587"/>
                    <a:pt x="3075879" y="2726851"/>
                    <a:pt x="3055111" y="2753601"/>
                  </a:cubicBezTo>
                  <a:lnTo>
                    <a:pt x="3055327" y="2753739"/>
                  </a:lnTo>
                  <a:cubicBezTo>
                    <a:pt x="2858796" y="3006546"/>
                    <a:pt x="2592733" y="3202608"/>
                    <a:pt x="2285850" y="331323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137587" y="1191795"/>
              <a:ext cx="3414066" cy="3345854"/>
            </a:xfrm>
            <a:custGeom>
              <a:avLst/>
              <a:gdLst/>
              <a:ahLst/>
              <a:cxnLst/>
              <a:rect l="0" t="0" r="0" b="0"/>
              <a:pathLst>
                <a:path w="3414066" h="3345854">
                  <a:moveTo>
                    <a:pt x="673846" y="927454"/>
                  </a:moveTo>
                  <a:lnTo>
                    <a:pt x="674875" y="927649"/>
                  </a:lnTo>
                  <a:cubicBezTo>
                    <a:pt x="510977" y="1144359"/>
                    <a:pt x="413762" y="1414306"/>
                    <a:pt x="413762" y="1706958"/>
                  </a:cubicBezTo>
                  <a:cubicBezTo>
                    <a:pt x="413762" y="1754122"/>
                    <a:pt x="416287" y="1800697"/>
                    <a:pt x="421209" y="1846553"/>
                  </a:cubicBezTo>
                  <a:cubicBezTo>
                    <a:pt x="275223" y="1846376"/>
                    <a:pt x="134173" y="1813124"/>
                    <a:pt x="965" y="1754268"/>
                  </a:cubicBezTo>
                  <a:cubicBezTo>
                    <a:pt x="0" y="1720198"/>
                    <a:pt x="66" y="1686222"/>
                    <a:pt x="1144" y="1652379"/>
                  </a:cubicBezTo>
                  <a:lnTo>
                    <a:pt x="809" y="1652398"/>
                  </a:lnTo>
                  <a:cubicBezTo>
                    <a:pt x="12500" y="1280084"/>
                    <a:pt x="143418" y="937833"/>
                    <a:pt x="356649" y="662556"/>
                  </a:cubicBezTo>
                  <a:cubicBezTo>
                    <a:pt x="498287" y="692185"/>
                    <a:pt x="631898" y="751863"/>
                    <a:pt x="748421" y="837459"/>
                  </a:cubicBezTo>
                  <a:cubicBezTo>
                    <a:pt x="722132" y="866380"/>
                    <a:pt x="697126" y="896639"/>
                    <a:pt x="673846" y="927454"/>
                  </a:cubicBezTo>
                  <a:close/>
                  <a:moveTo>
                    <a:pt x="1706913" y="413808"/>
                  </a:moveTo>
                  <a:cubicBezTo>
                    <a:pt x="1558790" y="413808"/>
                    <a:pt x="1416485" y="438712"/>
                    <a:pt x="1283956" y="484561"/>
                  </a:cubicBezTo>
                  <a:lnTo>
                    <a:pt x="1284009" y="484145"/>
                  </a:lnTo>
                  <a:cubicBezTo>
                    <a:pt x="1247514" y="496761"/>
                    <a:pt x="1211400" y="511091"/>
                    <a:pt x="1175777" y="527152"/>
                  </a:cubicBezTo>
                  <a:cubicBezTo>
                    <a:pt x="1130704" y="388190"/>
                    <a:pt x="1118663" y="243686"/>
                    <a:pt x="1133432" y="98724"/>
                  </a:cubicBezTo>
                  <a:cubicBezTo>
                    <a:pt x="1312668" y="34805"/>
                    <a:pt x="1505726" y="0"/>
                    <a:pt x="1706913" y="0"/>
                  </a:cubicBezTo>
                  <a:cubicBezTo>
                    <a:pt x="1871485" y="0"/>
                    <a:pt x="2030616" y="23289"/>
                    <a:pt x="2181192" y="66752"/>
                  </a:cubicBezTo>
                  <a:lnTo>
                    <a:pt x="2181096" y="66999"/>
                  </a:lnTo>
                  <a:cubicBezTo>
                    <a:pt x="2213616" y="76433"/>
                    <a:pt x="2245950" y="86869"/>
                    <a:pt x="2278054" y="98316"/>
                  </a:cubicBezTo>
                  <a:cubicBezTo>
                    <a:pt x="2292869" y="243227"/>
                    <a:pt x="2280897" y="387686"/>
                    <a:pt x="2235926" y="526614"/>
                  </a:cubicBezTo>
                  <a:cubicBezTo>
                    <a:pt x="2074442" y="454128"/>
                    <a:pt x="1895386" y="413808"/>
                    <a:pt x="1706913" y="413808"/>
                  </a:cubicBezTo>
                  <a:close/>
                  <a:moveTo>
                    <a:pt x="3413016" y="1652382"/>
                  </a:moveTo>
                  <a:lnTo>
                    <a:pt x="3412922" y="1652377"/>
                  </a:lnTo>
                  <a:cubicBezTo>
                    <a:pt x="3414000" y="1686220"/>
                    <a:pt x="3414066" y="1720197"/>
                    <a:pt x="3413101" y="1754266"/>
                  </a:cubicBezTo>
                  <a:cubicBezTo>
                    <a:pt x="3279820" y="1813154"/>
                    <a:pt x="3138688" y="1846411"/>
                    <a:pt x="2992617" y="1846551"/>
                  </a:cubicBezTo>
                  <a:cubicBezTo>
                    <a:pt x="2997538" y="1800695"/>
                    <a:pt x="3000064" y="1754122"/>
                    <a:pt x="3000064" y="1706958"/>
                  </a:cubicBezTo>
                  <a:cubicBezTo>
                    <a:pt x="3000064" y="1371961"/>
                    <a:pt x="2872681" y="1066715"/>
                    <a:pt x="2663710" y="837015"/>
                  </a:cubicBezTo>
                  <a:cubicBezTo>
                    <a:pt x="2780407" y="751425"/>
                    <a:pt x="2914210" y="691811"/>
                    <a:pt x="3056030" y="662316"/>
                  </a:cubicBezTo>
                  <a:cubicBezTo>
                    <a:pt x="3076841" y="689315"/>
                    <a:pt x="3098833" y="719578"/>
                    <a:pt x="3117856" y="747594"/>
                  </a:cubicBezTo>
                  <a:lnTo>
                    <a:pt x="3118570" y="747010"/>
                  </a:lnTo>
                  <a:cubicBezTo>
                    <a:pt x="3295369" y="1006499"/>
                    <a:pt x="3402490" y="1317262"/>
                    <a:pt x="3413016" y="1652382"/>
                  </a:cubicBezTo>
                  <a:close/>
                  <a:moveTo>
                    <a:pt x="1212784" y="3341303"/>
                  </a:moveTo>
                  <a:cubicBezTo>
                    <a:pt x="1186910" y="3333439"/>
                    <a:pt x="1159923" y="3324596"/>
                    <a:pt x="1134881" y="3315709"/>
                  </a:cubicBezTo>
                  <a:cubicBezTo>
                    <a:pt x="825129" y="3205561"/>
                    <a:pt x="556579" y="3008491"/>
                    <a:pt x="358579" y="2753845"/>
                  </a:cubicBezTo>
                  <a:lnTo>
                    <a:pt x="358953" y="2753605"/>
                  </a:lnTo>
                  <a:cubicBezTo>
                    <a:pt x="338186" y="2726856"/>
                    <a:pt x="316201" y="2696588"/>
                    <a:pt x="296954" y="2668453"/>
                  </a:cubicBezTo>
                  <a:cubicBezTo>
                    <a:pt x="368830" y="2542688"/>
                    <a:pt x="466874" y="2433857"/>
                    <a:pt x="584336" y="2349320"/>
                  </a:cubicBezTo>
                  <a:cubicBezTo>
                    <a:pt x="746429" y="2631980"/>
                    <a:pt x="1012205" y="2847584"/>
                    <a:pt x="1329798" y="2944259"/>
                  </a:cubicBezTo>
                  <a:lnTo>
                    <a:pt x="1329798" y="2944259"/>
                  </a:lnTo>
                  <a:cubicBezTo>
                    <a:pt x="1366745" y="2955506"/>
                    <a:pt x="1404761" y="2965287"/>
                    <a:pt x="1443029" y="2973233"/>
                  </a:cubicBezTo>
                  <a:cubicBezTo>
                    <a:pt x="1398956" y="3111334"/>
                    <a:pt x="1325671" y="3238453"/>
                    <a:pt x="1228116" y="3345854"/>
                  </a:cubicBezTo>
                  <a:cubicBezTo>
                    <a:pt x="1222996" y="3344360"/>
                    <a:pt x="1217885" y="3342843"/>
                    <a:pt x="1212784" y="3341303"/>
                  </a:cubicBezTo>
                  <a:close/>
                  <a:moveTo>
                    <a:pt x="2285850" y="3313236"/>
                  </a:moveTo>
                  <a:cubicBezTo>
                    <a:pt x="2253996" y="3324719"/>
                    <a:pt x="2221701" y="3335274"/>
                    <a:pt x="2189000" y="3344884"/>
                  </a:cubicBezTo>
                  <a:cubicBezTo>
                    <a:pt x="2091713" y="3236217"/>
                    <a:pt x="2016420" y="3112132"/>
                    <a:pt x="1971162" y="2973087"/>
                  </a:cubicBezTo>
                  <a:cubicBezTo>
                    <a:pt x="2338424" y="2896830"/>
                    <a:pt x="2648621" y="2664804"/>
                    <a:pt x="2829561" y="2349197"/>
                  </a:cubicBezTo>
                  <a:cubicBezTo>
                    <a:pt x="2947099" y="2433751"/>
                    <a:pt x="3045202" y="2542626"/>
                    <a:pt x="3117112" y="2668451"/>
                  </a:cubicBezTo>
                  <a:cubicBezTo>
                    <a:pt x="3097865" y="2696585"/>
                    <a:pt x="3075879" y="2726854"/>
                    <a:pt x="3055113" y="2753603"/>
                  </a:cubicBezTo>
                  <a:lnTo>
                    <a:pt x="3055328" y="2753742"/>
                  </a:lnTo>
                  <a:cubicBezTo>
                    <a:pt x="2858793" y="3006543"/>
                    <a:pt x="2592730" y="3202611"/>
                    <a:pt x="2285850" y="3313236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982818" y="3035161"/>
            <a:ext cx="2214433" cy="369072"/>
            <a:chOff x="2737284" y="361383"/>
            <a:chExt cx="2214433" cy="369072"/>
          </a:xfrm>
        </p:grpSpPr>
        <p:sp>
          <p:nvSpPr>
            <p:cNvPr id="20" name="Rounded Rectangle 19"/>
            <p:cNvSpPr/>
            <p:nvPr/>
          </p:nvSpPr>
          <p:spPr>
            <a:xfrm>
              <a:off x="2737284" y="361383"/>
              <a:ext cx="2214433" cy="369072"/>
            </a:xfrm>
            <a:custGeom>
              <a:avLst/>
              <a:gdLst/>
              <a:ahLst/>
              <a:cxnLst/>
              <a:rect l="0" t="0" r="0" b="0"/>
              <a:pathLst>
                <a:path w="2214433" h="369072">
                  <a:moveTo>
                    <a:pt x="92268" y="0"/>
                  </a:moveTo>
                  <a:lnTo>
                    <a:pt x="2122165" y="0"/>
                  </a:lnTo>
                  <a:cubicBezTo>
                    <a:pt x="2122165" y="0"/>
                    <a:pt x="2214433" y="0"/>
                    <a:pt x="2214433" y="92268"/>
                  </a:cubicBezTo>
                  <a:lnTo>
                    <a:pt x="2214433" y="276804"/>
                  </a:lnTo>
                  <a:cubicBezTo>
                    <a:pt x="2214433" y="276804"/>
                    <a:pt x="2214433" y="369072"/>
                    <a:pt x="2122165" y="369072"/>
                  </a:cubicBezTo>
                  <a:lnTo>
                    <a:pt x="92268" y="369072"/>
                  </a:lnTo>
                  <a:cubicBezTo>
                    <a:pt x="92268" y="369072"/>
                    <a:pt x="0" y="369072"/>
                    <a:pt x="0" y="276804"/>
                  </a:cubicBezTo>
                  <a:lnTo>
                    <a:pt x="0" y="92268"/>
                  </a:lnTo>
                  <a:cubicBezTo>
                    <a:pt x="0" y="92268"/>
                    <a:pt x="0" y="0"/>
                    <a:pt x="92268" y="0"/>
                  </a:cubicBezTo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737284" y="361383"/>
              <a:ext cx="2214433" cy="369072"/>
            </a:xfrm>
            <a:custGeom>
              <a:avLst/>
              <a:gdLst/>
              <a:ahLst/>
              <a:cxnLst/>
              <a:rect l="0" t="0" r="0" b="0"/>
              <a:pathLst>
                <a:path w="2214433" h="369072">
                  <a:moveTo>
                    <a:pt x="92268" y="0"/>
                  </a:moveTo>
                  <a:lnTo>
                    <a:pt x="2122165" y="0"/>
                  </a:lnTo>
                  <a:cubicBezTo>
                    <a:pt x="2122165" y="0"/>
                    <a:pt x="2214433" y="0"/>
                    <a:pt x="2214433" y="92268"/>
                  </a:cubicBezTo>
                  <a:lnTo>
                    <a:pt x="2214433" y="276804"/>
                  </a:lnTo>
                  <a:cubicBezTo>
                    <a:pt x="2214433" y="276804"/>
                    <a:pt x="2214433" y="369072"/>
                    <a:pt x="2122165" y="369072"/>
                  </a:cubicBezTo>
                  <a:lnTo>
                    <a:pt x="92268" y="369072"/>
                  </a:lnTo>
                  <a:cubicBezTo>
                    <a:pt x="92268" y="369072"/>
                    <a:pt x="0" y="369072"/>
                    <a:pt x="0" y="276804"/>
                  </a:cubicBezTo>
                  <a:lnTo>
                    <a:pt x="0" y="92268"/>
                  </a:lnTo>
                  <a:cubicBezTo>
                    <a:pt x="0" y="92268"/>
                    <a:pt x="0" y="0"/>
                    <a:pt x="92268" y="0"/>
                  </a:cubicBezTo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908320" y="4711372"/>
            <a:ext cx="375361" cy="371686"/>
          </a:xfrm>
          <a:custGeom>
            <a:avLst/>
            <a:gdLst/>
            <a:ahLst/>
            <a:cxnLst/>
            <a:rect l="0" t="0" r="0" b="0"/>
            <a:pathLst>
              <a:path w="375361" h="371686">
                <a:moveTo>
                  <a:pt x="179752" y="164544"/>
                </a:moveTo>
                <a:cubicBezTo>
                  <a:pt x="179752" y="170914"/>
                  <a:pt x="174589" y="176078"/>
                  <a:pt x="168219" y="176078"/>
                </a:cubicBezTo>
                <a:lnTo>
                  <a:pt x="93174" y="176078"/>
                </a:lnTo>
                <a:cubicBezTo>
                  <a:pt x="86804" y="176078"/>
                  <a:pt x="81641" y="170914"/>
                  <a:pt x="81641" y="164544"/>
                </a:cubicBezTo>
                <a:cubicBezTo>
                  <a:pt x="81641" y="158174"/>
                  <a:pt x="86804" y="153011"/>
                  <a:pt x="93174" y="153011"/>
                </a:cubicBezTo>
                <a:lnTo>
                  <a:pt x="156685" y="153011"/>
                </a:lnTo>
                <a:lnTo>
                  <a:pt x="156685" y="74275"/>
                </a:lnTo>
                <a:cubicBezTo>
                  <a:pt x="156685" y="67906"/>
                  <a:pt x="161849" y="62742"/>
                  <a:pt x="168219" y="62742"/>
                </a:cubicBezTo>
                <a:cubicBezTo>
                  <a:pt x="174554" y="62825"/>
                  <a:pt x="179670" y="67940"/>
                  <a:pt x="179752" y="74275"/>
                </a:cubicBezTo>
                <a:lnTo>
                  <a:pt x="179752" y="164544"/>
                </a:lnTo>
                <a:close/>
                <a:moveTo>
                  <a:pt x="328458" y="164390"/>
                </a:moveTo>
                <a:cubicBezTo>
                  <a:pt x="328458" y="172884"/>
                  <a:pt x="321573" y="179768"/>
                  <a:pt x="313080" y="179768"/>
                </a:cubicBezTo>
                <a:cubicBezTo>
                  <a:pt x="304587" y="179768"/>
                  <a:pt x="297702" y="172884"/>
                  <a:pt x="297702" y="164390"/>
                </a:cubicBezTo>
                <a:cubicBezTo>
                  <a:pt x="297736" y="95615"/>
                  <a:pt x="243936" y="38843"/>
                  <a:pt x="175259" y="35181"/>
                </a:cubicBezTo>
                <a:cubicBezTo>
                  <a:pt x="106581" y="31519"/>
                  <a:pt x="47049" y="82249"/>
                  <a:pt x="39770" y="150638"/>
                </a:cubicBezTo>
                <a:cubicBezTo>
                  <a:pt x="32491" y="219027"/>
                  <a:pt x="80010" y="281151"/>
                  <a:pt x="147920" y="292028"/>
                </a:cubicBezTo>
                <a:cubicBezTo>
                  <a:pt x="156272" y="293367"/>
                  <a:pt x="161975" y="301199"/>
                  <a:pt x="160684" y="309559"/>
                </a:cubicBezTo>
                <a:cubicBezTo>
                  <a:pt x="159465" y="317080"/>
                  <a:pt x="152924" y="322575"/>
                  <a:pt x="145306" y="322476"/>
                </a:cubicBezTo>
                <a:lnTo>
                  <a:pt x="142845" y="322476"/>
                </a:lnTo>
                <a:cubicBezTo>
                  <a:pt x="58791" y="308983"/>
                  <a:pt x="0" y="232065"/>
                  <a:pt x="9039" y="147417"/>
                </a:cubicBezTo>
                <a:cubicBezTo>
                  <a:pt x="18078" y="62768"/>
                  <a:pt x="91787" y="0"/>
                  <a:pt x="176795" y="4560"/>
                </a:cubicBezTo>
                <a:cubicBezTo>
                  <a:pt x="261803" y="9120"/>
                  <a:pt x="328373" y="79414"/>
                  <a:pt x="328304" y="164544"/>
                </a:cubicBezTo>
                <a:close/>
                <a:moveTo>
                  <a:pt x="272174" y="192686"/>
                </a:moveTo>
                <a:cubicBezTo>
                  <a:pt x="275287" y="192644"/>
                  <a:pt x="278284" y="193862"/>
                  <a:pt x="280485" y="196063"/>
                </a:cubicBezTo>
                <a:cubicBezTo>
                  <a:pt x="282685" y="198264"/>
                  <a:pt x="283903" y="201261"/>
                  <a:pt x="283862" y="204373"/>
                </a:cubicBezTo>
                <a:lnTo>
                  <a:pt x="283862" y="256197"/>
                </a:lnTo>
                <a:cubicBezTo>
                  <a:pt x="283844" y="283612"/>
                  <a:pt x="264577" y="307247"/>
                  <a:pt x="237728" y="312788"/>
                </a:cubicBezTo>
                <a:lnTo>
                  <a:pt x="237728" y="360153"/>
                </a:lnTo>
                <a:cubicBezTo>
                  <a:pt x="237728" y="366522"/>
                  <a:pt x="232564" y="371686"/>
                  <a:pt x="226194" y="371686"/>
                </a:cubicBezTo>
                <a:cubicBezTo>
                  <a:pt x="219824" y="371686"/>
                  <a:pt x="214661" y="366522"/>
                  <a:pt x="214661" y="360153"/>
                </a:cubicBezTo>
                <a:lnTo>
                  <a:pt x="214661" y="312942"/>
                </a:lnTo>
                <a:cubicBezTo>
                  <a:pt x="187844" y="307347"/>
                  <a:pt x="168603" y="283745"/>
                  <a:pt x="168527" y="256351"/>
                </a:cubicBezTo>
                <a:lnTo>
                  <a:pt x="168527" y="204373"/>
                </a:lnTo>
                <a:cubicBezTo>
                  <a:pt x="168527" y="198003"/>
                  <a:pt x="173690" y="192840"/>
                  <a:pt x="180060" y="192840"/>
                </a:cubicBezTo>
                <a:cubicBezTo>
                  <a:pt x="186430" y="192840"/>
                  <a:pt x="191594" y="198003"/>
                  <a:pt x="191594" y="204373"/>
                </a:cubicBezTo>
                <a:lnTo>
                  <a:pt x="191594" y="256351"/>
                </a:lnTo>
                <a:cubicBezTo>
                  <a:pt x="191552" y="270940"/>
                  <a:pt x="200745" y="283958"/>
                  <a:pt x="214507" y="288799"/>
                </a:cubicBezTo>
                <a:lnTo>
                  <a:pt x="214507" y="204373"/>
                </a:lnTo>
                <a:cubicBezTo>
                  <a:pt x="214507" y="198003"/>
                  <a:pt x="219670" y="192840"/>
                  <a:pt x="226040" y="192840"/>
                </a:cubicBezTo>
                <a:cubicBezTo>
                  <a:pt x="232410" y="192840"/>
                  <a:pt x="237574" y="198003"/>
                  <a:pt x="237574" y="204373"/>
                </a:cubicBezTo>
                <a:lnTo>
                  <a:pt x="237574" y="288645"/>
                </a:lnTo>
                <a:cubicBezTo>
                  <a:pt x="251397" y="283856"/>
                  <a:pt x="260660" y="270826"/>
                  <a:pt x="260641" y="256197"/>
                </a:cubicBezTo>
                <a:lnTo>
                  <a:pt x="260641" y="204220"/>
                </a:lnTo>
                <a:cubicBezTo>
                  <a:pt x="260724" y="197884"/>
                  <a:pt x="265839" y="192769"/>
                  <a:pt x="272174" y="192686"/>
                </a:cubicBezTo>
                <a:close/>
                <a:moveTo>
                  <a:pt x="375361" y="321246"/>
                </a:moveTo>
                <a:cubicBezTo>
                  <a:pt x="375361" y="327616"/>
                  <a:pt x="370197" y="332780"/>
                  <a:pt x="363827" y="332780"/>
                </a:cubicBezTo>
                <a:lnTo>
                  <a:pt x="329842" y="332780"/>
                </a:lnTo>
                <a:lnTo>
                  <a:pt x="329842" y="359999"/>
                </a:lnTo>
                <a:cubicBezTo>
                  <a:pt x="329842" y="366369"/>
                  <a:pt x="324678" y="371532"/>
                  <a:pt x="318308" y="371532"/>
                </a:cubicBezTo>
                <a:cubicBezTo>
                  <a:pt x="311938" y="371532"/>
                  <a:pt x="306775" y="366369"/>
                  <a:pt x="306775" y="359999"/>
                </a:cubicBezTo>
                <a:lnTo>
                  <a:pt x="306775" y="204373"/>
                </a:lnTo>
                <a:cubicBezTo>
                  <a:pt x="306788" y="200234"/>
                  <a:pt x="309018" y="196420"/>
                  <a:pt x="312618" y="194378"/>
                </a:cubicBezTo>
                <a:cubicBezTo>
                  <a:pt x="316217" y="192224"/>
                  <a:pt x="320707" y="192224"/>
                  <a:pt x="324306" y="194378"/>
                </a:cubicBezTo>
                <a:cubicBezTo>
                  <a:pt x="326459" y="195608"/>
                  <a:pt x="375361" y="226518"/>
                  <a:pt x="375361" y="321246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4" name="Rounded Rectangle 23"/>
          <p:cNvSpPr/>
          <p:nvPr/>
        </p:nvSpPr>
        <p:spPr>
          <a:xfrm>
            <a:off x="5909995" y="3606764"/>
            <a:ext cx="372011" cy="371012"/>
          </a:xfrm>
          <a:custGeom>
            <a:avLst/>
            <a:gdLst/>
            <a:ahLst/>
            <a:cxnLst/>
            <a:rect l="0" t="0" r="0" b="0"/>
            <a:pathLst>
              <a:path w="372011" h="371012">
                <a:moveTo>
                  <a:pt x="10930" y="238518"/>
                </a:moveTo>
                <a:cubicBezTo>
                  <a:pt x="29076" y="172392"/>
                  <a:pt x="29383" y="160398"/>
                  <a:pt x="46760" y="145020"/>
                </a:cubicBezTo>
                <a:cubicBezTo>
                  <a:pt x="48607" y="143271"/>
                  <a:pt x="51186" y="142525"/>
                  <a:pt x="53681" y="143020"/>
                </a:cubicBezTo>
                <a:cubicBezTo>
                  <a:pt x="55891" y="143393"/>
                  <a:pt x="57844" y="144676"/>
                  <a:pt x="59063" y="146557"/>
                </a:cubicBezTo>
                <a:lnTo>
                  <a:pt x="85513" y="188847"/>
                </a:lnTo>
                <a:cubicBezTo>
                  <a:pt x="86929" y="191040"/>
                  <a:pt x="89361" y="192364"/>
                  <a:pt x="91972" y="192364"/>
                </a:cubicBezTo>
                <a:cubicBezTo>
                  <a:pt x="94582" y="192364"/>
                  <a:pt x="97014" y="191040"/>
                  <a:pt x="98431" y="188847"/>
                </a:cubicBezTo>
                <a:lnTo>
                  <a:pt x="126418" y="146865"/>
                </a:lnTo>
                <a:cubicBezTo>
                  <a:pt x="127541" y="144890"/>
                  <a:pt x="129543" y="143575"/>
                  <a:pt x="131801" y="143328"/>
                </a:cubicBezTo>
                <a:cubicBezTo>
                  <a:pt x="134047" y="143036"/>
                  <a:pt x="136306" y="143770"/>
                  <a:pt x="137952" y="145327"/>
                </a:cubicBezTo>
                <a:cubicBezTo>
                  <a:pt x="155175" y="161474"/>
                  <a:pt x="153330" y="167471"/>
                  <a:pt x="184086" y="277578"/>
                </a:cubicBezTo>
                <a:cubicBezTo>
                  <a:pt x="184720" y="279876"/>
                  <a:pt x="184204" y="282339"/>
                  <a:pt x="182702" y="284191"/>
                </a:cubicBezTo>
                <a:cubicBezTo>
                  <a:pt x="181298" y="286102"/>
                  <a:pt x="179076" y="287242"/>
                  <a:pt x="176705" y="287266"/>
                </a:cubicBezTo>
                <a:lnTo>
                  <a:pt x="141028" y="287266"/>
                </a:lnTo>
                <a:cubicBezTo>
                  <a:pt x="139207" y="287241"/>
                  <a:pt x="137640" y="288547"/>
                  <a:pt x="137337" y="290342"/>
                </a:cubicBezTo>
                <a:lnTo>
                  <a:pt x="123189" y="364771"/>
                </a:lnTo>
                <a:cubicBezTo>
                  <a:pt x="122406" y="368320"/>
                  <a:pt x="119287" y="370865"/>
                  <a:pt x="115654" y="370923"/>
                </a:cubicBezTo>
                <a:lnTo>
                  <a:pt x="69520" y="370923"/>
                </a:lnTo>
                <a:cubicBezTo>
                  <a:pt x="65902" y="370910"/>
                  <a:pt x="62803" y="368328"/>
                  <a:pt x="62138" y="364771"/>
                </a:cubicBezTo>
                <a:lnTo>
                  <a:pt x="47068" y="290342"/>
                </a:lnTo>
                <a:cubicBezTo>
                  <a:pt x="46644" y="288556"/>
                  <a:pt x="45059" y="287287"/>
                  <a:pt x="43223" y="287266"/>
                </a:cubicBezTo>
                <a:lnTo>
                  <a:pt x="7854" y="287266"/>
                </a:lnTo>
                <a:cubicBezTo>
                  <a:pt x="5499" y="287175"/>
                  <a:pt x="3305" y="286049"/>
                  <a:pt x="1857" y="284191"/>
                </a:cubicBezTo>
                <a:cubicBezTo>
                  <a:pt x="453" y="282292"/>
                  <a:pt x="0" y="279854"/>
                  <a:pt x="626" y="277578"/>
                </a:cubicBezTo>
                <a:close/>
                <a:moveTo>
                  <a:pt x="91664" y="1850"/>
                </a:moveTo>
                <a:cubicBezTo>
                  <a:pt x="127420" y="1850"/>
                  <a:pt x="156406" y="30836"/>
                  <a:pt x="156406" y="66592"/>
                </a:cubicBezTo>
                <a:cubicBezTo>
                  <a:pt x="156406" y="102347"/>
                  <a:pt x="127420" y="131333"/>
                  <a:pt x="91664" y="131333"/>
                </a:cubicBezTo>
                <a:cubicBezTo>
                  <a:pt x="55908" y="131333"/>
                  <a:pt x="26923" y="102347"/>
                  <a:pt x="26923" y="66592"/>
                </a:cubicBezTo>
                <a:cubicBezTo>
                  <a:pt x="26923" y="30836"/>
                  <a:pt x="55908" y="1850"/>
                  <a:pt x="91664" y="1850"/>
                </a:cubicBezTo>
                <a:close/>
                <a:moveTo>
                  <a:pt x="124419" y="75819"/>
                </a:moveTo>
                <a:cubicBezTo>
                  <a:pt x="125031" y="73910"/>
                  <a:pt x="124007" y="71861"/>
                  <a:pt x="122113" y="71205"/>
                </a:cubicBezTo>
                <a:cubicBezTo>
                  <a:pt x="111618" y="67638"/>
                  <a:pt x="102091" y="61691"/>
                  <a:pt x="94278" y="53828"/>
                </a:cubicBezTo>
                <a:cubicBezTo>
                  <a:pt x="93606" y="53105"/>
                  <a:pt x="92651" y="52712"/>
                  <a:pt x="91664" y="52752"/>
                </a:cubicBezTo>
                <a:cubicBezTo>
                  <a:pt x="90631" y="52707"/>
                  <a:pt x="89627" y="53097"/>
                  <a:pt x="88896" y="53828"/>
                </a:cubicBezTo>
                <a:cubicBezTo>
                  <a:pt x="81117" y="61658"/>
                  <a:pt x="71648" y="67602"/>
                  <a:pt x="61216" y="71205"/>
                </a:cubicBezTo>
                <a:cubicBezTo>
                  <a:pt x="60277" y="71489"/>
                  <a:pt x="59489" y="72135"/>
                  <a:pt x="59028" y="73001"/>
                </a:cubicBezTo>
                <a:cubicBezTo>
                  <a:pt x="58566" y="73867"/>
                  <a:pt x="58468" y="74880"/>
                  <a:pt x="58755" y="75819"/>
                </a:cubicBezTo>
                <a:cubicBezTo>
                  <a:pt x="62940" y="90534"/>
                  <a:pt x="76366" y="100697"/>
                  <a:pt x="91664" y="100731"/>
                </a:cubicBezTo>
                <a:cubicBezTo>
                  <a:pt x="106941" y="100732"/>
                  <a:pt x="120341" y="90541"/>
                  <a:pt x="124419" y="75819"/>
                </a:cubicBezTo>
                <a:close/>
                <a:moveTo>
                  <a:pt x="215918" y="197920"/>
                </a:moveTo>
                <a:lnTo>
                  <a:pt x="215918" y="286343"/>
                </a:lnTo>
                <a:cubicBezTo>
                  <a:pt x="215918" y="296960"/>
                  <a:pt x="224525" y="305566"/>
                  <a:pt x="235141" y="305566"/>
                </a:cubicBezTo>
                <a:lnTo>
                  <a:pt x="242830" y="305566"/>
                </a:lnTo>
                <a:cubicBezTo>
                  <a:pt x="249200" y="305566"/>
                  <a:pt x="254364" y="310730"/>
                  <a:pt x="254364" y="317099"/>
                </a:cubicBezTo>
                <a:cubicBezTo>
                  <a:pt x="254364" y="323469"/>
                  <a:pt x="249200" y="328633"/>
                  <a:pt x="242830" y="328633"/>
                </a:cubicBezTo>
                <a:lnTo>
                  <a:pt x="235141" y="328633"/>
                </a:lnTo>
                <a:cubicBezTo>
                  <a:pt x="211785" y="328633"/>
                  <a:pt x="192851" y="309699"/>
                  <a:pt x="192851" y="286343"/>
                </a:cubicBezTo>
                <a:lnTo>
                  <a:pt x="192851" y="86429"/>
                </a:lnTo>
                <a:cubicBezTo>
                  <a:pt x="192851" y="63073"/>
                  <a:pt x="211785" y="44140"/>
                  <a:pt x="235141" y="44140"/>
                </a:cubicBezTo>
                <a:lnTo>
                  <a:pt x="242830" y="44140"/>
                </a:lnTo>
                <a:cubicBezTo>
                  <a:pt x="249200" y="44140"/>
                  <a:pt x="254364" y="49304"/>
                  <a:pt x="254364" y="55673"/>
                </a:cubicBezTo>
                <a:cubicBezTo>
                  <a:pt x="254364" y="62043"/>
                  <a:pt x="249200" y="67207"/>
                  <a:pt x="242830" y="67207"/>
                </a:cubicBezTo>
                <a:lnTo>
                  <a:pt x="235141" y="67207"/>
                </a:lnTo>
                <a:cubicBezTo>
                  <a:pt x="224525" y="67207"/>
                  <a:pt x="215918" y="75813"/>
                  <a:pt x="215918" y="86429"/>
                </a:cubicBezTo>
                <a:lnTo>
                  <a:pt x="215918" y="174853"/>
                </a:lnTo>
                <a:lnTo>
                  <a:pt x="242830" y="174853"/>
                </a:lnTo>
                <a:cubicBezTo>
                  <a:pt x="249200" y="174853"/>
                  <a:pt x="254364" y="180017"/>
                  <a:pt x="254364" y="186386"/>
                </a:cubicBezTo>
                <a:cubicBezTo>
                  <a:pt x="254364" y="192756"/>
                  <a:pt x="249200" y="197920"/>
                  <a:pt x="242830" y="197920"/>
                </a:cubicBezTo>
                <a:close/>
                <a:moveTo>
                  <a:pt x="302343" y="74281"/>
                </a:moveTo>
                <a:cubicBezTo>
                  <a:pt x="298233" y="74264"/>
                  <a:pt x="294301" y="72602"/>
                  <a:pt x="291425" y="69667"/>
                </a:cubicBezTo>
                <a:lnTo>
                  <a:pt x="270664" y="48907"/>
                </a:lnTo>
                <a:cubicBezTo>
                  <a:pt x="264677" y="42792"/>
                  <a:pt x="264780" y="32981"/>
                  <a:pt x="270895" y="26993"/>
                </a:cubicBezTo>
                <a:cubicBezTo>
                  <a:pt x="277010" y="21006"/>
                  <a:pt x="286821" y="21109"/>
                  <a:pt x="292809" y="27224"/>
                </a:cubicBezTo>
                <a:lnTo>
                  <a:pt x="303881" y="38296"/>
                </a:lnTo>
                <a:lnTo>
                  <a:pt x="344786" y="5233"/>
                </a:lnTo>
                <a:cubicBezTo>
                  <a:pt x="351420" y="0"/>
                  <a:pt x="361034" y="1098"/>
                  <a:pt x="366315" y="7694"/>
                </a:cubicBezTo>
                <a:cubicBezTo>
                  <a:pt x="371549" y="14328"/>
                  <a:pt x="370451" y="23942"/>
                  <a:pt x="363855" y="29223"/>
                </a:cubicBezTo>
                <a:lnTo>
                  <a:pt x="311877" y="70898"/>
                </a:lnTo>
                <a:cubicBezTo>
                  <a:pt x="309172" y="73068"/>
                  <a:pt x="305812" y="74261"/>
                  <a:pt x="302343" y="74281"/>
                </a:cubicBezTo>
                <a:close/>
                <a:moveTo>
                  <a:pt x="302343" y="217142"/>
                </a:moveTo>
                <a:cubicBezTo>
                  <a:pt x="298255" y="217166"/>
                  <a:pt x="294327" y="215561"/>
                  <a:pt x="291425" y="212683"/>
                </a:cubicBezTo>
                <a:lnTo>
                  <a:pt x="270664" y="191769"/>
                </a:lnTo>
                <a:cubicBezTo>
                  <a:pt x="264677" y="185654"/>
                  <a:pt x="264780" y="175843"/>
                  <a:pt x="270895" y="169855"/>
                </a:cubicBezTo>
                <a:cubicBezTo>
                  <a:pt x="277010" y="163867"/>
                  <a:pt x="286821" y="163971"/>
                  <a:pt x="292809" y="170086"/>
                </a:cubicBezTo>
                <a:lnTo>
                  <a:pt x="303881" y="181158"/>
                </a:lnTo>
                <a:lnTo>
                  <a:pt x="345248" y="148095"/>
                </a:lnTo>
                <a:cubicBezTo>
                  <a:pt x="351881" y="142861"/>
                  <a:pt x="361495" y="143960"/>
                  <a:pt x="366777" y="150556"/>
                </a:cubicBezTo>
                <a:cubicBezTo>
                  <a:pt x="372011" y="157189"/>
                  <a:pt x="370912" y="166803"/>
                  <a:pt x="364316" y="172085"/>
                </a:cubicBezTo>
                <a:lnTo>
                  <a:pt x="312339" y="213759"/>
                </a:lnTo>
                <a:cubicBezTo>
                  <a:pt x="309510" y="216031"/>
                  <a:pt x="305970" y="217229"/>
                  <a:pt x="302343" y="217142"/>
                </a:cubicBezTo>
                <a:close/>
                <a:moveTo>
                  <a:pt x="626" y="1850"/>
                </a:moveTo>
                <a:moveTo>
                  <a:pt x="365239" y="344626"/>
                </a:moveTo>
                <a:cubicBezTo>
                  <a:pt x="368150" y="347514"/>
                  <a:pt x="369788" y="351444"/>
                  <a:pt x="369788" y="355544"/>
                </a:cubicBezTo>
                <a:cubicBezTo>
                  <a:pt x="369788" y="359645"/>
                  <a:pt x="368150" y="363575"/>
                  <a:pt x="365239" y="366463"/>
                </a:cubicBezTo>
                <a:cubicBezTo>
                  <a:pt x="362351" y="369374"/>
                  <a:pt x="358421" y="371012"/>
                  <a:pt x="354321" y="371012"/>
                </a:cubicBezTo>
                <a:cubicBezTo>
                  <a:pt x="350220" y="371012"/>
                  <a:pt x="346290" y="369374"/>
                  <a:pt x="343402" y="366463"/>
                </a:cubicBezTo>
                <a:lnTo>
                  <a:pt x="319720" y="342627"/>
                </a:lnTo>
                <a:lnTo>
                  <a:pt x="296038" y="366463"/>
                </a:lnTo>
                <a:cubicBezTo>
                  <a:pt x="293150" y="369374"/>
                  <a:pt x="289220" y="371012"/>
                  <a:pt x="285120" y="371012"/>
                </a:cubicBezTo>
                <a:cubicBezTo>
                  <a:pt x="281019" y="371012"/>
                  <a:pt x="277089" y="369374"/>
                  <a:pt x="274201" y="366463"/>
                </a:cubicBezTo>
                <a:cubicBezTo>
                  <a:pt x="271290" y="363575"/>
                  <a:pt x="269652" y="359645"/>
                  <a:pt x="269652" y="355544"/>
                </a:cubicBezTo>
                <a:cubicBezTo>
                  <a:pt x="269652" y="351444"/>
                  <a:pt x="271290" y="347514"/>
                  <a:pt x="274201" y="344626"/>
                </a:cubicBezTo>
                <a:lnTo>
                  <a:pt x="298037" y="320944"/>
                </a:lnTo>
                <a:lnTo>
                  <a:pt x="274201" y="297262"/>
                </a:lnTo>
                <a:cubicBezTo>
                  <a:pt x="268171" y="291232"/>
                  <a:pt x="268171" y="281455"/>
                  <a:pt x="274201" y="275425"/>
                </a:cubicBezTo>
                <a:cubicBezTo>
                  <a:pt x="280231" y="269395"/>
                  <a:pt x="290008" y="269395"/>
                  <a:pt x="296038" y="275425"/>
                </a:cubicBezTo>
                <a:lnTo>
                  <a:pt x="319720" y="299261"/>
                </a:lnTo>
                <a:lnTo>
                  <a:pt x="343402" y="275425"/>
                </a:lnTo>
                <a:cubicBezTo>
                  <a:pt x="349432" y="269395"/>
                  <a:pt x="359209" y="269395"/>
                  <a:pt x="365239" y="275425"/>
                </a:cubicBezTo>
                <a:cubicBezTo>
                  <a:pt x="371269" y="281455"/>
                  <a:pt x="371269" y="291232"/>
                  <a:pt x="365239" y="297262"/>
                </a:cubicBezTo>
                <a:lnTo>
                  <a:pt x="341403" y="320944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5" name="Rounded Rectangle 24"/>
          <p:cNvSpPr/>
          <p:nvPr/>
        </p:nvSpPr>
        <p:spPr>
          <a:xfrm>
            <a:off x="5907487" y="3653580"/>
            <a:ext cx="377027" cy="371227"/>
          </a:xfrm>
          <a:custGeom>
            <a:avLst/>
            <a:gdLst/>
            <a:ahLst/>
            <a:cxnLst/>
            <a:rect l="0" t="0" r="0" b="0"/>
            <a:pathLst>
              <a:path w="377027" h="371227">
                <a:moveTo>
                  <a:pt x="177260" y="4430"/>
                </a:moveTo>
                <a:cubicBezTo>
                  <a:pt x="181826" y="8864"/>
                  <a:pt x="181936" y="16160"/>
                  <a:pt x="177506" y="20730"/>
                </a:cubicBezTo>
                <a:lnTo>
                  <a:pt x="164973" y="33648"/>
                </a:lnTo>
                <a:lnTo>
                  <a:pt x="177383" y="46073"/>
                </a:lnTo>
                <a:cubicBezTo>
                  <a:pt x="180469" y="48949"/>
                  <a:pt x="181739" y="53279"/>
                  <a:pt x="180696" y="57365"/>
                </a:cubicBezTo>
                <a:cubicBezTo>
                  <a:pt x="179652" y="61452"/>
                  <a:pt x="176461" y="64643"/>
                  <a:pt x="172375" y="65686"/>
                </a:cubicBezTo>
                <a:cubicBezTo>
                  <a:pt x="168288" y="66730"/>
                  <a:pt x="163958" y="65460"/>
                  <a:pt x="161083" y="62374"/>
                </a:cubicBezTo>
                <a:lnTo>
                  <a:pt x="148903" y="50210"/>
                </a:lnTo>
                <a:lnTo>
                  <a:pt x="133833" y="65742"/>
                </a:lnTo>
                <a:cubicBezTo>
                  <a:pt x="155031" y="95332"/>
                  <a:pt x="150001" y="136232"/>
                  <a:pt x="122267" y="159804"/>
                </a:cubicBezTo>
                <a:cubicBezTo>
                  <a:pt x="94532" y="183377"/>
                  <a:pt x="53356" y="181749"/>
                  <a:pt x="27570" y="156059"/>
                </a:cubicBezTo>
                <a:cubicBezTo>
                  <a:pt x="1783" y="130370"/>
                  <a:pt x="0" y="89201"/>
                  <a:pt x="23468" y="61377"/>
                </a:cubicBezTo>
                <a:cubicBezTo>
                  <a:pt x="46936" y="33554"/>
                  <a:pt x="87817" y="28370"/>
                  <a:pt x="117486" y="49456"/>
                </a:cubicBezTo>
                <a:lnTo>
                  <a:pt x="132587" y="33879"/>
                </a:lnTo>
                <a:lnTo>
                  <a:pt x="119562" y="20838"/>
                </a:lnTo>
                <a:cubicBezTo>
                  <a:pt x="116421" y="17976"/>
                  <a:pt x="115109" y="13618"/>
                  <a:pt x="116147" y="9497"/>
                </a:cubicBezTo>
                <a:cubicBezTo>
                  <a:pt x="117185" y="5377"/>
                  <a:pt x="120404" y="2160"/>
                  <a:pt x="124526" y="1127"/>
                </a:cubicBezTo>
                <a:cubicBezTo>
                  <a:pt x="128647" y="93"/>
                  <a:pt x="133003" y="1409"/>
                  <a:pt x="135863" y="4553"/>
                </a:cubicBezTo>
                <a:lnTo>
                  <a:pt x="148657" y="17347"/>
                </a:lnTo>
                <a:lnTo>
                  <a:pt x="160960" y="4676"/>
                </a:lnTo>
                <a:cubicBezTo>
                  <a:pt x="165394" y="110"/>
                  <a:pt x="172690" y="0"/>
                  <a:pt x="177260" y="4430"/>
                </a:cubicBezTo>
                <a:close/>
                <a:moveTo>
                  <a:pt x="76965" y="153405"/>
                </a:moveTo>
                <a:cubicBezTo>
                  <a:pt x="102866" y="153405"/>
                  <a:pt x="123864" y="132410"/>
                  <a:pt x="123868" y="106509"/>
                </a:cubicBezTo>
                <a:cubicBezTo>
                  <a:pt x="123872" y="80602"/>
                  <a:pt x="102871" y="59599"/>
                  <a:pt x="76965" y="59599"/>
                </a:cubicBezTo>
                <a:cubicBezTo>
                  <a:pt x="51058" y="59599"/>
                  <a:pt x="30058" y="80602"/>
                  <a:pt x="30062" y="106509"/>
                </a:cubicBezTo>
                <a:cubicBezTo>
                  <a:pt x="30066" y="132410"/>
                  <a:pt x="51064" y="153405"/>
                  <a:pt x="76965" y="153405"/>
                </a:cubicBezTo>
                <a:close/>
                <a:moveTo>
                  <a:pt x="316554" y="202775"/>
                </a:moveTo>
                <a:cubicBezTo>
                  <a:pt x="321142" y="198362"/>
                  <a:pt x="328437" y="198499"/>
                  <a:pt x="332855" y="203083"/>
                </a:cubicBezTo>
                <a:lnTo>
                  <a:pt x="344327" y="214985"/>
                </a:lnTo>
                <a:lnTo>
                  <a:pt x="353308" y="205989"/>
                </a:lnTo>
                <a:cubicBezTo>
                  <a:pt x="357835" y="201620"/>
                  <a:pt x="365029" y="201686"/>
                  <a:pt x="369476" y="206137"/>
                </a:cubicBezTo>
                <a:cubicBezTo>
                  <a:pt x="373922" y="210588"/>
                  <a:pt x="373981" y="217782"/>
                  <a:pt x="369608" y="222305"/>
                </a:cubicBezTo>
                <a:lnTo>
                  <a:pt x="360320" y="231594"/>
                </a:lnTo>
                <a:lnTo>
                  <a:pt x="372838" y="244603"/>
                </a:lnTo>
                <a:cubicBezTo>
                  <a:pt x="377027" y="249222"/>
                  <a:pt x="376787" y="256335"/>
                  <a:pt x="372295" y="260660"/>
                </a:cubicBezTo>
                <a:cubicBezTo>
                  <a:pt x="367803" y="264986"/>
                  <a:pt x="360687" y="264957"/>
                  <a:pt x="356230" y="260597"/>
                </a:cubicBezTo>
                <a:lnTo>
                  <a:pt x="344004" y="247910"/>
                </a:lnTo>
                <a:lnTo>
                  <a:pt x="331040" y="260889"/>
                </a:lnTo>
                <a:cubicBezTo>
                  <a:pt x="348018" y="284463"/>
                  <a:pt x="348018" y="317618"/>
                  <a:pt x="331040" y="341193"/>
                </a:cubicBezTo>
                <a:lnTo>
                  <a:pt x="340390" y="350542"/>
                </a:lnTo>
                <a:cubicBezTo>
                  <a:pt x="344763" y="355066"/>
                  <a:pt x="344704" y="362260"/>
                  <a:pt x="340257" y="366710"/>
                </a:cubicBezTo>
                <a:cubicBezTo>
                  <a:pt x="335811" y="371161"/>
                  <a:pt x="328617" y="371227"/>
                  <a:pt x="324089" y="366859"/>
                </a:cubicBezTo>
                <a:lnTo>
                  <a:pt x="208754" y="251524"/>
                </a:lnTo>
                <a:cubicBezTo>
                  <a:pt x="204520" y="246979"/>
                  <a:pt x="204645" y="239898"/>
                  <a:pt x="209037" y="235505"/>
                </a:cubicBezTo>
                <a:cubicBezTo>
                  <a:pt x="213429" y="231113"/>
                  <a:pt x="220511" y="230988"/>
                  <a:pt x="225055" y="235223"/>
                </a:cubicBezTo>
                <a:lnTo>
                  <a:pt x="235958" y="246111"/>
                </a:lnTo>
                <a:cubicBezTo>
                  <a:pt x="258933" y="229564"/>
                  <a:pt x="291011" y="229133"/>
                  <a:pt x="314447" y="244850"/>
                </a:cubicBezTo>
                <a:lnTo>
                  <a:pt x="328011" y="231286"/>
                </a:lnTo>
                <a:lnTo>
                  <a:pt x="316247" y="219076"/>
                </a:lnTo>
                <a:cubicBezTo>
                  <a:pt x="311833" y="214489"/>
                  <a:pt x="311971" y="207193"/>
                  <a:pt x="316554" y="202775"/>
                </a:cubicBezTo>
                <a:close/>
                <a:moveTo>
                  <a:pt x="314401" y="324538"/>
                </a:moveTo>
                <a:cubicBezTo>
                  <a:pt x="324582" y="307330"/>
                  <a:pt x="322444" y="283710"/>
                  <a:pt x="307943" y="269208"/>
                </a:cubicBezTo>
                <a:cubicBezTo>
                  <a:pt x="293441" y="254707"/>
                  <a:pt x="269805" y="252554"/>
                  <a:pt x="252612" y="262749"/>
                </a:cubicBezTo>
                <a:lnTo>
                  <a:pt x="314386" y="324538"/>
                </a:lnTo>
                <a:close/>
                <a:moveTo>
                  <a:pt x="226439" y="349174"/>
                </a:moveTo>
                <a:cubicBezTo>
                  <a:pt x="215213" y="337948"/>
                  <a:pt x="208047" y="321647"/>
                  <a:pt x="206232" y="307084"/>
                </a:cubicBezTo>
                <a:cubicBezTo>
                  <a:pt x="205603" y="300853"/>
                  <a:pt x="210062" y="295257"/>
                  <a:pt x="216277" y="294481"/>
                </a:cubicBezTo>
                <a:cubicBezTo>
                  <a:pt x="222492" y="293704"/>
                  <a:pt x="228191" y="298029"/>
                  <a:pt x="229115" y="304224"/>
                </a:cubicBezTo>
                <a:cubicBezTo>
                  <a:pt x="230376" y="314266"/>
                  <a:pt x="235512" y="325646"/>
                  <a:pt x="242740" y="332873"/>
                </a:cubicBezTo>
                <a:cubicBezTo>
                  <a:pt x="251259" y="341393"/>
                  <a:pt x="260932" y="345160"/>
                  <a:pt x="272773" y="346483"/>
                </a:cubicBezTo>
                <a:cubicBezTo>
                  <a:pt x="276969" y="346814"/>
                  <a:pt x="280652" y="349404"/>
                  <a:pt x="282382" y="353242"/>
                </a:cubicBezTo>
                <a:cubicBezTo>
                  <a:pt x="284111" y="357079"/>
                  <a:pt x="283613" y="361555"/>
                  <a:pt x="281081" y="364917"/>
                </a:cubicBezTo>
                <a:cubicBezTo>
                  <a:pt x="278549" y="368280"/>
                  <a:pt x="274387" y="369997"/>
                  <a:pt x="270220" y="369396"/>
                </a:cubicBezTo>
                <a:cubicBezTo>
                  <a:pt x="254381" y="367628"/>
                  <a:pt x="239434" y="362184"/>
                  <a:pt x="226439" y="349174"/>
                </a:cubicBezTo>
                <a:close/>
                <a:moveTo>
                  <a:pt x="36982" y="231840"/>
                </a:moveTo>
                <a:cubicBezTo>
                  <a:pt x="43352" y="231840"/>
                  <a:pt x="48516" y="237003"/>
                  <a:pt x="48516" y="243373"/>
                </a:cubicBezTo>
                <a:lnTo>
                  <a:pt x="48516" y="297196"/>
                </a:lnTo>
                <a:cubicBezTo>
                  <a:pt x="48516" y="307745"/>
                  <a:pt x="57189" y="316419"/>
                  <a:pt x="67738" y="316419"/>
                </a:cubicBezTo>
                <a:lnTo>
                  <a:pt x="110028" y="316419"/>
                </a:lnTo>
                <a:lnTo>
                  <a:pt x="110028" y="297196"/>
                </a:lnTo>
                <a:cubicBezTo>
                  <a:pt x="110032" y="292534"/>
                  <a:pt x="112842" y="288334"/>
                  <a:pt x="117149" y="286550"/>
                </a:cubicBezTo>
                <a:cubicBezTo>
                  <a:pt x="121456" y="284767"/>
                  <a:pt x="126413" y="285752"/>
                  <a:pt x="129711" y="289046"/>
                </a:cubicBezTo>
                <a:lnTo>
                  <a:pt x="160467" y="319802"/>
                </a:lnTo>
                <a:cubicBezTo>
                  <a:pt x="164965" y="324305"/>
                  <a:pt x="164965" y="331600"/>
                  <a:pt x="160467" y="336103"/>
                </a:cubicBezTo>
                <a:lnTo>
                  <a:pt x="129711" y="366859"/>
                </a:lnTo>
                <a:cubicBezTo>
                  <a:pt x="126413" y="370153"/>
                  <a:pt x="121456" y="371138"/>
                  <a:pt x="117149" y="369354"/>
                </a:cubicBezTo>
                <a:cubicBezTo>
                  <a:pt x="112842" y="367571"/>
                  <a:pt x="110032" y="363370"/>
                  <a:pt x="110028" y="358708"/>
                </a:cubicBezTo>
                <a:lnTo>
                  <a:pt x="110028" y="339486"/>
                </a:lnTo>
                <a:lnTo>
                  <a:pt x="67738" y="339486"/>
                </a:lnTo>
                <a:cubicBezTo>
                  <a:pt x="44403" y="339435"/>
                  <a:pt x="25499" y="320531"/>
                  <a:pt x="25449" y="297196"/>
                </a:cubicBezTo>
                <a:lnTo>
                  <a:pt x="25449" y="243373"/>
                </a:lnTo>
                <a:cubicBezTo>
                  <a:pt x="25449" y="237003"/>
                  <a:pt x="30612" y="231840"/>
                  <a:pt x="36982" y="231840"/>
                </a:cubicBezTo>
                <a:close/>
                <a:moveTo>
                  <a:pt x="313786" y="31926"/>
                </a:moveTo>
                <a:cubicBezTo>
                  <a:pt x="337121" y="31976"/>
                  <a:pt x="356025" y="50880"/>
                  <a:pt x="356076" y="74215"/>
                </a:cubicBezTo>
                <a:lnTo>
                  <a:pt x="356076" y="128038"/>
                </a:lnTo>
                <a:cubicBezTo>
                  <a:pt x="356076" y="134408"/>
                  <a:pt x="350912" y="139572"/>
                  <a:pt x="344542" y="139572"/>
                </a:cubicBezTo>
                <a:cubicBezTo>
                  <a:pt x="338172" y="139572"/>
                  <a:pt x="333009" y="134408"/>
                  <a:pt x="333009" y="128038"/>
                </a:cubicBezTo>
                <a:lnTo>
                  <a:pt x="333009" y="74215"/>
                </a:lnTo>
                <a:cubicBezTo>
                  <a:pt x="333009" y="63666"/>
                  <a:pt x="324336" y="54993"/>
                  <a:pt x="313786" y="54993"/>
                </a:cubicBezTo>
                <a:lnTo>
                  <a:pt x="271497" y="54993"/>
                </a:lnTo>
                <a:lnTo>
                  <a:pt x="271497" y="74215"/>
                </a:lnTo>
                <a:cubicBezTo>
                  <a:pt x="271493" y="78877"/>
                  <a:pt x="268683" y="83078"/>
                  <a:pt x="264375" y="84861"/>
                </a:cubicBezTo>
                <a:cubicBezTo>
                  <a:pt x="260068" y="86645"/>
                  <a:pt x="255111" y="85660"/>
                  <a:pt x="251813" y="82365"/>
                </a:cubicBezTo>
                <a:lnTo>
                  <a:pt x="221057" y="51609"/>
                </a:lnTo>
                <a:cubicBezTo>
                  <a:pt x="216559" y="47106"/>
                  <a:pt x="216559" y="39812"/>
                  <a:pt x="221057" y="35309"/>
                </a:cubicBezTo>
                <a:lnTo>
                  <a:pt x="251813" y="4553"/>
                </a:lnTo>
                <a:cubicBezTo>
                  <a:pt x="255111" y="1258"/>
                  <a:pt x="260068" y="274"/>
                  <a:pt x="264375" y="2057"/>
                </a:cubicBezTo>
                <a:cubicBezTo>
                  <a:pt x="268683" y="3841"/>
                  <a:pt x="271493" y="8041"/>
                  <a:pt x="271497" y="12703"/>
                </a:cubicBezTo>
                <a:lnTo>
                  <a:pt x="271497" y="31926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6" name="Rounded Rectangle 25"/>
          <p:cNvSpPr/>
          <p:nvPr/>
        </p:nvSpPr>
        <p:spPr>
          <a:xfrm>
            <a:off x="5888977" y="2414913"/>
            <a:ext cx="369191" cy="377341"/>
          </a:xfrm>
          <a:custGeom>
            <a:avLst/>
            <a:gdLst/>
            <a:ahLst/>
            <a:cxnLst/>
            <a:rect l="0" t="0" r="0" b="0"/>
            <a:pathLst>
              <a:path w="369191" h="377341">
                <a:moveTo>
                  <a:pt x="146859" y="257889"/>
                </a:moveTo>
                <a:cubicBezTo>
                  <a:pt x="146699" y="259891"/>
                  <a:pt x="145024" y="261432"/>
                  <a:pt x="143015" y="261426"/>
                </a:cubicBezTo>
                <a:lnTo>
                  <a:pt x="7689" y="261426"/>
                </a:lnTo>
                <a:cubicBezTo>
                  <a:pt x="3442" y="261426"/>
                  <a:pt x="0" y="257983"/>
                  <a:pt x="0" y="253737"/>
                </a:cubicBezTo>
                <a:cubicBezTo>
                  <a:pt x="283" y="235213"/>
                  <a:pt x="4202" y="216926"/>
                  <a:pt x="11533" y="199914"/>
                </a:cubicBezTo>
                <a:cubicBezTo>
                  <a:pt x="19837" y="182690"/>
                  <a:pt x="46902" y="172694"/>
                  <a:pt x="84579" y="158854"/>
                </a:cubicBezTo>
                <a:lnTo>
                  <a:pt x="94267" y="155317"/>
                </a:lnTo>
                <a:cubicBezTo>
                  <a:pt x="95401" y="153952"/>
                  <a:pt x="96145" y="152304"/>
                  <a:pt x="96420" y="150550"/>
                </a:cubicBezTo>
                <a:cubicBezTo>
                  <a:pt x="97859" y="143807"/>
                  <a:pt x="97487" y="136804"/>
                  <a:pt x="95343" y="130251"/>
                </a:cubicBezTo>
                <a:cubicBezTo>
                  <a:pt x="78806" y="112399"/>
                  <a:pt x="70642" y="88356"/>
                  <a:pt x="72891" y="64126"/>
                </a:cubicBezTo>
                <a:cubicBezTo>
                  <a:pt x="71529" y="47828"/>
                  <a:pt x="76969" y="31692"/>
                  <a:pt x="87920" y="19546"/>
                </a:cubicBezTo>
                <a:cubicBezTo>
                  <a:pt x="98872" y="7400"/>
                  <a:pt x="114361" y="325"/>
                  <a:pt x="130713" y="0"/>
                </a:cubicBezTo>
                <a:cubicBezTo>
                  <a:pt x="147064" y="325"/>
                  <a:pt x="162553" y="7400"/>
                  <a:pt x="173505" y="19546"/>
                </a:cubicBezTo>
                <a:cubicBezTo>
                  <a:pt x="184457" y="31692"/>
                  <a:pt x="189896" y="47828"/>
                  <a:pt x="188534" y="64126"/>
                </a:cubicBezTo>
                <a:cubicBezTo>
                  <a:pt x="190733" y="88470"/>
                  <a:pt x="182519" y="112608"/>
                  <a:pt x="165928" y="130559"/>
                </a:cubicBezTo>
                <a:cubicBezTo>
                  <a:pt x="163917" y="137034"/>
                  <a:pt x="163600" y="143917"/>
                  <a:pt x="165006" y="150550"/>
                </a:cubicBezTo>
                <a:cubicBezTo>
                  <a:pt x="165280" y="152304"/>
                  <a:pt x="166024" y="153952"/>
                  <a:pt x="167158" y="155317"/>
                </a:cubicBezTo>
                <a:lnTo>
                  <a:pt x="176847" y="158854"/>
                </a:lnTo>
                <a:lnTo>
                  <a:pt x="193455" y="165006"/>
                </a:lnTo>
                <a:cubicBezTo>
                  <a:pt x="194739" y="165518"/>
                  <a:pt x="195629" y="166705"/>
                  <a:pt x="195762" y="168081"/>
                </a:cubicBezTo>
                <a:cubicBezTo>
                  <a:pt x="196026" y="169429"/>
                  <a:pt x="195486" y="170808"/>
                  <a:pt x="194378" y="171618"/>
                </a:cubicBezTo>
                <a:cubicBezTo>
                  <a:pt x="190033" y="174807"/>
                  <a:pt x="185922" y="178301"/>
                  <a:pt x="182075" y="182075"/>
                </a:cubicBezTo>
                <a:cubicBezTo>
                  <a:pt x="161847" y="202461"/>
                  <a:pt x="149389" y="229282"/>
                  <a:pt x="146859" y="257889"/>
                </a:cubicBezTo>
                <a:close/>
                <a:moveTo>
                  <a:pt x="364458" y="298948"/>
                </a:moveTo>
                <a:cubicBezTo>
                  <a:pt x="349145" y="347918"/>
                  <a:pt x="299241" y="377341"/>
                  <a:pt x="248979" y="367034"/>
                </a:cubicBezTo>
                <a:cubicBezTo>
                  <a:pt x="198716" y="356728"/>
                  <a:pt x="164419" y="310040"/>
                  <a:pt x="169614" y="258995"/>
                </a:cubicBezTo>
                <a:cubicBezTo>
                  <a:pt x="174808" y="207950"/>
                  <a:pt x="217806" y="169128"/>
                  <a:pt x="269115" y="169158"/>
                </a:cubicBezTo>
                <a:cubicBezTo>
                  <a:pt x="277608" y="169158"/>
                  <a:pt x="284493" y="176042"/>
                  <a:pt x="284493" y="184536"/>
                </a:cubicBezTo>
                <a:cubicBezTo>
                  <a:pt x="284493" y="193029"/>
                  <a:pt x="277608" y="199914"/>
                  <a:pt x="269115" y="199914"/>
                </a:cubicBezTo>
                <a:cubicBezTo>
                  <a:pt x="233627" y="199971"/>
                  <a:pt x="203935" y="226864"/>
                  <a:pt x="200375" y="262172"/>
                </a:cubicBezTo>
                <a:cubicBezTo>
                  <a:pt x="196814" y="297481"/>
                  <a:pt x="220541" y="329760"/>
                  <a:pt x="255303" y="336900"/>
                </a:cubicBezTo>
                <a:cubicBezTo>
                  <a:pt x="290065" y="344041"/>
                  <a:pt x="324594" y="323728"/>
                  <a:pt x="335240" y="289875"/>
                </a:cubicBezTo>
                <a:cubicBezTo>
                  <a:pt x="337749" y="281767"/>
                  <a:pt x="346352" y="277224"/>
                  <a:pt x="354463" y="279725"/>
                </a:cubicBezTo>
                <a:cubicBezTo>
                  <a:pt x="362509" y="282300"/>
                  <a:pt x="366972" y="290883"/>
                  <a:pt x="364458" y="298948"/>
                </a:cubicBezTo>
                <a:close/>
                <a:moveTo>
                  <a:pt x="369162" y="205866"/>
                </a:moveTo>
                <a:cubicBezTo>
                  <a:pt x="369133" y="210005"/>
                  <a:pt x="367438" y="213957"/>
                  <a:pt x="364458" y="216829"/>
                </a:cubicBezTo>
                <a:lnTo>
                  <a:pt x="287568" y="293719"/>
                </a:lnTo>
                <a:cubicBezTo>
                  <a:pt x="277437" y="303766"/>
                  <a:pt x="261100" y="303766"/>
                  <a:pt x="250969" y="293719"/>
                </a:cubicBezTo>
                <a:lnTo>
                  <a:pt x="226671" y="269422"/>
                </a:lnTo>
                <a:cubicBezTo>
                  <a:pt x="220709" y="263424"/>
                  <a:pt x="220709" y="253737"/>
                  <a:pt x="226671" y="247739"/>
                </a:cubicBezTo>
                <a:cubicBezTo>
                  <a:pt x="232669" y="241777"/>
                  <a:pt x="242356" y="241777"/>
                  <a:pt x="248354" y="247739"/>
                </a:cubicBezTo>
                <a:lnTo>
                  <a:pt x="263732" y="263117"/>
                </a:lnTo>
                <a:cubicBezTo>
                  <a:pt x="266722" y="266048"/>
                  <a:pt x="271507" y="266048"/>
                  <a:pt x="274497" y="263117"/>
                </a:cubicBezTo>
                <a:lnTo>
                  <a:pt x="342775" y="194839"/>
                </a:lnTo>
                <a:cubicBezTo>
                  <a:pt x="345663" y="191927"/>
                  <a:pt x="349593" y="190290"/>
                  <a:pt x="353694" y="190290"/>
                </a:cubicBezTo>
                <a:cubicBezTo>
                  <a:pt x="357794" y="190290"/>
                  <a:pt x="361725" y="191927"/>
                  <a:pt x="364612" y="194839"/>
                </a:cubicBezTo>
                <a:cubicBezTo>
                  <a:pt x="367551" y="197753"/>
                  <a:pt x="369191" y="201728"/>
                  <a:pt x="369162" y="205866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7" name="Rounded Rectangle 26"/>
          <p:cNvSpPr/>
          <p:nvPr/>
        </p:nvSpPr>
        <p:spPr>
          <a:xfrm>
            <a:off x="5957598" y="2037792"/>
            <a:ext cx="276804" cy="278224"/>
          </a:xfrm>
          <a:custGeom>
            <a:avLst/>
            <a:gdLst/>
            <a:ahLst/>
            <a:cxnLst/>
            <a:rect l="0" t="0" r="0" b="0"/>
            <a:pathLst>
              <a:path w="276804" h="278224">
                <a:moveTo>
                  <a:pt x="161123" y="48582"/>
                </a:moveTo>
                <a:cubicBezTo>
                  <a:pt x="160579" y="48018"/>
                  <a:pt x="159830" y="47700"/>
                  <a:pt x="159047" y="47700"/>
                </a:cubicBezTo>
                <a:cubicBezTo>
                  <a:pt x="158263" y="47700"/>
                  <a:pt x="157514" y="48018"/>
                  <a:pt x="156971" y="48582"/>
                </a:cubicBezTo>
                <a:lnTo>
                  <a:pt x="149935" y="55733"/>
                </a:lnTo>
                <a:cubicBezTo>
                  <a:pt x="145413" y="60255"/>
                  <a:pt x="138080" y="60255"/>
                  <a:pt x="133557" y="55733"/>
                </a:cubicBezTo>
                <a:cubicBezTo>
                  <a:pt x="129035" y="51210"/>
                  <a:pt x="129035" y="43878"/>
                  <a:pt x="133557" y="39355"/>
                </a:cubicBezTo>
                <a:lnTo>
                  <a:pt x="140708" y="32320"/>
                </a:lnTo>
                <a:cubicBezTo>
                  <a:pt x="141272" y="31776"/>
                  <a:pt x="141591" y="31027"/>
                  <a:pt x="141591" y="30244"/>
                </a:cubicBezTo>
                <a:cubicBezTo>
                  <a:pt x="141591" y="29461"/>
                  <a:pt x="141272" y="28711"/>
                  <a:pt x="140708" y="28168"/>
                </a:cubicBezTo>
                <a:lnTo>
                  <a:pt x="133557" y="21132"/>
                </a:lnTo>
                <a:cubicBezTo>
                  <a:pt x="129035" y="16610"/>
                  <a:pt x="129035" y="9277"/>
                  <a:pt x="133557" y="4755"/>
                </a:cubicBezTo>
                <a:cubicBezTo>
                  <a:pt x="138080" y="232"/>
                  <a:pt x="145413" y="232"/>
                  <a:pt x="149935" y="4755"/>
                </a:cubicBezTo>
                <a:lnTo>
                  <a:pt x="156509" y="11906"/>
                </a:lnTo>
                <a:cubicBezTo>
                  <a:pt x="157053" y="12469"/>
                  <a:pt x="157802" y="12788"/>
                  <a:pt x="158585" y="12788"/>
                </a:cubicBezTo>
                <a:cubicBezTo>
                  <a:pt x="159368" y="12788"/>
                  <a:pt x="160118" y="12469"/>
                  <a:pt x="160661" y="11906"/>
                </a:cubicBezTo>
                <a:lnTo>
                  <a:pt x="167697" y="4755"/>
                </a:lnTo>
                <a:cubicBezTo>
                  <a:pt x="172219" y="103"/>
                  <a:pt x="179656" y="0"/>
                  <a:pt x="184306" y="4523"/>
                </a:cubicBezTo>
                <a:cubicBezTo>
                  <a:pt x="188957" y="9046"/>
                  <a:pt x="189060" y="16483"/>
                  <a:pt x="184536" y="21132"/>
                </a:cubicBezTo>
                <a:lnTo>
                  <a:pt x="177385" y="28168"/>
                </a:lnTo>
                <a:cubicBezTo>
                  <a:pt x="176821" y="28711"/>
                  <a:pt x="176502" y="29461"/>
                  <a:pt x="176502" y="30244"/>
                </a:cubicBezTo>
                <a:cubicBezTo>
                  <a:pt x="176502" y="31027"/>
                  <a:pt x="176821" y="31776"/>
                  <a:pt x="177385" y="32320"/>
                </a:cubicBezTo>
                <a:lnTo>
                  <a:pt x="184536" y="39355"/>
                </a:lnTo>
                <a:cubicBezTo>
                  <a:pt x="189057" y="44005"/>
                  <a:pt x="188953" y="51440"/>
                  <a:pt x="184303" y="55962"/>
                </a:cubicBezTo>
                <a:cubicBezTo>
                  <a:pt x="179654" y="60484"/>
                  <a:pt x="172220" y="60381"/>
                  <a:pt x="167697" y="55733"/>
                </a:cubicBezTo>
                <a:close/>
                <a:moveTo>
                  <a:pt x="276804" y="131162"/>
                </a:moveTo>
                <a:cubicBezTo>
                  <a:pt x="276804" y="150271"/>
                  <a:pt x="261312" y="165763"/>
                  <a:pt x="242203" y="165763"/>
                </a:cubicBezTo>
                <a:cubicBezTo>
                  <a:pt x="223094" y="165763"/>
                  <a:pt x="207603" y="150271"/>
                  <a:pt x="207603" y="131162"/>
                </a:cubicBezTo>
                <a:cubicBezTo>
                  <a:pt x="207603" y="112053"/>
                  <a:pt x="223094" y="96561"/>
                  <a:pt x="242203" y="96561"/>
                </a:cubicBezTo>
                <a:cubicBezTo>
                  <a:pt x="261312" y="96561"/>
                  <a:pt x="276804" y="112053"/>
                  <a:pt x="276804" y="131162"/>
                </a:cubicBezTo>
                <a:close/>
                <a:moveTo>
                  <a:pt x="253737" y="131162"/>
                </a:moveTo>
                <a:cubicBezTo>
                  <a:pt x="253737" y="124792"/>
                  <a:pt x="248573" y="119628"/>
                  <a:pt x="242203" y="119628"/>
                </a:cubicBezTo>
                <a:cubicBezTo>
                  <a:pt x="235833" y="119628"/>
                  <a:pt x="230670" y="124792"/>
                  <a:pt x="230670" y="131162"/>
                </a:cubicBezTo>
                <a:cubicBezTo>
                  <a:pt x="230670" y="137532"/>
                  <a:pt x="235833" y="142695"/>
                  <a:pt x="242203" y="142695"/>
                </a:cubicBezTo>
                <a:cubicBezTo>
                  <a:pt x="248573" y="142695"/>
                  <a:pt x="253737" y="137532"/>
                  <a:pt x="253737" y="131162"/>
                </a:cubicBezTo>
                <a:close/>
                <a:moveTo>
                  <a:pt x="186727" y="122973"/>
                </a:moveTo>
                <a:cubicBezTo>
                  <a:pt x="184466" y="128930"/>
                  <a:pt x="177804" y="131925"/>
                  <a:pt x="171849" y="129663"/>
                </a:cubicBezTo>
                <a:cubicBezTo>
                  <a:pt x="165892" y="127402"/>
                  <a:pt x="162897" y="120740"/>
                  <a:pt x="165159" y="114784"/>
                </a:cubicBezTo>
                <a:cubicBezTo>
                  <a:pt x="177567" y="81637"/>
                  <a:pt x="200603" y="53531"/>
                  <a:pt x="230670" y="34857"/>
                </a:cubicBezTo>
                <a:cubicBezTo>
                  <a:pt x="231960" y="34442"/>
                  <a:pt x="232811" y="33212"/>
                  <a:pt x="232746" y="31859"/>
                </a:cubicBezTo>
                <a:lnTo>
                  <a:pt x="229516" y="26207"/>
                </a:lnTo>
                <a:cubicBezTo>
                  <a:pt x="228299" y="24310"/>
                  <a:pt x="228299" y="21877"/>
                  <a:pt x="229516" y="19979"/>
                </a:cubicBezTo>
                <a:cubicBezTo>
                  <a:pt x="230816" y="18146"/>
                  <a:pt x="233094" y="17280"/>
                  <a:pt x="235283" y="17788"/>
                </a:cubicBezTo>
                <a:lnTo>
                  <a:pt x="269884" y="24938"/>
                </a:lnTo>
                <a:cubicBezTo>
                  <a:pt x="271628" y="25260"/>
                  <a:pt x="273121" y="26382"/>
                  <a:pt x="273914" y="27969"/>
                </a:cubicBezTo>
                <a:cubicBezTo>
                  <a:pt x="274708" y="29556"/>
                  <a:pt x="274710" y="31423"/>
                  <a:pt x="273920" y="33012"/>
                </a:cubicBezTo>
                <a:lnTo>
                  <a:pt x="260080" y="63114"/>
                </a:lnTo>
                <a:cubicBezTo>
                  <a:pt x="259093" y="65040"/>
                  <a:pt x="257112" y="66252"/>
                  <a:pt x="254948" y="66252"/>
                </a:cubicBezTo>
                <a:cubicBezTo>
                  <a:pt x="252784" y="66252"/>
                  <a:pt x="250802" y="65040"/>
                  <a:pt x="249815" y="63114"/>
                </a:cubicBezTo>
                <a:lnTo>
                  <a:pt x="246240" y="56656"/>
                </a:lnTo>
                <a:cubicBezTo>
                  <a:pt x="245844" y="55958"/>
                  <a:pt x="245175" y="55456"/>
                  <a:pt x="244394" y="55272"/>
                </a:cubicBezTo>
                <a:cubicBezTo>
                  <a:pt x="243688" y="55006"/>
                  <a:pt x="242909" y="55006"/>
                  <a:pt x="242203" y="55272"/>
                </a:cubicBezTo>
                <a:cubicBezTo>
                  <a:pt x="216835" y="71199"/>
                  <a:pt x="197357" y="94969"/>
                  <a:pt x="186727" y="122973"/>
                </a:cubicBezTo>
                <a:close/>
                <a:moveTo>
                  <a:pt x="126868" y="162879"/>
                </a:moveTo>
                <a:lnTo>
                  <a:pt x="126868" y="203246"/>
                </a:lnTo>
                <a:cubicBezTo>
                  <a:pt x="126868" y="206431"/>
                  <a:pt x="124286" y="209013"/>
                  <a:pt x="121101" y="209013"/>
                </a:cubicBezTo>
                <a:lnTo>
                  <a:pt x="100226" y="209013"/>
                </a:lnTo>
                <a:cubicBezTo>
                  <a:pt x="98719" y="209008"/>
                  <a:pt x="97463" y="210164"/>
                  <a:pt x="97342" y="211666"/>
                </a:cubicBezTo>
                <a:lnTo>
                  <a:pt x="92268" y="272909"/>
                </a:lnTo>
                <a:cubicBezTo>
                  <a:pt x="92026" y="275912"/>
                  <a:pt x="89514" y="278224"/>
                  <a:pt x="86501" y="278214"/>
                </a:cubicBezTo>
                <a:lnTo>
                  <a:pt x="40367" y="278214"/>
                </a:lnTo>
                <a:cubicBezTo>
                  <a:pt x="37354" y="278224"/>
                  <a:pt x="34841" y="275912"/>
                  <a:pt x="34600" y="272909"/>
                </a:cubicBezTo>
                <a:lnTo>
                  <a:pt x="29525" y="211666"/>
                </a:lnTo>
                <a:cubicBezTo>
                  <a:pt x="29405" y="210164"/>
                  <a:pt x="28148" y="209008"/>
                  <a:pt x="26642" y="209013"/>
                </a:cubicBezTo>
                <a:lnTo>
                  <a:pt x="5766" y="209013"/>
                </a:lnTo>
                <a:cubicBezTo>
                  <a:pt x="2581" y="209013"/>
                  <a:pt x="0" y="206431"/>
                  <a:pt x="0" y="203246"/>
                </a:cubicBezTo>
                <a:lnTo>
                  <a:pt x="0" y="162879"/>
                </a:lnTo>
                <a:cubicBezTo>
                  <a:pt x="63" y="127872"/>
                  <a:pt x="28426" y="99508"/>
                  <a:pt x="63434" y="99445"/>
                </a:cubicBezTo>
                <a:cubicBezTo>
                  <a:pt x="98441" y="99508"/>
                  <a:pt x="126805" y="127872"/>
                  <a:pt x="126868" y="162879"/>
                </a:cubicBezTo>
                <a:close/>
                <a:moveTo>
                  <a:pt x="23067" y="47544"/>
                </a:moveTo>
                <a:cubicBezTo>
                  <a:pt x="23067" y="25250"/>
                  <a:pt x="41140" y="7177"/>
                  <a:pt x="63434" y="7177"/>
                </a:cubicBezTo>
                <a:cubicBezTo>
                  <a:pt x="85728" y="7177"/>
                  <a:pt x="103801" y="25250"/>
                  <a:pt x="103801" y="47544"/>
                </a:cubicBezTo>
                <a:cubicBezTo>
                  <a:pt x="103801" y="69838"/>
                  <a:pt x="85728" y="87911"/>
                  <a:pt x="63434" y="87911"/>
                </a:cubicBezTo>
                <a:cubicBezTo>
                  <a:pt x="41140" y="87911"/>
                  <a:pt x="23067" y="69838"/>
                  <a:pt x="23067" y="47544"/>
                </a:cubicBez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8" name="TextBox 27"/>
          <p:cNvSpPr txBox="1"/>
          <p:nvPr/>
        </p:nvSpPr>
        <p:spPr>
          <a:xfrm>
            <a:off x="5651961" y="3393330"/>
            <a:ext cx="88807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92BD39"/>
                </a:solidFill>
                <a:latin typeface="Roboto"/>
              </a:rPr>
              <a:t>Switch and
Break
Statements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0908" y="2940173"/>
            <a:ext cx="139555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443E5C"/>
                </a:solidFill>
                <a:latin typeface="Roboto"/>
              </a:rPr>
              <a:t>Determine if a tutorial is
needed based on user
experience.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494" y="2906870"/>
            <a:ext cx="1061082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7F64EA"/>
                </a:solidFill>
                <a:latin typeface="Roboto"/>
              </a:rPr>
              <a:t>Tutorial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6141" y="4342470"/>
            <a:ext cx="114181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>
                <a:solidFill>
                  <a:srgbClr val="374840"/>
                </a:solidFill>
                <a:latin typeface="Roboto"/>
              </a:rPr>
              <a:t>Manages caloric
intake adjustments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1961" y="3577868"/>
            <a:ext cx="88807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EABDA"/>
                </a:solidFill>
                <a:latin typeface="Roboto"/>
              </a:rPr>
              <a:t>Conditional
Statements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9325" y="4056739"/>
            <a:ext cx="1153350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24736"/>
                </a:solidFill>
                <a:latin typeface="Roboto"/>
              </a:rPr>
              <a:t>Handles exercise
selection based on
fitness 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4725" y="4033671"/>
            <a:ext cx="1222551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2444A"/>
                </a:solidFill>
                <a:latin typeface="Roboto"/>
              </a:rPr>
              <a:t>Used for gender-
specific calculations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2715" y="2882261"/>
            <a:ext cx="74967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dirty="0">
                <a:solidFill>
                  <a:srgbClr val="E0CB15"/>
                </a:solidFill>
                <a:latin typeface="Roboto"/>
              </a:rPr>
              <a:t>Functions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4725" y="2494085"/>
            <a:ext cx="116488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46432D"/>
                </a:solidFill>
                <a:latin typeface="Roboto"/>
              </a:rPr>
              <a:t>Tracks user
progress and
manages exercises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2130" y="4121813"/>
            <a:ext cx="795811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3CC583"/>
                </a:solidFill>
                <a:latin typeface="Roboto"/>
              </a:rPr>
              <a:t>For Loops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C343942-7EBC-6E39-1E9A-A9AB2342398A}"/>
              </a:ext>
            </a:extLst>
          </p:cNvPr>
          <p:cNvGrpSpPr/>
          <p:nvPr/>
        </p:nvGrpSpPr>
        <p:grpSpPr>
          <a:xfrm>
            <a:off x="4241496" y="1606974"/>
            <a:ext cx="3709008" cy="3616331"/>
            <a:chOff x="4119010" y="1606974"/>
            <a:chExt cx="3709008" cy="3616331"/>
          </a:xfrm>
        </p:grpSpPr>
        <p:grpSp>
          <p:nvGrpSpPr>
            <p:cNvPr id="7" name="Group 6"/>
            <p:cNvGrpSpPr/>
            <p:nvPr/>
          </p:nvGrpSpPr>
          <p:grpSpPr>
            <a:xfrm>
              <a:off x="6394013" y="1606975"/>
              <a:ext cx="1093445" cy="1005360"/>
              <a:chOff x="4265114" y="1127784"/>
              <a:chExt cx="1093445" cy="100536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265114" y="1127784"/>
                <a:ext cx="1093445" cy="1005360"/>
              </a:xfrm>
              <a:custGeom>
                <a:avLst/>
                <a:gdLst/>
                <a:ahLst/>
                <a:cxnLst/>
                <a:rect l="0" t="0" r="0" b="0"/>
                <a:pathLst>
                  <a:path w="1093445" h="1005360">
                    <a:moveTo>
                      <a:pt x="610162" y="991466"/>
                    </a:moveTo>
                    <a:cubicBezTo>
                      <a:pt x="543667" y="1004114"/>
                      <a:pt x="480908" y="1005360"/>
                      <a:pt x="428780" y="991966"/>
                    </a:cubicBezTo>
                    <a:cubicBezTo>
                      <a:pt x="462773" y="958872"/>
                      <a:pt x="498304" y="928524"/>
                      <a:pt x="535586" y="901474"/>
                    </a:cubicBezTo>
                    <a:cubicBezTo>
                      <a:pt x="561875" y="930392"/>
                      <a:pt x="586882" y="960648"/>
                      <a:pt x="610162" y="991466"/>
                    </a:cubicBezTo>
                    <a:close/>
                    <a:moveTo>
                      <a:pt x="928508" y="726328"/>
                    </a:moveTo>
                    <a:cubicBezTo>
                      <a:pt x="983023" y="714992"/>
                      <a:pt x="1038069" y="709668"/>
                      <a:pt x="1093445" y="705040"/>
                    </a:cubicBezTo>
                    <a:cubicBezTo>
                      <a:pt x="1066241" y="742482"/>
                      <a:pt x="1030949" y="778450"/>
                      <a:pt x="990336" y="811605"/>
                    </a:cubicBezTo>
                    <a:cubicBezTo>
                      <a:pt x="971313" y="783594"/>
                      <a:pt x="949322" y="753327"/>
                      <a:pt x="928508" y="726328"/>
                    </a:cubicBezTo>
                    <a:close/>
                    <a:moveTo>
                      <a:pt x="108231" y="591165"/>
                    </a:moveTo>
                    <a:cubicBezTo>
                      <a:pt x="153346" y="452071"/>
                      <a:pt x="165368" y="307427"/>
                      <a:pt x="150534" y="162327"/>
                    </a:cubicBezTo>
                    <a:cubicBezTo>
                      <a:pt x="145000" y="108193"/>
                      <a:pt x="135727" y="53996"/>
                      <a:pt x="123040" y="0"/>
                    </a:cubicBezTo>
                    <a:cubicBezTo>
                      <a:pt x="310804" y="58329"/>
                      <a:pt x="494574" y="155885"/>
                      <a:pt x="662477" y="277874"/>
                    </a:cubicBezTo>
                    <a:cubicBezTo>
                      <a:pt x="833234" y="401938"/>
                      <a:pt x="978979" y="541225"/>
                      <a:pt x="1093445" y="705040"/>
                    </a:cubicBezTo>
                    <a:cubicBezTo>
                      <a:pt x="1038069" y="709668"/>
                      <a:pt x="983023" y="714992"/>
                      <a:pt x="928508" y="726328"/>
                    </a:cubicBezTo>
                    <a:cubicBezTo>
                      <a:pt x="786446" y="755874"/>
                      <a:pt x="652425" y="815641"/>
                      <a:pt x="535586" y="901474"/>
                    </a:cubicBezTo>
                    <a:cubicBezTo>
                      <a:pt x="498304" y="928524"/>
                      <a:pt x="462773" y="958872"/>
                      <a:pt x="428780" y="991966"/>
                    </a:cubicBezTo>
                    <a:cubicBezTo>
                      <a:pt x="428780" y="991966"/>
                      <a:pt x="319631" y="884150"/>
                      <a:pt x="255727" y="837724"/>
                    </a:cubicBezTo>
                    <a:cubicBezTo>
                      <a:pt x="191690" y="791198"/>
                      <a:pt x="124885" y="752402"/>
                      <a:pt x="55549" y="720799"/>
                    </a:cubicBezTo>
                    <a:cubicBezTo>
                      <a:pt x="76524" y="678245"/>
                      <a:pt x="94019" y="634980"/>
                      <a:pt x="108231" y="591165"/>
                    </a:cubicBezTo>
                    <a:close/>
                    <a:moveTo>
                      <a:pt x="150534" y="162327"/>
                    </a:moveTo>
                    <a:cubicBezTo>
                      <a:pt x="118430" y="150881"/>
                      <a:pt x="86096" y="140445"/>
                      <a:pt x="53576" y="131012"/>
                    </a:cubicBezTo>
                    <a:cubicBezTo>
                      <a:pt x="72563" y="82139"/>
                      <a:pt x="95837" y="37442"/>
                      <a:pt x="123040" y="0"/>
                    </a:cubicBezTo>
                    <a:cubicBezTo>
                      <a:pt x="135727" y="53996"/>
                      <a:pt x="145000" y="108193"/>
                      <a:pt x="150534" y="162327"/>
                    </a:cubicBezTo>
                    <a:close/>
                    <a:moveTo>
                      <a:pt x="108231" y="591165"/>
                    </a:moveTo>
                    <a:cubicBezTo>
                      <a:pt x="94019" y="634980"/>
                      <a:pt x="76524" y="678245"/>
                      <a:pt x="55549" y="720799"/>
                    </a:cubicBezTo>
                    <a:cubicBezTo>
                      <a:pt x="26703" y="675360"/>
                      <a:pt x="8518" y="615306"/>
                      <a:pt x="0" y="548158"/>
                    </a:cubicBezTo>
                    <a:cubicBezTo>
                      <a:pt x="36493" y="560773"/>
                      <a:pt x="72608" y="575103"/>
                      <a:pt x="108231" y="591165"/>
                    </a:cubicBezTo>
                    <a:close/>
                  </a:path>
                </a:pathLst>
              </a:custGeom>
              <a:solidFill>
                <a:srgbClr val="1EABD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4265114" y="1127784"/>
                <a:ext cx="1093445" cy="1005359"/>
              </a:xfrm>
              <a:custGeom>
                <a:avLst/>
                <a:gdLst/>
                <a:ahLst/>
                <a:cxnLst/>
                <a:rect l="0" t="0" r="0" b="0"/>
                <a:pathLst>
                  <a:path w="1093445" h="1005359">
                    <a:moveTo>
                      <a:pt x="610162" y="991466"/>
                    </a:moveTo>
                    <a:cubicBezTo>
                      <a:pt x="543667" y="1004115"/>
                      <a:pt x="480908" y="1005359"/>
                      <a:pt x="428780" y="991967"/>
                    </a:cubicBezTo>
                    <a:cubicBezTo>
                      <a:pt x="462773" y="958869"/>
                      <a:pt x="498304" y="928527"/>
                      <a:pt x="535586" y="901471"/>
                    </a:cubicBezTo>
                    <a:cubicBezTo>
                      <a:pt x="561875" y="930392"/>
                      <a:pt x="586882" y="960651"/>
                      <a:pt x="610162" y="991466"/>
                    </a:cubicBezTo>
                    <a:close/>
                    <a:moveTo>
                      <a:pt x="928510" y="726328"/>
                    </a:moveTo>
                    <a:cubicBezTo>
                      <a:pt x="983020" y="714992"/>
                      <a:pt x="1038070" y="709668"/>
                      <a:pt x="1093445" y="705040"/>
                    </a:cubicBezTo>
                    <a:cubicBezTo>
                      <a:pt x="1066242" y="742482"/>
                      <a:pt x="1030949" y="778447"/>
                      <a:pt x="990336" y="811606"/>
                    </a:cubicBezTo>
                    <a:cubicBezTo>
                      <a:pt x="971313" y="783590"/>
                      <a:pt x="949320" y="753327"/>
                      <a:pt x="928510" y="726328"/>
                    </a:cubicBezTo>
                    <a:close/>
                    <a:moveTo>
                      <a:pt x="108231" y="591165"/>
                    </a:moveTo>
                    <a:cubicBezTo>
                      <a:pt x="153346" y="452071"/>
                      <a:pt x="165368" y="307427"/>
                      <a:pt x="150534" y="162327"/>
                    </a:cubicBezTo>
                    <a:cubicBezTo>
                      <a:pt x="145000" y="108193"/>
                      <a:pt x="135727" y="53996"/>
                      <a:pt x="123040" y="0"/>
                    </a:cubicBezTo>
                    <a:cubicBezTo>
                      <a:pt x="310804" y="58329"/>
                      <a:pt x="494574" y="155885"/>
                      <a:pt x="662477" y="277874"/>
                    </a:cubicBezTo>
                    <a:cubicBezTo>
                      <a:pt x="833238" y="401938"/>
                      <a:pt x="978980" y="541225"/>
                      <a:pt x="1093445" y="705040"/>
                    </a:cubicBezTo>
                    <a:cubicBezTo>
                      <a:pt x="1038070" y="709668"/>
                      <a:pt x="983020" y="714992"/>
                      <a:pt x="928510" y="726328"/>
                    </a:cubicBezTo>
                    <a:cubicBezTo>
                      <a:pt x="786445" y="755874"/>
                      <a:pt x="652425" y="815643"/>
                      <a:pt x="535586" y="901471"/>
                    </a:cubicBezTo>
                    <a:cubicBezTo>
                      <a:pt x="498304" y="928527"/>
                      <a:pt x="462773" y="958869"/>
                      <a:pt x="428780" y="991967"/>
                    </a:cubicBezTo>
                    <a:cubicBezTo>
                      <a:pt x="428780" y="991967"/>
                      <a:pt x="319631" y="884153"/>
                      <a:pt x="255727" y="837725"/>
                    </a:cubicBezTo>
                    <a:cubicBezTo>
                      <a:pt x="191690" y="791200"/>
                      <a:pt x="124885" y="752402"/>
                      <a:pt x="55549" y="720799"/>
                    </a:cubicBezTo>
                    <a:cubicBezTo>
                      <a:pt x="76524" y="678245"/>
                      <a:pt x="94019" y="634980"/>
                      <a:pt x="108231" y="591165"/>
                    </a:cubicBezTo>
                    <a:close/>
                    <a:moveTo>
                      <a:pt x="150534" y="162327"/>
                    </a:moveTo>
                    <a:cubicBezTo>
                      <a:pt x="118430" y="150881"/>
                      <a:pt x="86096" y="140445"/>
                      <a:pt x="53576" y="131012"/>
                    </a:cubicBezTo>
                    <a:cubicBezTo>
                      <a:pt x="72563" y="82139"/>
                      <a:pt x="95837" y="37442"/>
                      <a:pt x="123040" y="0"/>
                    </a:cubicBezTo>
                    <a:cubicBezTo>
                      <a:pt x="135727" y="53996"/>
                      <a:pt x="145000" y="108193"/>
                      <a:pt x="150534" y="162327"/>
                    </a:cubicBezTo>
                    <a:close/>
                    <a:moveTo>
                      <a:pt x="108231" y="591165"/>
                    </a:moveTo>
                    <a:cubicBezTo>
                      <a:pt x="94019" y="634980"/>
                      <a:pt x="76524" y="678245"/>
                      <a:pt x="55549" y="720799"/>
                    </a:cubicBezTo>
                    <a:cubicBezTo>
                      <a:pt x="26703" y="675360"/>
                      <a:pt x="8518" y="615306"/>
                      <a:pt x="0" y="548158"/>
                    </a:cubicBezTo>
                    <a:cubicBezTo>
                      <a:pt x="36493" y="560773"/>
                      <a:pt x="72608" y="575103"/>
                      <a:pt x="108231" y="591165"/>
                    </a:cubicBezTo>
                    <a:close/>
                  </a:path>
                </a:pathLst>
              </a:custGeom>
              <a:noFill/>
              <a:ln w="11533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6976531" y="3323364"/>
              <a:ext cx="851487" cy="1166360"/>
              <a:chOff x="4847632" y="2844173"/>
              <a:chExt cx="851487" cy="1166360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4847632" y="2844173"/>
                <a:ext cx="851487" cy="1166360"/>
              </a:xfrm>
              <a:custGeom>
                <a:avLst/>
                <a:gdLst/>
                <a:ahLst/>
                <a:cxnLst/>
                <a:rect l="0" t="0" r="0" b="0"/>
                <a:pathLst>
                  <a:path w="851487" h="1166360">
                    <a:moveTo>
                      <a:pt x="56526" y="795242"/>
                    </a:moveTo>
                    <a:cubicBezTo>
                      <a:pt x="23948" y="735908"/>
                      <a:pt x="3371" y="676605"/>
                      <a:pt x="0" y="622890"/>
                    </a:cubicBezTo>
                    <a:cubicBezTo>
                      <a:pt x="41982" y="644991"/>
                      <a:pt x="81820" y="669406"/>
                      <a:pt x="119072" y="696503"/>
                    </a:cubicBezTo>
                    <a:cubicBezTo>
                      <a:pt x="99690" y="730443"/>
                      <a:pt x="78639" y="763576"/>
                      <a:pt x="56526" y="795242"/>
                    </a:cubicBezTo>
                    <a:close/>
                    <a:moveTo>
                      <a:pt x="407062" y="1016071"/>
                    </a:moveTo>
                    <a:cubicBezTo>
                      <a:pt x="434688" y="1064411"/>
                      <a:pt x="456762" y="1115128"/>
                      <a:pt x="478276" y="1166360"/>
                    </a:cubicBezTo>
                    <a:cubicBezTo>
                      <a:pt x="434261" y="1152058"/>
                      <a:pt x="389150" y="1129606"/>
                      <a:pt x="345063" y="1101226"/>
                    </a:cubicBezTo>
                    <a:cubicBezTo>
                      <a:pt x="365830" y="1074476"/>
                      <a:pt x="387815" y="1044205"/>
                      <a:pt x="407062" y="1016071"/>
                    </a:cubicBezTo>
                    <a:close/>
                    <a:moveTo>
                      <a:pt x="282131" y="194175"/>
                    </a:moveTo>
                    <a:cubicBezTo>
                      <a:pt x="428357" y="194099"/>
                      <a:pt x="569638" y="160835"/>
                      <a:pt x="703050" y="101889"/>
                    </a:cubicBezTo>
                    <a:cubicBezTo>
                      <a:pt x="752825" y="79897"/>
                      <a:pt x="801501" y="54330"/>
                      <a:pt x="848935" y="25579"/>
                    </a:cubicBezTo>
                    <a:cubicBezTo>
                      <a:pt x="851487" y="222177"/>
                      <a:pt x="815495" y="427099"/>
                      <a:pt x="751359" y="624482"/>
                    </a:cubicBezTo>
                    <a:cubicBezTo>
                      <a:pt x="686134" y="825222"/>
                      <a:pt x="598702" y="1006875"/>
                      <a:pt x="478276" y="1166360"/>
                    </a:cubicBezTo>
                    <a:cubicBezTo>
                      <a:pt x="456762" y="1115128"/>
                      <a:pt x="434688" y="1064411"/>
                      <a:pt x="407062" y="1016071"/>
                    </a:cubicBezTo>
                    <a:cubicBezTo>
                      <a:pt x="335062" y="890094"/>
                      <a:pt x="236805" y="781102"/>
                      <a:pt x="119072" y="696503"/>
                    </a:cubicBezTo>
                    <a:cubicBezTo>
                      <a:pt x="81820" y="669406"/>
                      <a:pt x="41982" y="644991"/>
                      <a:pt x="0" y="622890"/>
                    </a:cubicBezTo>
                    <a:cubicBezTo>
                      <a:pt x="0" y="622890"/>
                      <a:pt x="68808" y="485766"/>
                      <a:pt x="93216" y="410643"/>
                    </a:cubicBezTo>
                    <a:cubicBezTo>
                      <a:pt x="117677" y="335363"/>
                      <a:pt x="133931" y="259839"/>
                      <a:pt x="142561" y="184130"/>
                    </a:cubicBezTo>
                    <a:cubicBezTo>
                      <a:pt x="189514" y="190928"/>
                      <a:pt x="236068" y="194198"/>
                      <a:pt x="282131" y="194175"/>
                    </a:cubicBezTo>
                    <a:close/>
                    <a:moveTo>
                      <a:pt x="703050" y="101889"/>
                    </a:moveTo>
                    <a:cubicBezTo>
                      <a:pt x="704016" y="67819"/>
                      <a:pt x="703950" y="33843"/>
                      <a:pt x="702873" y="0"/>
                    </a:cubicBezTo>
                    <a:cubicBezTo>
                      <a:pt x="755220" y="2954"/>
                      <a:pt x="804923" y="11277"/>
                      <a:pt x="848935" y="25579"/>
                    </a:cubicBezTo>
                    <a:cubicBezTo>
                      <a:pt x="801501" y="54330"/>
                      <a:pt x="752825" y="79897"/>
                      <a:pt x="703050" y="101889"/>
                    </a:cubicBezTo>
                    <a:close/>
                    <a:moveTo>
                      <a:pt x="282131" y="194175"/>
                    </a:moveTo>
                    <a:cubicBezTo>
                      <a:pt x="236068" y="194198"/>
                      <a:pt x="189514" y="190928"/>
                      <a:pt x="142561" y="184130"/>
                    </a:cubicBezTo>
                    <a:cubicBezTo>
                      <a:pt x="176862" y="142655"/>
                      <a:pt x="228358" y="106802"/>
                      <a:pt x="289587" y="77950"/>
                    </a:cubicBezTo>
                    <a:cubicBezTo>
                      <a:pt x="288866" y="116556"/>
                      <a:pt x="286398" y="155332"/>
                      <a:pt x="282131" y="194175"/>
                    </a:cubicBezTo>
                    <a:close/>
                  </a:path>
                </a:pathLst>
              </a:custGeom>
              <a:solidFill>
                <a:srgbClr val="1EABD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4847632" y="2844173"/>
                <a:ext cx="851485" cy="1166358"/>
              </a:xfrm>
              <a:custGeom>
                <a:avLst/>
                <a:gdLst/>
                <a:ahLst/>
                <a:cxnLst/>
                <a:rect l="0" t="0" r="0" b="0"/>
                <a:pathLst>
                  <a:path w="851485" h="1166358">
                    <a:moveTo>
                      <a:pt x="56526" y="795239"/>
                    </a:moveTo>
                    <a:cubicBezTo>
                      <a:pt x="23948" y="735908"/>
                      <a:pt x="3371" y="676605"/>
                      <a:pt x="0" y="622890"/>
                    </a:cubicBezTo>
                    <a:cubicBezTo>
                      <a:pt x="41982" y="644991"/>
                      <a:pt x="81820" y="669406"/>
                      <a:pt x="119072" y="696503"/>
                    </a:cubicBezTo>
                    <a:cubicBezTo>
                      <a:pt x="99690" y="730443"/>
                      <a:pt x="78639" y="763576"/>
                      <a:pt x="56526" y="795239"/>
                    </a:cubicBezTo>
                    <a:close/>
                    <a:moveTo>
                      <a:pt x="407062" y="1016074"/>
                    </a:moveTo>
                    <a:cubicBezTo>
                      <a:pt x="434688" y="1064413"/>
                      <a:pt x="456762" y="1115124"/>
                      <a:pt x="478276" y="1166358"/>
                    </a:cubicBezTo>
                    <a:cubicBezTo>
                      <a:pt x="434261" y="1152057"/>
                      <a:pt x="389150" y="1129604"/>
                      <a:pt x="345063" y="1101226"/>
                    </a:cubicBezTo>
                    <a:cubicBezTo>
                      <a:pt x="365830" y="1074476"/>
                      <a:pt x="387815" y="1044209"/>
                      <a:pt x="407062" y="1016074"/>
                    </a:cubicBezTo>
                    <a:close/>
                    <a:moveTo>
                      <a:pt x="282131" y="194175"/>
                    </a:moveTo>
                    <a:cubicBezTo>
                      <a:pt x="428357" y="194099"/>
                      <a:pt x="569638" y="160835"/>
                      <a:pt x="703050" y="101889"/>
                    </a:cubicBezTo>
                    <a:cubicBezTo>
                      <a:pt x="752825" y="79897"/>
                      <a:pt x="801505" y="54330"/>
                      <a:pt x="848938" y="25579"/>
                    </a:cubicBezTo>
                    <a:cubicBezTo>
                      <a:pt x="851485" y="222177"/>
                      <a:pt x="815492" y="427099"/>
                      <a:pt x="751359" y="624482"/>
                    </a:cubicBezTo>
                    <a:cubicBezTo>
                      <a:pt x="686134" y="825223"/>
                      <a:pt x="598702" y="1006873"/>
                      <a:pt x="478276" y="1166358"/>
                    </a:cubicBezTo>
                    <a:cubicBezTo>
                      <a:pt x="456762" y="1115124"/>
                      <a:pt x="434688" y="1064413"/>
                      <a:pt x="407062" y="1016074"/>
                    </a:cubicBezTo>
                    <a:cubicBezTo>
                      <a:pt x="335062" y="890092"/>
                      <a:pt x="236805" y="781102"/>
                      <a:pt x="119072" y="696503"/>
                    </a:cubicBezTo>
                    <a:cubicBezTo>
                      <a:pt x="81820" y="669406"/>
                      <a:pt x="41982" y="644991"/>
                      <a:pt x="0" y="622890"/>
                    </a:cubicBezTo>
                    <a:cubicBezTo>
                      <a:pt x="0" y="622890"/>
                      <a:pt x="68808" y="485766"/>
                      <a:pt x="93216" y="410643"/>
                    </a:cubicBezTo>
                    <a:cubicBezTo>
                      <a:pt x="117677" y="335363"/>
                      <a:pt x="133931" y="259839"/>
                      <a:pt x="142561" y="184130"/>
                    </a:cubicBezTo>
                    <a:cubicBezTo>
                      <a:pt x="189514" y="190928"/>
                      <a:pt x="236068" y="194198"/>
                      <a:pt x="282131" y="194175"/>
                    </a:cubicBezTo>
                    <a:close/>
                    <a:moveTo>
                      <a:pt x="703050" y="101889"/>
                    </a:moveTo>
                    <a:cubicBezTo>
                      <a:pt x="704016" y="67819"/>
                      <a:pt x="703950" y="33842"/>
                      <a:pt x="702873" y="0"/>
                    </a:cubicBezTo>
                    <a:cubicBezTo>
                      <a:pt x="755220" y="2954"/>
                      <a:pt x="804922" y="11277"/>
                      <a:pt x="848938" y="25579"/>
                    </a:cubicBezTo>
                    <a:cubicBezTo>
                      <a:pt x="801505" y="54330"/>
                      <a:pt x="752825" y="79897"/>
                      <a:pt x="703050" y="101889"/>
                    </a:cubicBezTo>
                    <a:close/>
                    <a:moveTo>
                      <a:pt x="282131" y="194175"/>
                    </a:moveTo>
                    <a:cubicBezTo>
                      <a:pt x="236068" y="194198"/>
                      <a:pt x="189514" y="190928"/>
                      <a:pt x="142561" y="184130"/>
                    </a:cubicBezTo>
                    <a:cubicBezTo>
                      <a:pt x="176862" y="142655"/>
                      <a:pt x="228358" y="106802"/>
                      <a:pt x="289587" y="77950"/>
                    </a:cubicBezTo>
                    <a:cubicBezTo>
                      <a:pt x="288866" y="116556"/>
                      <a:pt x="286398" y="155332"/>
                      <a:pt x="282131" y="194175"/>
                    </a:cubicBezTo>
                    <a:close/>
                  </a:path>
                </a:pathLst>
              </a:custGeom>
              <a:noFill/>
              <a:ln w="11533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5373657" y="4508228"/>
              <a:ext cx="1199486" cy="715077"/>
              <a:chOff x="3244759" y="4029036"/>
              <a:chExt cx="1199486" cy="715077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3244759" y="4029036"/>
                <a:ext cx="1199484" cy="715077"/>
              </a:xfrm>
              <a:custGeom>
                <a:avLst/>
                <a:gdLst/>
                <a:ahLst/>
                <a:cxnLst/>
                <a:rect l="0" t="0" r="0" b="0"/>
                <a:pathLst>
                  <a:path w="1199484" h="715077">
                    <a:moveTo>
                      <a:pt x="222627" y="107019"/>
                    </a:moveTo>
                    <a:cubicBezTo>
                      <a:pt x="268987" y="57701"/>
                      <a:pt x="319029" y="19806"/>
                      <a:pt x="369073" y="0"/>
                    </a:cubicBezTo>
                    <a:cubicBezTo>
                      <a:pt x="361027" y="46757"/>
                      <a:pt x="350117" y="92190"/>
                      <a:pt x="335857" y="135992"/>
                    </a:cubicBezTo>
                    <a:cubicBezTo>
                      <a:pt x="297590" y="128047"/>
                      <a:pt x="259573" y="118265"/>
                      <a:pt x="222627" y="107019"/>
                    </a:cubicBezTo>
                    <a:close/>
                    <a:moveTo>
                      <a:pt x="120922" y="508639"/>
                    </a:moveTo>
                    <a:cubicBezTo>
                      <a:pt x="83486" y="549852"/>
                      <a:pt x="42078" y="586516"/>
                      <a:pt x="0" y="622809"/>
                    </a:cubicBezTo>
                    <a:cubicBezTo>
                      <a:pt x="0" y="576528"/>
                      <a:pt x="7413" y="526687"/>
                      <a:pt x="20779" y="475989"/>
                    </a:cubicBezTo>
                    <a:cubicBezTo>
                      <a:pt x="52636" y="487473"/>
                      <a:pt x="88217" y="499029"/>
                      <a:pt x="120922" y="508639"/>
                    </a:cubicBezTo>
                    <a:close/>
                    <a:moveTo>
                      <a:pt x="863990" y="135842"/>
                    </a:moveTo>
                    <a:cubicBezTo>
                      <a:pt x="909247" y="274889"/>
                      <a:pt x="984538" y="398975"/>
                      <a:pt x="1081827" y="507643"/>
                    </a:cubicBezTo>
                    <a:cubicBezTo>
                      <a:pt x="1118127" y="548185"/>
                      <a:pt x="1157487" y="586582"/>
                      <a:pt x="1199484" y="622809"/>
                    </a:cubicBezTo>
                    <a:cubicBezTo>
                      <a:pt x="1013295" y="685984"/>
                      <a:pt x="807283" y="715077"/>
                      <a:pt x="599741" y="715077"/>
                    </a:cubicBezTo>
                    <a:cubicBezTo>
                      <a:pt x="388671" y="715077"/>
                      <a:pt x="188892" y="688057"/>
                      <a:pt x="0" y="622809"/>
                    </a:cubicBezTo>
                    <a:cubicBezTo>
                      <a:pt x="42078" y="586516"/>
                      <a:pt x="83486" y="549852"/>
                      <a:pt x="120922" y="508639"/>
                    </a:cubicBezTo>
                    <a:cubicBezTo>
                      <a:pt x="218489" y="401233"/>
                      <a:pt x="291781" y="274105"/>
                      <a:pt x="335857" y="135992"/>
                    </a:cubicBezTo>
                    <a:cubicBezTo>
                      <a:pt x="350117" y="92190"/>
                      <a:pt x="361027" y="46757"/>
                      <a:pt x="369073" y="0"/>
                    </a:cubicBezTo>
                    <a:cubicBezTo>
                      <a:pt x="369073" y="0"/>
                      <a:pt x="520748" y="23067"/>
                      <a:pt x="599737" y="23067"/>
                    </a:cubicBezTo>
                    <a:cubicBezTo>
                      <a:pt x="678892" y="23067"/>
                      <a:pt x="755742" y="15188"/>
                      <a:pt x="830412" y="0"/>
                    </a:cubicBezTo>
                    <a:cubicBezTo>
                      <a:pt x="838455" y="46756"/>
                      <a:pt x="849734" y="92041"/>
                      <a:pt x="863990" y="135842"/>
                    </a:cubicBezTo>
                    <a:close/>
                    <a:moveTo>
                      <a:pt x="1081827" y="507643"/>
                    </a:moveTo>
                    <a:cubicBezTo>
                      <a:pt x="1114528" y="498033"/>
                      <a:pt x="1146822" y="487471"/>
                      <a:pt x="1178678" y="475988"/>
                    </a:cubicBezTo>
                    <a:cubicBezTo>
                      <a:pt x="1192041" y="526687"/>
                      <a:pt x="1199484" y="576528"/>
                      <a:pt x="1199484" y="622809"/>
                    </a:cubicBezTo>
                    <a:cubicBezTo>
                      <a:pt x="1157487" y="586582"/>
                      <a:pt x="1118127" y="548185"/>
                      <a:pt x="1081827" y="507643"/>
                    </a:cubicBezTo>
                    <a:close/>
                    <a:moveTo>
                      <a:pt x="863990" y="135842"/>
                    </a:moveTo>
                    <a:cubicBezTo>
                      <a:pt x="849734" y="92041"/>
                      <a:pt x="838455" y="46756"/>
                      <a:pt x="830412" y="0"/>
                    </a:cubicBezTo>
                    <a:cubicBezTo>
                      <a:pt x="880460" y="19806"/>
                      <a:pt x="930469" y="57701"/>
                      <a:pt x="976826" y="107018"/>
                    </a:cubicBezTo>
                    <a:cubicBezTo>
                      <a:pt x="939888" y="118263"/>
                      <a:pt x="902250" y="127898"/>
                      <a:pt x="863990" y="135842"/>
                    </a:cubicBez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3244759" y="4029036"/>
                <a:ext cx="1199486" cy="715077"/>
              </a:xfrm>
              <a:custGeom>
                <a:avLst/>
                <a:gdLst/>
                <a:ahLst/>
                <a:cxnLst/>
                <a:rect l="0" t="0" r="0" b="0"/>
                <a:pathLst>
                  <a:path w="1199486" h="715077">
                    <a:moveTo>
                      <a:pt x="222627" y="107019"/>
                    </a:moveTo>
                    <a:cubicBezTo>
                      <a:pt x="268987" y="57701"/>
                      <a:pt x="319029" y="19806"/>
                      <a:pt x="369073" y="0"/>
                    </a:cubicBezTo>
                    <a:cubicBezTo>
                      <a:pt x="361027" y="46757"/>
                      <a:pt x="350117" y="92190"/>
                      <a:pt x="335857" y="135992"/>
                    </a:cubicBezTo>
                    <a:cubicBezTo>
                      <a:pt x="297590" y="128047"/>
                      <a:pt x="259573" y="118265"/>
                      <a:pt x="222627" y="107019"/>
                    </a:cubicBezTo>
                    <a:close/>
                    <a:moveTo>
                      <a:pt x="120922" y="508639"/>
                    </a:moveTo>
                    <a:cubicBezTo>
                      <a:pt x="83486" y="549852"/>
                      <a:pt x="42078" y="586516"/>
                      <a:pt x="0" y="622809"/>
                    </a:cubicBezTo>
                    <a:cubicBezTo>
                      <a:pt x="0" y="576528"/>
                      <a:pt x="7413" y="526687"/>
                      <a:pt x="20779" y="475989"/>
                    </a:cubicBezTo>
                    <a:cubicBezTo>
                      <a:pt x="52636" y="487473"/>
                      <a:pt x="88217" y="499029"/>
                      <a:pt x="120922" y="508639"/>
                    </a:cubicBezTo>
                    <a:close/>
                    <a:moveTo>
                      <a:pt x="863989" y="135842"/>
                    </a:moveTo>
                    <a:cubicBezTo>
                      <a:pt x="909247" y="274889"/>
                      <a:pt x="984541" y="398975"/>
                      <a:pt x="1081829" y="507643"/>
                    </a:cubicBezTo>
                    <a:cubicBezTo>
                      <a:pt x="1118126" y="548185"/>
                      <a:pt x="1157484" y="586582"/>
                      <a:pt x="1199486" y="622809"/>
                    </a:cubicBezTo>
                    <a:cubicBezTo>
                      <a:pt x="1013297" y="685984"/>
                      <a:pt x="807282" y="715077"/>
                      <a:pt x="599741" y="715077"/>
                    </a:cubicBezTo>
                    <a:cubicBezTo>
                      <a:pt x="388671" y="715077"/>
                      <a:pt x="188892" y="688057"/>
                      <a:pt x="0" y="622809"/>
                    </a:cubicBezTo>
                    <a:cubicBezTo>
                      <a:pt x="42078" y="586516"/>
                      <a:pt x="83486" y="549852"/>
                      <a:pt x="120922" y="508639"/>
                    </a:cubicBezTo>
                    <a:cubicBezTo>
                      <a:pt x="218489" y="401233"/>
                      <a:pt x="291781" y="274105"/>
                      <a:pt x="335857" y="135992"/>
                    </a:cubicBezTo>
                    <a:cubicBezTo>
                      <a:pt x="350117" y="92190"/>
                      <a:pt x="361027" y="46757"/>
                      <a:pt x="369073" y="0"/>
                    </a:cubicBezTo>
                    <a:cubicBezTo>
                      <a:pt x="369073" y="0"/>
                      <a:pt x="520748" y="23067"/>
                      <a:pt x="599737" y="23067"/>
                    </a:cubicBezTo>
                    <a:cubicBezTo>
                      <a:pt x="678892" y="23067"/>
                      <a:pt x="755742" y="15188"/>
                      <a:pt x="830412" y="0"/>
                    </a:cubicBezTo>
                    <a:cubicBezTo>
                      <a:pt x="838456" y="46756"/>
                      <a:pt x="849732" y="92041"/>
                      <a:pt x="863989" y="135842"/>
                    </a:cubicBezTo>
                    <a:close/>
                    <a:moveTo>
                      <a:pt x="1081829" y="507643"/>
                    </a:moveTo>
                    <a:cubicBezTo>
                      <a:pt x="1114530" y="498033"/>
                      <a:pt x="1146824" y="487471"/>
                      <a:pt x="1178677" y="475988"/>
                    </a:cubicBezTo>
                    <a:cubicBezTo>
                      <a:pt x="1192043" y="526687"/>
                      <a:pt x="1199486" y="576528"/>
                      <a:pt x="1199486" y="622809"/>
                    </a:cubicBezTo>
                    <a:cubicBezTo>
                      <a:pt x="1157484" y="586582"/>
                      <a:pt x="1118126" y="548185"/>
                      <a:pt x="1081829" y="507643"/>
                    </a:cubicBezTo>
                    <a:close/>
                    <a:moveTo>
                      <a:pt x="863989" y="135842"/>
                    </a:moveTo>
                    <a:cubicBezTo>
                      <a:pt x="849732" y="92041"/>
                      <a:pt x="838456" y="46756"/>
                      <a:pt x="830412" y="0"/>
                    </a:cubicBezTo>
                    <a:cubicBezTo>
                      <a:pt x="880457" y="19806"/>
                      <a:pt x="930468" y="57701"/>
                      <a:pt x="976829" y="107018"/>
                    </a:cubicBezTo>
                    <a:cubicBezTo>
                      <a:pt x="939889" y="118263"/>
                      <a:pt x="902249" y="127898"/>
                      <a:pt x="863989" y="135842"/>
                    </a:cubicBezTo>
                    <a:close/>
                  </a:path>
                </a:pathLst>
              </a:custGeom>
              <a:noFill/>
              <a:ln w="11533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119010" y="3323371"/>
              <a:ext cx="851486" cy="1166360"/>
              <a:chOff x="1990112" y="2844180"/>
              <a:chExt cx="851486" cy="116636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1990112" y="2844180"/>
                <a:ext cx="851486" cy="1166360"/>
              </a:xfrm>
              <a:custGeom>
                <a:avLst/>
                <a:gdLst/>
                <a:ahLst/>
                <a:cxnLst/>
                <a:rect l="0" t="0" r="0" b="0"/>
                <a:pathLst>
                  <a:path w="851486" h="1166360">
                    <a:moveTo>
                      <a:pt x="732412" y="696503"/>
                    </a:moveTo>
                    <a:cubicBezTo>
                      <a:pt x="769665" y="669406"/>
                      <a:pt x="809504" y="644991"/>
                      <a:pt x="851486" y="622890"/>
                    </a:cubicBezTo>
                    <a:cubicBezTo>
                      <a:pt x="848110" y="676605"/>
                      <a:pt x="827535" y="735908"/>
                      <a:pt x="794956" y="795242"/>
                    </a:cubicBezTo>
                    <a:cubicBezTo>
                      <a:pt x="772843" y="763576"/>
                      <a:pt x="751795" y="730443"/>
                      <a:pt x="732412" y="696503"/>
                    </a:cubicBezTo>
                    <a:close/>
                    <a:moveTo>
                      <a:pt x="506421" y="1101226"/>
                    </a:moveTo>
                    <a:cubicBezTo>
                      <a:pt x="462335" y="1129606"/>
                      <a:pt x="417224" y="1152058"/>
                      <a:pt x="373208" y="1166360"/>
                    </a:cubicBezTo>
                    <a:cubicBezTo>
                      <a:pt x="394722" y="1115128"/>
                      <a:pt x="416797" y="1064411"/>
                      <a:pt x="444422" y="1016071"/>
                    </a:cubicBezTo>
                    <a:cubicBezTo>
                      <a:pt x="463670" y="1044205"/>
                      <a:pt x="485655" y="1074476"/>
                      <a:pt x="506421" y="1101226"/>
                    </a:cubicBezTo>
                    <a:close/>
                    <a:moveTo>
                      <a:pt x="708923" y="184130"/>
                    </a:moveTo>
                    <a:cubicBezTo>
                      <a:pt x="717553" y="259839"/>
                      <a:pt x="733808" y="335363"/>
                      <a:pt x="758268" y="410643"/>
                    </a:cubicBezTo>
                    <a:cubicBezTo>
                      <a:pt x="782677" y="485766"/>
                      <a:pt x="851486" y="622890"/>
                      <a:pt x="851486" y="622890"/>
                    </a:cubicBezTo>
                    <a:cubicBezTo>
                      <a:pt x="809504" y="644991"/>
                      <a:pt x="769665" y="669406"/>
                      <a:pt x="732412" y="696503"/>
                    </a:cubicBezTo>
                    <a:cubicBezTo>
                      <a:pt x="614680" y="781102"/>
                      <a:pt x="516422" y="890094"/>
                      <a:pt x="444422" y="1016071"/>
                    </a:cubicBezTo>
                    <a:cubicBezTo>
                      <a:pt x="416797" y="1064411"/>
                      <a:pt x="394722" y="1115128"/>
                      <a:pt x="373208" y="1166360"/>
                    </a:cubicBezTo>
                    <a:cubicBezTo>
                      <a:pt x="252782" y="1006875"/>
                      <a:pt x="165350" y="825222"/>
                      <a:pt x="100126" y="624482"/>
                    </a:cubicBezTo>
                    <a:cubicBezTo>
                      <a:pt x="35992" y="427099"/>
                      <a:pt x="0" y="222177"/>
                      <a:pt x="2547" y="25579"/>
                    </a:cubicBezTo>
                    <a:cubicBezTo>
                      <a:pt x="49980" y="54330"/>
                      <a:pt x="98659" y="79897"/>
                      <a:pt x="148434" y="101889"/>
                    </a:cubicBezTo>
                    <a:cubicBezTo>
                      <a:pt x="281847" y="160835"/>
                      <a:pt x="423127" y="194099"/>
                      <a:pt x="569354" y="194175"/>
                    </a:cubicBezTo>
                    <a:cubicBezTo>
                      <a:pt x="615417" y="194198"/>
                      <a:pt x="661970" y="190928"/>
                      <a:pt x="708923" y="184130"/>
                    </a:cubicBezTo>
                    <a:close/>
                    <a:moveTo>
                      <a:pt x="2547" y="25579"/>
                    </a:moveTo>
                    <a:cubicBezTo>
                      <a:pt x="46563" y="11277"/>
                      <a:pt x="96264" y="2954"/>
                      <a:pt x="148612" y="0"/>
                    </a:cubicBezTo>
                    <a:cubicBezTo>
                      <a:pt x="147534" y="33843"/>
                      <a:pt x="147468" y="67819"/>
                      <a:pt x="148434" y="101889"/>
                    </a:cubicBezTo>
                    <a:cubicBezTo>
                      <a:pt x="98659" y="79897"/>
                      <a:pt x="49980" y="54330"/>
                      <a:pt x="2547" y="25579"/>
                    </a:cubicBezTo>
                    <a:close/>
                    <a:moveTo>
                      <a:pt x="561897" y="77950"/>
                    </a:moveTo>
                    <a:cubicBezTo>
                      <a:pt x="623127" y="106802"/>
                      <a:pt x="674623" y="142655"/>
                      <a:pt x="708923" y="184130"/>
                    </a:cubicBezTo>
                    <a:cubicBezTo>
                      <a:pt x="661970" y="190928"/>
                      <a:pt x="615417" y="194198"/>
                      <a:pt x="569354" y="194175"/>
                    </a:cubicBezTo>
                    <a:cubicBezTo>
                      <a:pt x="565087" y="155332"/>
                      <a:pt x="562619" y="116556"/>
                      <a:pt x="561897" y="77950"/>
                    </a:cubicBezTo>
                    <a:close/>
                  </a:path>
                </a:pathLst>
              </a:custGeom>
              <a:solidFill>
                <a:srgbClr val="92BD3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1990112" y="2844180"/>
                <a:ext cx="851485" cy="1166358"/>
              </a:xfrm>
              <a:custGeom>
                <a:avLst/>
                <a:gdLst/>
                <a:ahLst/>
                <a:cxnLst/>
                <a:rect l="0" t="0" r="0" b="0"/>
                <a:pathLst>
                  <a:path w="851485" h="1166358">
                    <a:moveTo>
                      <a:pt x="732412" y="696503"/>
                    </a:moveTo>
                    <a:cubicBezTo>
                      <a:pt x="769665" y="669406"/>
                      <a:pt x="809502" y="644991"/>
                      <a:pt x="851485" y="622890"/>
                    </a:cubicBezTo>
                    <a:cubicBezTo>
                      <a:pt x="848114" y="676605"/>
                      <a:pt x="827536" y="735908"/>
                      <a:pt x="794959" y="795239"/>
                    </a:cubicBezTo>
                    <a:cubicBezTo>
                      <a:pt x="772846" y="763576"/>
                      <a:pt x="751795" y="730443"/>
                      <a:pt x="732412" y="696503"/>
                    </a:cubicBezTo>
                    <a:close/>
                    <a:moveTo>
                      <a:pt x="506421" y="1101226"/>
                    </a:moveTo>
                    <a:cubicBezTo>
                      <a:pt x="462335" y="1129604"/>
                      <a:pt x="417224" y="1152057"/>
                      <a:pt x="373208" y="1166358"/>
                    </a:cubicBezTo>
                    <a:cubicBezTo>
                      <a:pt x="394722" y="1115124"/>
                      <a:pt x="416797" y="1064413"/>
                      <a:pt x="444422" y="1016074"/>
                    </a:cubicBezTo>
                    <a:cubicBezTo>
                      <a:pt x="463670" y="1044209"/>
                      <a:pt x="485655" y="1074476"/>
                      <a:pt x="506421" y="1101226"/>
                    </a:cubicBezTo>
                    <a:close/>
                    <a:moveTo>
                      <a:pt x="708923" y="184130"/>
                    </a:moveTo>
                    <a:cubicBezTo>
                      <a:pt x="717553" y="259839"/>
                      <a:pt x="733808" y="335363"/>
                      <a:pt x="758268" y="410643"/>
                    </a:cubicBezTo>
                    <a:cubicBezTo>
                      <a:pt x="782677" y="485766"/>
                      <a:pt x="851485" y="622890"/>
                      <a:pt x="851485" y="622890"/>
                    </a:cubicBezTo>
                    <a:cubicBezTo>
                      <a:pt x="809502" y="644991"/>
                      <a:pt x="769665" y="669406"/>
                      <a:pt x="732412" y="696503"/>
                    </a:cubicBezTo>
                    <a:cubicBezTo>
                      <a:pt x="614680" y="781102"/>
                      <a:pt x="516422" y="890092"/>
                      <a:pt x="444422" y="1016074"/>
                    </a:cubicBezTo>
                    <a:cubicBezTo>
                      <a:pt x="416797" y="1064413"/>
                      <a:pt x="394722" y="1115124"/>
                      <a:pt x="373208" y="1166358"/>
                    </a:cubicBezTo>
                    <a:cubicBezTo>
                      <a:pt x="252782" y="1006873"/>
                      <a:pt x="165350" y="825223"/>
                      <a:pt x="100126" y="624482"/>
                    </a:cubicBezTo>
                    <a:cubicBezTo>
                      <a:pt x="35992" y="427099"/>
                      <a:pt x="0" y="222177"/>
                      <a:pt x="2547" y="25579"/>
                    </a:cubicBezTo>
                    <a:cubicBezTo>
                      <a:pt x="49980" y="54330"/>
                      <a:pt x="98659" y="79897"/>
                      <a:pt x="148434" y="101889"/>
                    </a:cubicBezTo>
                    <a:cubicBezTo>
                      <a:pt x="281847" y="160835"/>
                      <a:pt x="423127" y="194099"/>
                      <a:pt x="569354" y="194175"/>
                    </a:cubicBezTo>
                    <a:cubicBezTo>
                      <a:pt x="615417" y="194198"/>
                      <a:pt x="661970" y="190928"/>
                      <a:pt x="708923" y="184130"/>
                    </a:cubicBezTo>
                    <a:close/>
                    <a:moveTo>
                      <a:pt x="2547" y="25579"/>
                    </a:moveTo>
                    <a:cubicBezTo>
                      <a:pt x="46563" y="11277"/>
                      <a:pt x="96264" y="2954"/>
                      <a:pt x="148612" y="0"/>
                    </a:cubicBezTo>
                    <a:cubicBezTo>
                      <a:pt x="147534" y="33842"/>
                      <a:pt x="147468" y="67819"/>
                      <a:pt x="148434" y="101889"/>
                    </a:cubicBezTo>
                    <a:cubicBezTo>
                      <a:pt x="98659" y="79897"/>
                      <a:pt x="49980" y="54330"/>
                      <a:pt x="2547" y="25579"/>
                    </a:cubicBezTo>
                    <a:close/>
                    <a:moveTo>
                      <a:pt x="561897" y="77950"/>
                    </a:moveTo>
                    <a:cubicBezTo>
                      <a:pt x="623127" y="106802"/>
                      <a:pt x="674623" y="142655"/>
                      <a:pt x="708923" y="184130"/>
                    </a:cubicBezTo>
                    <a:cubicBezTo>
                      <a:pt x="661970" y="190928"/>
                      <a:pt x="615417" y="194198"/>
                      <a:pt x="569354" y="194175"/>
                    </a:cubicBezTo>
                    <a:cubicBezTo>
                      <a:pt x="565087" y="155332"/>
                      <a:pt x="562619" y="116556"/>
                      <a:pt x="561897" y="77950"/>
                    </a:cubicBezTo>
                    <a:close/>
                  </a:path>
                </a:pathLst>
              </a:custGeom>
              <a:noFill/>
              <a:ln w="11533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4457044" y="1606974"/>
              <a:ext cx="1093445" cy="1005360"/>
              <a:chOff x="2328145" y="1127783"/>
              <a:chExt cx="1093445" cy="1005360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2328145" y="1127783"/>
                <a:ext cx="1093445" cy="1005360"/>
              </a:xfrm>
              <a:custGeom>
                <a:avLst/>
                <a:gdLst/>
                <a:ahLst/>
                <a:cxnLst/>
                <a:rect l="0" t="0" r="0" b="0"/>
                <a:pathLst>
                  <a:path w="1093445" h="1005360">
                    <a:moveTo>
                      <a:pt x="557858" y="901474"/>
                    </a:moveTo>
                    <a:cubicBezTo>
                      <a:pt x="595141" y="928524"/>
                      <a:pt x="630672" y="958872"/>
                      <a:pt x="664665" y="991966"/>
                    </a:cubicBezTo>
                    <a:cubicBezTo>
                      <a:pt x="612536" y="1005360"/>
                      <a:pt x="549777" y="1004114"/>
                      <a:pt x="483283" y="991466"/>
                    </a:cubicBezTo>
                    <a:cubicBezTo>
                      <a:pt x="506563" y="960648"/>
                      <a:pt x="531570" y="930392"/>
                      <a:pt x="557858" y="901474"/>
                    </a:cubicBezTo>
                    <a:close/>
                    <a:moveTo>
                      <a:pt x="103109" y="811605"/>
                    </a:moveTo>
                    <a:cubicBezTo>
                      <a:pt x="62496" y="778450"/>
                      <a:pt x="27203" y="742482"/>
                      <a:pt x="0" y="705040"/>
                    </a:cubicBezTo>
                    <a:cubicBezTo>
                      <a:pt x="55374" y="709668"/>
                      <a:pt x="110424" y="714992"/>
                      <a:pt x="164935" y="726328"/>
                    </a:cubicBezTo>
                    <a:cubicBezTo>
                      <a:pt x="144124" y="753327"/>
                      <a:pt x="122132" y="783594"/>
                      <a:pt x="103109" y="811605"/>
                    </a:cubicBezTo>
                    <a:close/>
                    <a:moveTo>
                      <a:pt x="1037892" y="720799"/>
                    </a:moveTo>
                    <a:cubicBezTo>
                      <a:pt x="968560" y="752402"/>
                      <a:pt x="901750" y="791198"/>
                      <a:pt x="837716" y="837724"/>
                    </a:cubicBezTo>
                    <a:cubicBezTo>
                      <a:pt x="773813" y="884150"/>
                      <a:pt x="664665" y="991966"/>
                      <a:pt x="664665" y="991966"/>
                    </a:cubicBezTo>
                    <a:cubicBezTo>
                      <a:pt x="630672" y="958872"/>
                      <a:pt x="595141" y="928524"/>
                      <a:pt x="557858" y="901474"/>
                    </a:cubicBezTo>
                    <a:cubicBezTo>
                      <a:pt x="441019" y="815641"/>
                      <a:pt x="306999" y="755874"/>
                      <a:pt x="164935" y="726328"/>
                    </a:cubicBezTo>
                    <a:cubicBezTo>
                      <a:pt x="110424" y="714992"/>
                      <a:pt x="55374" y="709668"/>
                      <a:pt x="0" y="705040"/>
                    </a:cubicBezTo>
                    <a:cubicBezTo>
                      <a:pt x="114465" y="541225"/>
                      <a:pt x="260207" y="401938"/>
                      <a:pt x="430967" y="277874"/>
                    </a:cubicBezTo>
                    <a:cubicBezTo>
                      <a:pt x="598871" y="155885"/>
                      <a:pt x="782640" y="58329"/>
                      <a:pt x="970406" y="0"/>
                    </a:cubicBezTo>
                    <a:cubicBezTo>
                      <a:pt x="957719" y="53996"/>
                      <a:pt x="948446" y="108193"/>
                      <a:pt x="942910" y="162327"/>
                    </a:cubicBezTo>
                    <a:cubicBezTo>
                      <a:pt x="928078" y="307427"/>
                      <a:pt x="940096" y="452071"/>
                      <a:pt x="985215" y="591165"/>
                    </a:cubicBezTo>
                    <a:cubicBezTo>
                      <a:pt x="999424" y="634980"/>
                      <a:pt x="1016924" y="678245"/>
                      <a:pt x="1037892" y="720799"/>
                    </a:cubicBezTo>
                    <a:close/>
                    <a:moveTo>
                      <a:pt x="970406" y="0"/>
                    </a:moveTo>
                    <a:cubicBezTo>
                      <a:pt x="997609" y="37442"/>
                      <a:pt x="1020884" y="82139"/>
                      <a:pt x="1039868" y="131012"/>
                    </a:cubicBezTo>
                    <a:cubicBezTo>
                      <a:pt x="1007351" y="140445"/>
                      <a:pt x="975011" y="150881"/>
                      <a:pt x="942910" y="162327"/>
                    </a:cubicBezTo>
                    <a:cubicBezTo>
                      <a:pt x="948446" y="108193"/>
                      <a:pt x="957719" y="53996"/>
                      <a:pt x="970406" y="0"/>
                    </a:cubicBezTo>
                    <a:close/>
                    <a:moveTo>
                      <a:pt x="1093445" y="548158"/>
                    </a:moveTo>
                    <a:cubicBezTo>
                      <a:pt x="1084926" y="615306"/>
                      <a:pt x="1066741" y="675360"/>
                      <a:pt x="1037892" y="720799"/>
                    </a:cubicBezTo>
                    <a:cubicBezTo>
                      <a:pt x="1016924" y="678245"/>
                      <a:pt x="999424" y="634980"/>
                      <a:pt x="985215" y="591165"/>
                    </a:cubicBezTo>
                    <a:cubicBezTo>
                      <a:pt x="1020838" y="575103"/>
                      <a:pt x="1056953" y="560773"/>
                      <a:pt x="1093445" y="548158"/>
                    </a:cubicBez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2328145" y="1127783"/>
                <a:ext cx="1093445" cy="1005359"/>
              </a:xfrm>
              <a:custGeom>
                <a:avLst/>
                <a:gdLst/>
                <a:ahLst/>
                <a:cxnLst/>
                <a:rect l="0" t="0" r="0" b="0"/>
                <a:pathLst>
                  <a:path w="1093445" h="1005359">
                    <a:moveTo>
                      <a:pt x="557858" y="901471"/>
                    </a:moveTo>
                    <a:cubicBezTo>
                      <a:pt x="595141" y="928527"/>
                      <a:pt x="630672" y="958869"/>
                      <a:pt x="664665" y="991967"/>
                    </a:cubicBezTo>
                    <a:cubicBezTo>
                      <a:pt x="612536" y="1005359"/>
                      <a:pt x="549777" y="1004115"/>
                      <a:pt x="483283" y="991466"/>
                    </a:cubicBezTo>
                    <a:cubicBezTo>
                      <a:pt x="506563" y="960651"/>
                      <a:pt x="531570" y="930392"/>
                      <a:pt x="557858" y="901471"/>
                    </a:cubicBezTo>
                    <a:close/>
                    <a:moveTo>
                      <a:pt x="103109" y="811606"/>
                    </a:moveTo>
                    <a:cubicBezTo>
                      <a:pt x="62496" y="778447"/>
                      <a:pt x="27202" y="742482"/>
                      <a:pt x="0" y="705040"/>
                    </a:cubicBezTo>
                    <a:cubicBezTo>
                      <a:pt x="55374" y="709668"/>
                      <a:pt x="110424" y="714992"/>
                      <a:pt x="164935" y="726328"/>
                    </a:cubicBezTo>
                    <a:cubicBezTo>
                      <a:pt x="144124" y="753327"/>
                      <a:pt x="122132" y="783590"/>
                      <a:pt x="103109" y="811606"/>
                    </a:cubicBezTo>
                    <a:close/>
                    <a:moveTo>
                      <a:pt x="1037896" y="720799"/>
                    </a:moveTo>
                    <a:cubicBezTo>
                      <a:pt x="968559" y="752402"/>
                      <a:pt x="901754" y="791200"/>
                      <a:pt x="837717" y="837725"/>
                    </a:cubicBezTo>
                    <a:cubicBezTo>
                      <a:pt x="773814" y="884153"/>
                      <a:pt x="664665" y="991967"/>
                      <a:pt x="664665" y="991967"/>
                    </a:cubicBezTo>
                    <a:cubicBezTo>
                      <a:pt x="630672" y="958869"/>
                      <a:pt x="595141" y="928527"/>
                      <a:pt x="557858" y="901471"/>
                    </a:cubicBezTo>
                    <a:cubicBezTo>
                      <a:pt x="441019" y="815643"/>
                      <a:pt x="306999" y="755874"/>
                      <a:pt x="164935" y="726328"/>
                    </a:cubicBezTo>
                    <a:cubicBezTo>
                      <a:pt x="110424" y="714992"/>
                      <a:pt x="55374" y="709668"/>
                      <a:pt x="0" y="705040"/>
                    </a:cubicBezTo>
                    <a:cubicBezTo>
                      <a:pt x="114465" y="541225"/>
                      <a:pt x="260207" y="401938"/>
                      <a:pt x="430967" y="277874"/>
                    </a:cubicBezTo>
                    <a:cubicBezTo>
                      <a:pt x="598871" y="155885"/>
                      <a:pt x="782641" y="58329"/>
                      <a:pt x="970405" y="0"/>
                    </a:cubicBezTo>
                    <a:cubicBezTo>
                      <a:pt x="957718" y="53996"/>
                      <a:pt x="948445" y="108193"/>
                      <a:pt x="942911" y="162327"/>
                    </a:cubicBezTo>
                    <a:cubicBezTo>
                      <a:pt x="928077" y="307427"/>
                      <a:pt x="940099" y="452071"/>
                      <a:pt x="985214" y="591165"/>
                    </a:cubicBezTo>
                    <a:cubicBezTo>
                      <a:pt x="999425" y="634980"/>
                      <a:pt x="1016921" y="678245"/>
                      <a:pt x="1037896" y="720799"/>
                    </a:cubicBezTo>
                    <a:close/>
                    <a:moveTo>
                      <a:pt x="970405" y="0"/>
                    </a:moveTo>
                    <a:cubicBezTo>
                      <a:pt x="997608" y="37442"/>
                      <a:pt x="1020882" y="82139"/>
                      <a:pt x="1039868" y="131012"/>
                    </a:cubicBezTo>
                    <a:cubicBezTo>
                      <a:pt x="1007349" y="140445"/>
                      <a:pt x="975014" y="150881"/>
                      <a:pt x="942911" y="162327"/>
                    </a:cubicBezTo>
                    <a:cubicBezTo>
                      <a:pt x="948445" y="108193"/>
                      <a:pt x="957718" y="53996"/>
                      <a:pt x="970405" y="0"/>
                    </a:cubicBezTo>
                    <a:close/>
                    <a:moveTo>
                      <a:pt x="1093445" y="548158"/>
                    </a:moveTo>
                    <a:cubicBezTo>
                      <a:pt x="1084926" y="615306"/>
                      <a:pt x="1066741" y="675360"/>
                      <a:pt x="1037896" y="720799"/>
                    </a:cubicBezTo>
                    <a:cubicBezTo>
                      <a:pt x="1016921" y="678245"/>
                      <a:pt x="999425" y="634980"/>
                      <a:pt x="985214" y="591165"/>
                    </a:cubicBezTo>
                    <a:cubicBezTo>
                      <a:pt x="1020836" y="575103"/>
                      <a:pt x="1056952" y="560773"/>
                      <a:pt x="1093445" y="548158"/>
                    </a:cubicBezTo>
                    <a:close/>
                  </a:path>
                </a:pathLst>
              </a:custGeom>
              <a:noFill/>
              <a:ln w="11533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 sz="1800"/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DC6B4C2-A88B-CE23-54CE-5D0BE1BBDC2D}"/>
                </a:ext>
              </a:extLst>
            </p:cNvPr>
            <p:cNvSpPr/>
            <p:nvPr/>
          </p:nvSpPr>
          <p:spPr>
            <a:xfrm>
              <a:off x="4682607" y="2037792"/>
              <a:ext cx="2615660" cy="26735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35093" y="2591407"/>
              <a:ext cx="2768418" cy="15050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200" b="1" dirty="0">
                  <a:solidFill>
                    <a:srgbClr val="F669BE"/>
                  </a:solidFill>
                  <a:latin typeface="Roboto"/>
                </a:rPr>
                <a:t>Program Structure Overview</a:t>
              </a:r>
            </a:p>
          </p:txBody>
        </p:sp>
      </p:grpSp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A48640A0-D7BA-79D5-6FC8-62627135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16235-72A5-4B55-9D32-FF343076E41B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751FC32B-8305-6697-FCAA-62525084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85903848-9B59-3122-7A40-1175FC20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27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7B01-CB75-201F-F05F-C65B187E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C3CBFA3-2B04-65BD-5EF2-C851D3024555}"/>
              </a:ext>
            </a:extLst>
          </p:cNvPr>
          <p:cNvGrpSpPr/>
          <p:nvPr/>
        </p:nvGrpSpPr>
        <p:grpSpPr>
          <a:xfrm>
            <a:off x="4457044" y="1606974"/>
            <a:ext cx="1093445" cy="1005360"/>
            <a:chOff x="2328145" y="1127783"/>
            <a:chExt cx="1093445" cy="1005360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C2CCE8B-51EC-3295-C80F-89E6F2B47048}"/>
                </a:ext>
              </a:extLst>
            </p:cNvPr>
            <p:cNvSpPr/>
            <p:nvPr/>
          </p:nvSpPr>
          <p:spPr>
            <a:xfrm>
              <a:off x="2328145" y="1127783"/>
              <a:ext cx="1093445" cy="1005360"/>
            </a:xfrm>
            <a:custGeom>
              <a:avLst/>
              <a:gdLst/>
              <a:ahLst/>
              <a:cxnLst/>
              <a:rect l="0" t="0" r="0" b="0"/>
              <a:pathLst>
                <a:path w="1093445" h="1005360">
                  <a:moveTo>
                    <a:pt x="557858" y="901474"/>
                  </a:moveTo>
                  <a:cubicBezTo>
                    <a:pt x="595141" y="928524"/>
                    <a:pt x="630672" y="958872"/>
                    <a:pt x="664665" y="991966"/>
                  </a:cubicBezTo>
                  <a:cubicBezTo>
                    <a:pt x="612536" y="1005360"/>
                    <a:pt x="549777" y="1004114"/>
                    <a:pt x="483283" y="991466"/>
                  </a:cubicBezTo>
                  <a:cubicBezTo>
                    <a:pt x="506563" y="960648"/>
                    <a:pt x="531570" y="930392"/>
                    <a:pt x="557858" y="901474"/>
                  </a:cubicBezTo>
                  <a:close/>
                  <a:moveTo>
                    <a:pt x="103109" y="811605"/>
                  </a:moveTo>
                  <a:cubicBezTo>
                    <a:pt x="62496" y="778450"/>
                    <a:pt x="27203" y="742482"/>
                    <a:pt x="0" y="705040"/>
                  </a:cubicBezTo>
                  <a:cubicBezTo>
                    <a:pt x="55374" y="709668"/>
                    <a:pt x="110424" y="714992"/>
                    <a:pt x="164935" y="726328"/>
                  </a:cubicBezTo>
                  <a:cubicBezTo>
                    <a:pt x="144124" y="753327"/>
                    <a:pt x="122132" y="783594"/>
                    <a:pt x="103109" y="811605"/>
                  </a:cubicBezTo>
                  <a:close/>
                  <a:moveTo>
                    <a:pt x="1037892" y="720799"/>
                  </a:moveTo>
                  <a:cubicBezTo>
                    <a:pt x="968560" y="752402"/>
                    <a:pt x="901750" y="791198"/>
                    <a:pt x="837716" y="837724"/>
                  </a:cubicBezTo>
                  <a:cubicBezTo>
                    <a:pt x="773813" y="884150"/>
                    <a:pt x="664665" y="991966"/>
                    <a:pt x="664665" y="991966"/>
                  </a:cubicBezTo>
                  <a:cubicBezTo>
                    <a:pt x="630672" y="958872"/>
                    <a:pt x="595141" y="928524"/>
                    <a:pt x="557858" y="901474"/>
                  </a:cubicBezTo>
                  <a:cubicBezTo>
                    <a:pt x="441019" y="815641"/>
                    <a:pt x="306999" y="755874"/>
                    <a:pt x="164935" y="726328"/>
                  </a:cubicBezTo>
                  <a:cubicBezTo>
                    <a:pt x="110424" y="714992"/>
                    <a:pt x="55374" y="709668"/>
                    <a:pt x="0" y="705040"/>
                  </a:cubicBezTo>
                  <a:cubicBezTo>
                    <a:pt x="114465" y="541225"/>
                    <a:pt x="260207" y="401938"/>
                    <a:pt x="430967" y="277874"/>
                  </a:cubicBezTo>
                  <a:cubicBezTo>
                    <a:pt x="598871" y="155885"/>
                    <a:pt x="782640" y="58329"/>
                    <a:pt x="970406" y="0"/>
                  </a:cubicBezTo>
                  <a:cubicBezTo>
                    <a:pt x="957719" y="53996"/>
                    <a:pt x="948446" y="108193"/>
                    <a:pt x="942910" y="162327"/>
                  </a:cubicBezTo>
                  <a:cubicBezTo>
                    <a:pt x="928078" y="307427"/>
                    <a:pt x="940096" y="452071"/>
                    <a:pt x="985215" y="591165"/>
                  </a:cubicBezTo>
                  <a:cubicBezTo>
                    <a:pt x="999424" y="634980"/>
                    <a:pt x="1016924" y="678245"/>
                    <a:pt x="1037892" y="720799"/>
                  </a:cubicBezTo>
                  <a:close/>
                  <a:moveTo>
                    <a:pt x="970406" y="0"/>
                  </a:moveTo>
                  <a:cubicBezTo>
                    <a:pt x="997609" y="37442"/>
                    <a:pt x="1020884" y="82139"/>
                    <a:pt x="1039868" y="131012"/>
                  </a:cubicBezTo>
                  <a:cubicBezTo>
                    <a:pt x="1007351" y="140445"/>
                    <a:pt x="975011" y="150881"/>
                    <a:pt x="942910" y="162327"/>
                  </a:cubicBezTo>
                  <a:cubicBezTo>
                    <a:pt x="948446" y="108193"/>
                    <a:pt x="957719" y="53996"/>
                    <a:pt x="970406" y="0"/>
                  </a:cubicBezTo>
                  <a:close/>
                  <a:moveTo>
                    <a:pt x="1093445" y="548158"/>
                  </a:moveTo>
                  <a:cubicBezTo>
                    <a:pt x="1084926" y="615306"/>
                    <a:pt x="1066741" y="675360"/>
                    <a:pt x="1037892" y="720799"/>
                  </a:cubicBezTo>
                  <a:cubicBezTo>
                    <a:pt x="1016924" y="678245"/>
                    <a:pt x="999424" y="634980"/>
                    <a:pt x="985215" y="591165"/>
                  </a:cubicBezTo>
                  <a:cubicBezTo>
                    <a:pt x="1020838" y="575103"/>
                    <a:pt x="1056953" y="560773"/>
                    <a:pt x="1093445" y="548158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9144C2E9-4008-4310-D453-CC31161BFA0D}"/>
                </a:ext>
              </a:extLst>
            </p:cNvPr>
            <p:cNvSpPr/>
            <p:nvPr/>
          </p:nvSpPr>
          <p:spPr>
            <a:xfrm>
              <a:off x="2328145" y="1127783"/>
              <a:ext cx="1093445" cy="1005359"/>
            </a:xfrm>
            <a:custGeom>
              <a:avLst/>
              <a:gdLst/>
              <a:ahLst/>
              <a:cxnLst/>
              <a:rect l="0" t="0" r="0" b="0"/>
              <a:pathLst>
                <a:path w="1093445" h="1005359">
                  <a:moveTo>
                    <a:pt x="557858" y="901471"/>
                  </a:moveTo>
                  <a:cubicBezTo>
                    <a:pt x="595141" y="928527"/>
                    <a:pt x="630672" y="958869"/>
                    <a:pt x="664665" y="991967"/>
                  </a:cubicBezTo>
                  <a:cubicBezTo>
                    <a:pt x="612536" y="1005359"/>
                    <a:pt x="549777" y="1004115"/>
                    <a:pt x="483283" y="991466"/>
                  </a:cubicBezTo>
                  <a:cubicBezTo>
                    <a:pt x="506563" y="960651"/>
                    <a:pt x="531570" y="930392"/>
                    <a:pt x="557858" y="901471"/>
                  </a:cubicBezTo>
                  <a:close/>
                  <a:moveTo>
                    <a:pt x="103109" y="811606"/>
                  </a:moveTo>
                  <a:cubicBezTo>
                    <a:pt x="62496" y="778447"/>
                    <a:pt x="27202" y="742482"/>
                    <a:pt x="0" y="705040"/>
                  </a:cubicBezTo>
                  <a:cubicBezTo>
                    <a:pt x="55374" y="709668"/>
                    <a:pt x="110424" y="714992"/>
                    <a:pt x="164935" y="726328"/>
                  </a:cubicBezTo>
                  <a:cubicBezTo>
                    <a:pt x="144124" y="753327"/>
                    <a:pt x="122132" y="783590"/>
                    <a:pt x="103109" y="811606"/>
                  </a:cubicBezTo>
                  <a:close/>
                  <a:moveTo>
                    <a:pt x="1037896" y="720799"/>
                  </a:moveTo>
                  <a:cubicBezTo>
                    <a:pt x="968559" y="752402"/>
                    <a:pt x="901754" y="791200"/>
                    <a:pt x="837717" y="837725"/>
                  </a:cubicBezTo>
                  <a:cubicBezTo>
                    <a:pt x="773814" y="884153"/>
                    <a:pt x="664665" y="991967"/>
                    <a:pt x="664665" y="991967"/>
                  </a:cubicBezTo>
                  <a:cubicBezTo>
                    <a:pt x="630672" y="958869"/>
                    <a:pt x="595141" y="928527"/>
                    <a:pt x="557858" y="901471"/>
                  </a:cubicBezTo>
                  <a:cubicBezTo>
                    <a:pt x="441019" y="815643"/>
                    <a:pt x="306999" y="755874"/>
                    <a:pt x="164935" y="726328"/>
                  </a:cubicBezTo>
                  <a:cubicBezTo>
                    <a:pt x="110424" y="714992"/>
                    <a:pt x="55374" y="709668"/>
                    <a:pt x="0" y="705040"/>
                  </a:cubicBezTo>
                  <a:cubicBezTo>
                    <a:pt x="114465" y="541225"/>
                    <a:pt x="260207" y="401938"/>
                    <a:pt x="430967" y="277874"/>
                  </a:cubicBezTo>
                  <a:cubicBezTo>
                    <a:pt x="598871" y="155885"/>
                    <a:pt x="782641" y="58329"/>
                    <a:pt x="970405" y="0"/>
                  </a:cubicBezTo>
                  <a:cubicBezTo>
                    <a:pt x="957718" y="53996"/>
                    <a:pt x="948445" y="108193"/>
                    <a:pt x="942911" y="162327"/>
                  </a:cubicBezTo>
                  <a:cubicBezTo>
                    <a:pt x="928077" y="307427"/>
                    <a:pt x="940099" y="452071"/>
                    <a:pt x="985214" y="591165"/>
                  </a:cubicBezTo>
                  <a:cubicBezTo>
                    <a:pt x="999425" y="634980"/>
                    <a:pt x="1016921" y="678245"/>
                    <a:pt x="1037896" y="720799"/>
                  </a:cubicBezTo>
                  <a:close/>
                  <a:moveTo>
                    <a:pt x="970405" y="0"/>
                  </a:moveTo>
                  <a:cubicBezTo>
                    <a:pt x="997608" y="37442"/>
                    <a:pt x="1020882" y="82139"/>
                    <a:pt x="1039868" y="131012"/>
                  </a:cubicBezTo>
                  <a:cubicBezTo>
                    <a:pt x="1007349" y="140445"/>
                    <a:pt x="975014" y="150881"/>
                    <a:pt x="942911" y="162327"/>
                  </a:cubicBezTo>
                  <a:cubicBezTo>
                    <a:pt x="948445" y="108193"/>
                    <a:pt x="957718" y="53996"/>
                    <a:pt x="970405" y="0"/>
                  </a:cubicBezTo>
                  <a:close/>
                  <a:moveTo>
                    <a:pt x="1093445" y="548158"/>
                  </a:moveTo>
                  <a:cubicBezTo>
                    <a:pt x="1084926" y="615306"/>
                    <a:pt x="1066741" y="675360"/>
                    <a:pt x="1037896" y="720799"/>
                  </a:cubicBezTo>
                  <a:cubicBezTo>
                    <a:pt x="1016921" y="678245"/>
                    <a:pt x="999425" y="634980"/>
                    <a:pt x="985214" y="591165"/>
                  </a:cubicBezTo>
                  <a:cubicBezTo>
                    <a:pt x="1020836" y="575103"/>
                    <a:pt x="1056952" y="560773"/>
                    <a:pt x="1093445" y="548158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BFEF6CF-6891-116B-BF89-E888523CD423}"/>
              </a:ext>
            </a:extLst>
          </p:cNvPr>
          <p:cNvGrpSpPr/>
          <p:nvPr/>
        </p:nvGrpSpPr>
        <p:grpSpPr>
          <a:xfrm>
            <a:off x="4266485" y="1670986"/>
            <a:ext cx="3414066" cy="3345854"/>
            <a:chOff x="2137587" y="1191795"/>
            <a:chExt cx="3414066" cy="3345854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A60A2D60-5CC1-4C4A-B819-4519C82BAE51}"/>
                </a:ext>
              </a:extLst>
            </p:cNvPr>
            <p:cNvSpPr/>
            <p:nvPr/>
          </p:nvSpPr>
          <p:spPr>
            <a:xfrm>
              <a:off x="2137587" y="1191795"/>
              <a:ext cx="3414065" cy="3345854"/>
            </a:xfrm>
            <a:custGeom>
              <a:avLst/>
              <a:gdLst/>
              <a:ahLst/>
              <a:cxnLst/>
              <a:rect l="0" t="0" r="0" b="0"/>
              <a:pathLst>
                <a:path w="3414065" h="3345854">
                  <a:moveTo>
                    <a:pt x="673846" y="927455"/>
                  </a:moveTo>
                  <a:lnTo>
                    <a:pt x="674875" y="927647"/>
                  </a:lnTo>
                  <a:cubicBezTo>
                    <a:pt x="510977" y="1144362"/>
                    <a:pt x="413762" y="1414307"/>
                    <a:pt x="413762" y="1706958"/>
                  </a:cubicBezTo>
                  <a:cubicBezTo>
                    <a:pt x="413762" y="1754123"/>
                    <a:pt x="416287" y="1800695"/>
                    <a:pt x="421209" y="1846552"/>
                  </a:cubicBezTo>
                  <a:cubicBezTo>
                    <a:pt x="275223" y="1846375"/>
                    <a:pt x="134173" y="1813120"/>
                    <a:pt x="965" y="1754269"/>
                  </a:cubicBezTo>
                  <a:cubicBezTo>
                    <a:pt x="0" y="1720199"/>
                    <a:pt x="66" y="1686221"/>
                    <a:pt x="1144" y="1652382"/>
                  </a:cubicBezTo>
                  <a:lnTo>
                    <a:pt x="809" y="1652397"/>
                  </a:lnTo>
                  <a:cubicBezTo>
                    <a:pt x="12500" y="1280088"/>
                    <a:pt x="143418" y="937835"/>
                    <a:pt x="356649" y="662556"/>
                  </a:cubicBezTo>
                  <a:cubicBezTo>
                    <a:pt x="498287" y="692185"/>
                    <a:pt x="631898" y="751863"/>
                    <a:pt x="748421" y="837455"/>
                  </a:cubicBezTo>
                  <a:cubicBezTo>
                    <a:pt x="722132" y="866381"/>
                    <a:pt x="697126" y="896637"/>
                    <a:pt x="673846" y="927455"/>
                  </a:cubicBezTo>
                  <a:close/>
                  <a:moveTo>
                    <a:pt x="1706914" y="413808"/>
                  </a:moveTo>
                  <a:cubicBezTo>
                    <a:pt x="1558793" y="413808"/>
                    <a:pt x="1416485" y="438712"/>
                    <a:pt x="1283957" y="484561"/>
                  </a:cubicBezTo>
                  <a:lnTo>
                    <a:pt x="1284011" y="484145"/>
                  </a:lnTo>
                  <a:cubicBezTo>
                    <a:pt x="1247511" y="496761"/>
                    <a:pt x="1211396" y="511091"/>
                    <a:pt x="1175780" y="527152"/>
                  </a:cubicBezTo>
                  <a:cubicBezTo>
                    <a:pt x="1130708" y="388190"/>
                    <a:pt x="1118659" y="243686"/>
                    <a:pt x="1133429" y="98724"/>
                  </a:cubicBezTo>
                  <a:cubicBezTo>
                    <a:pt x="1312668" y="34805"/>
                    <a:pt x="1505723" y="0"/>
                    <a:pt x="1706914" y="0"/>
                  </a:cubicBezTo>
                  <a:cubicBezTo>
                    <a:pt x="1871482" y="0"/>
                    <a:pt x="2030613" y="23289"/>
                    <a:pt x="2181195" y="66752"/>
                  </a:cubicBezTo>
                  <a:lnTo>
                    <a:pt x="2181095" y="66999"/>
                  </a:lnTo>
                  <a:cubicBezTo>
                    <a:pt x="2213619" y="76433"/>
                    <a:pt x="2245951" y="86869"/>
                    <a:pt x="2278053" y="98316"/>
                  </a:cubicBezTo>
                  <a:cubicBezTo>
                    <a:pt x="2292870" y="243227"/>
                    <a:pt x="2280898" y="387686"/>
                    <a:pt x="2235925" y="526614"/>
                  </a:cubicBezTo>
                  <a:cubicBezTo>
                    <a:pt x="2074440" y="454128"/>
                    <a:pt x="1895387" y="413808"/>
                    <a:pt x="1706914" y="413808"/>
                  </a:cubicBezTo>
                  <a:close/>
                  <a:moveTo>
                    <a:pt x="3413019" y="1652382"/>
                  </a:moveTo>
                  <a:lnTo>
                    <a:pt x="3412919" y="1652374"/>
                  </a:lnTo>
                  <a:cubicBezTo>
                    <a:pt x="3414003" y="1686221"/>
                    <a:pt x="3414065" y="1720199"/>
                    <a:pt x="3413104" y="1754269"/>
                  </a:cubicBezTo>
                  <a:cubicBezTo>
                    <a:pt x="3279823" y="1813151"/>
                    <a:pt x="3138691" y="1846414"/>
                    <a:pt x="2992615" y="1846552"/>
                  </a:cubicBezTo>
                  <a:cubicBezTo>
                    <a:pt x="2997536" y="1800695"/>
                    <a:pt x="3000066" y="1754123"/>
                    <a:pt x="3000066" y="1706958"/>
                  </a:cubicBezTo>
                  <a:cubicBezTo>
                    <a:pt x="3000066" y="1371964"/>
                    <a:pt x="2872682" y="1066718"/>
                    <a:pt x="2663710" y="837017"/>
                  </a:cubicBezTo>
                  <a:cubicBezTo>
                    <a:pt x="2780406" y="751425"/>
                    <a:pt x="2914210" y="691811"/>
                    <a:pt x="3056034" y="662316"/>
                  </a:cubicBezTo>
                  <a:cubicBezTo>
                    <a:pt x="3076841" y="689315"/>
                    <a:pt x="3098831" y="719578"/>
                    <a:pt x="3117854" y="747594"/>
                  </a:cubicBezTo>
                  <a:lnTo>
                    <a:pt x="3118569" y="747010"/>
                  </a:lnTo>
                  <a:cubicBezTo>
                    <a:pt x="3295370" y="1006498"/>
                    <a:pt x="3402493" y="1317264"/>
                    <a:pt x="3413019" y="1652382"/>
                  </a:cubicBezTo>
                  <a:close/>
                  <a:moveTo>
                    <a:pt x="1212780" y="3341302"/>
                  </a:moveTo>
                  <a:cubicBezTo>
                    <a:pt x="1186906" y="3333436"/>
                    <a:pt x="1159926" y="3324594"/>
                    <a:pt x="1134883" y="3315706"/>
                  </a:cubicBezTo>
                  <a:cubicBezTo>
                    <a:pt x="825131" y="3205561"/>
                    <a:pt x="556579" y="3008491"/>
                    <a:pt x="358579" y="2753847"/>
                  </a:cubicBezTo>
                  <a:lnTo>
                    <a:pt x="358953" y="2753609"/>
                  </a:lnTo>
                  <a:cubicBezTo>
                    <a:pt x="338186" y="2726859"/>
                    <a:pt x="316201" y="2696587"/>
                    <a:pt x="296954" y="2668453"/>
                  </a:cubicBezTo>
                  <a:cubicBezTo>
                    <a:pt x="368830" y="2542692"/>
                    <a:pt x="466874" y="2433854"/>
                    <a:pt x="584336" y="2349321"/>
                  </a:cubicBezTo>
                  <a:cubicBezTo>
                    <a:pt x="746429" y="2631984"/>
                    <a:pt x="1012205" y="2847584"/>
                    <a:pt x="1329799" y="2944257"/>
                  </a:cubicBezTo>
                  <a:lnTo>
                    <a:pt x="1329799" y="2944257"/>
                  </a:lnTo>
                  <a:cubicBezTo>
                    <a:pt x="1366745" y="2955507"/>
                    <a:pt x="1404759" y="2965287"/>
                    <a:pt x="1443027" y="2973230"/>
                  </a:cubicBezTo>
                  <a:cubicBezTo>
                    <a:pt x="1398954" y="3111332"/>
                    <a:pt x="1325670" y="3238454"/>
                    <a:pt x="1228119" y="3345854"/>
                  </a:cubicBezTo>
                  <a:cubicBezTo>
                    <a:pt x="1222999" y="3344362"/>
                    <a:pt x="1217885" y="3342840"/>
                    <a:pt x="1212780" y="3341302"/>
                  </a:cubicBezTo>
                  <a:close/>
                  <a:moveTo>
                    <a:pt x="2285850" y="3313237"/>
                  </a:moveTo>
                  <a:cubicBezTo>
                    <a:pt x="2253994" y="3324717"/>
                    <a:pt x="2221700" y="3335274"/>
                    <a:pt x="2188999" y="3344885"/>
                  </a:cubicBezTo>
                  <a:cubicBezTo>
                    <a:pt x="2091710" y="3236217"/>
                    <a:pt x="2016419" y="3112132"/>
                    <a:pt x="1971162" y="2973091"/>
                  </a:cubicBezTo>
                  <a:cubicBezTo>
                    <a:pt x="2338427" y="2896832"/>
                    <a:pt x="2648617" y="2664801"/>
                    <a:pt x="2829562" y="2349198"/>
                  </a:cubicBezTo>
                  <a:cubicBezTo>
                    <a:pt x="2947096" y="2433754"/>
                    <a:pt x="3045200" y="2542630"/>
                    <a:pt x="3117108" y="2668453"/>
                  </a:cubicBezTo>
                  <a:cubicBezTo>
                    <a:pt x="3097862" y="2696587"/>
                    <a:pt x="3075879" y="2726851"/>
                    <a:pt x="3055111" y="2753601"/>
                  </a:cubicBezTo>
                  <a:lnTo>
                    <a:pt x="3055327" y="2753739"/>
                  </a:lnTo>
                  <a:cubicBezTo>
                    <a:pt x="2858796" y="3006546"/>
                    <a:pt x="2592733" y="3202608"/>
                    <a:pt x="2285850" y="331323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E4B0928-51C3-841E-6B8F-7E37F6FE48A9}"/>
                </a:ext>
              </a:extLst>
            </p:cNvPr>
            <p:cNvSpPr/>
            <p:nvPr/>
          </p:nvSpPr>
          <p:spPr>
            <a:xfrm>
              <a:off x="2137587" y="1191795"/>
              <a:ext cx="3414066" cy="3345854"/>
            </a:xfrm>
            <a:custGeom>
              <a:avLst/>
              <a:gdLst/>
              <a:ahLst/>
              <a:cxnLst/>
              <a:rect l="0" t="0" r="0" b="0"/>
              <a:pathLst>
                <a:path w="3414066" h="3345854">
                  <a:moveTo>
                    <a:pt x="673846" y="927454"/>
                  </a:moveTo>
                  <a:lnTo>
                    <a:pt x="674875" y="927649"/>
                  </a:lnTo>
                  <a:cubicBezTo>
                    <a:pt x="510977" y="1144359"/>
                    <a:pt x="413762" y="1414306"/>
                    <a:pt x="413762" y="1706958"/>
                  </a:cubicBezTo>
                  <a:cubicBezTo>
                    <a:pt x="413762" y="1754122"/>
                    <a:pt x="416287" y="1800697"/>
                    <a:pt x="421209" y="1846553"/>
                  </a:cubicBezTo>
                  <a:cubicBezTo>
                    <a:pt x="275223" y="1846376"/>
                    <a:pt x="134173" y="1813124"/>
                    <a:pt x="965" y="1754268"/>
                  </a:cubicBezTo>
                  <a:cubicBezTo>
                    <a:pt x="0" y="1720198"/>
                    <a:pt x="66" y="1686222"/>
                    <a:pt x="1144" y="1652379"/>
                  </a:cubicBezTo>
                  <a:lnTo>
                    <a:pt x="809" y="1652398"/>
                  </a:lnTo>
                  <a:cubicBezTo>
                    <a:pt x="12500" y="1280084"/>
                    <a:pt x="143418" y="937833"/>
                    <a:pt x="356649" y="662556"/>
                  </a:cubicBezTo>
                  <a:cubicBezTo>
                    <a:pt x="498287" y="692185"/>
                    <a:pt x="631898" y="751863"/>
                    <a:pt x="748421" y="837459"/>
                  </a:cubicBezTo>
                  <a:cubicBezTo>
                    <a:pt x="722132" y="866380"/>
                    <a:pt x="697126" y="896639"/>
                    <a:pt x="673846" y="927454"/>
                  </a:cubicBezTo>
                  <a:close/>
                  <a:moveTo>
                    <a:pt x="1706913" y="413808"/>
                  </a:moveTo>
                  <a:cubicBezTo>
                    <a:pt x="1558790" y="413808"/>
                    <a:pt x="1416485" y="438712"/>
                    <a:pt x="1283956" y="484561"/>
                  </a:cubicBezTo>
                  <a:lnTo>
                    <a:pt x="1284009" y="484145"/>
                  </a:lnTo>
                  <a:cubicBezTo>
                    <a:pt x="1247514" y="496761"/>
                    <a:pt x="1211400" y="511091"/>
                    <a:pt x="1175777" y="527152"/>
                  </a:cubicBezTo>
                  <a:cubicBezTo>
                    <a:pt x="1130704" y="388190"/>
                    <a:pt x="1118663" y="243686"/>
                    <a:pt x="1133432" y="98724"/>
                  </a:cubicBezTo>
                  <a:cubicBezTo>
                    <a:pt x="1312668" y="34805"/>
                    <a:pt x="1505726" y="0"/>
                    <a:pt x="1706913" y="0"/>
                  </a:cubicBezTo>
                  <a:cubicBezTo>
                    <a:pt x="1871485" y="0"/>
                    <a:pt x="2030616" y="23289"/>
                    <a:pt x="2181192" y="66752"/>
                  </a:cubicBezTo>
                  <a:lnTo>
                    <a:pt x="2181096" y="66999"/>
                  </a:lnTo>
                  <a:cubicBezTo>
                    <a:pt x="2213616" y="76433"/>
                    <a:pt x="2245950" y="86869"/>
                    <a:pt x="2278054" y="98316"/>
                  </a:cubicBezTo>
                  <a:cubicBezTo>
                    <a:pt x="2292869" y="243227"/>
                    <a:pt x="2280897" y="387686"/>
                    <a:pt x="2235926" y="526614"/>
                  </a:cubicBezTo>
                  <a:cubicBezTo>
                    <a:pt x="2074442" y="454128"/>
                    <a:pt x="1895386" y="413808"/>
                    <a:pt x="1706913" y="413808"/>
                  </a:cubicBezTo>
                  <a:close/>
                  <a:moveTo>
                    <a:pt x="3413016" y="1652382"/>
                  </a:moveTo>
                  <a:lnTo>
                    <a:pt x="3412922" y="1652377"/>
                  </a:lnTo>
                  <a:cubicBezTo>
                    <a:pt x="3414000" y="1686220"/>
                    <a:pt x="3414066" y="1720197"/>
                    <a:pt x="3413101" y="1754266"/>
                  </a:cubicBezTo>
                  <a:cubicBezTo>
                    <a:pt x="3279820" y="1813154"/>
                    <a:pt x="3138688" y="1846411"/>
                    <a:pt x="2992617" y="1846551"/>
                  </a:cubicBezTo>
                  <a:cubicBezTo>
                    <a:pt x="2997538" y="1800695"/>
                    <a:pt x="3000064" y="1754122"/>
                    <a:pt x="3000064" y="1706958"/>
                  </a:cubicBezTo>
                  <a:cubicBezTo>
                    <a:pt x="3000064" y="1371961"/>
                    <a:pt x="2872681" y="1066715"/>
                    <a:pt x="2663710" y="837015"/>
                  </a:cubicBezTo>
                  <a:cubicBezTo>
                    <a:pt x="2780407" y="751425"/>
                    <a:pt x="2914210" y="691811"/>
                    <a:pt x="3056030" y="662316"/>
                  </a:cubicBezTo>
                  <a:cubicBezTo>
                    <a:pt x="3076841" y="689315"/>
                    <a:pt x="3098833" y="719578"/>
                    <a:pt x="3117856" y="747594"/>
                  </a:cubicBezTo>
                  <a:lnTo>
                    <a:pt x="3118570" y="747010"/>
                  </a:lnTo>
                  <a:cubicBezTo>
                    <a:pt x="3295369" y="1006499"/>
                    <a:pt x="3402490" y="1317262"/>
                    <a:pt x="3413016" y="1652382"/>
                  </a:cubicBezTo>
                  <a:close/>
                  <a:moveTo>
                    <a:pt x="1212784" y="3341303"/>
                  </a:moveTo>
                  <a:cubicBezTo>
                    <a:pt x="1186910" y="3333439"/>
                    <a:pt x="1159923" y="3324596"/>
                    <a:pt x="1134881" y="3315709"/>
                  </a:cubicBezTo>
                  <a:cubicBezTo>
                    <a:pt x="825129" y="3205561"/>
                    <a:pt x="556579" y="3008491"/>
                    <a:pt x="358579" y="2753845"/>
                  </a:cubicBezTo>
                  <a:lnTo>
                    <a:pt x="358953" y="2753605"/>
                  </a:lnTo>
                  <a:cubicBezTo>
                    <a:pt x="338186" y="2726856"/>
                    <a:pt x="316201" y="2696588"/>
                    <a:pt x="296954" y="2668453"/>
                  </a:cubicBezTo>
                  <a:cubicBezTo>
                    <a:pt x="368830" y="2542688"/>
                    <a:pt x="466874" y="2433857"/>
                    <a:pt x="584336" y="2349320"/>
                  </a:cubicBezTo>
                  <a:cubicBezTo>
                    <a:pt x="746429" y="2631980"/>
                    <a:pt x="1012205" y="2847584"/>
                    <a:pt x="1329798" y="2944259"/>
                  </a:cubicBezTo>
                  <a:lnTo>
                    <a:pt x="1329798" y="2944259"/>
                  </a:lnTo>
                  <a:cubicBezTo>
                    <a:pt x="1366745" y="2955506"/>
                    <a:pt x="1404761" y="2965287"/>
                    <a:pt x="1443029" y="2973233"/>
                  </a:cubicBezTo>
                  <a:cubicBezTo>
                    <a:pt x="1398956" y="3111334"/>
                    <a:pt x="1325671" y="3238453"/>
                    <a:pt x="1228116" y="3345854"/>
                  </a:cubicBezTo>
                  <a:cubicBezTo>
                    <a:pt x="1222996" y="3344360"/>
                    <a:pt x="1217885" y="3342843"/>
                    <a:pt x="1212784" y="3341303"/>
                  </a:cubicBezTo>
                  <a:close/>
                  <a:moveTo>
                    <a:pt x="2285850" y="3313236"/>
                  </a:moveTo>
                  <a:cubicBezTo>
                    <a:pt x="2253996" y="3324719"/>
                    <a:pt x="2221701" y="3335274"/>
                    <a:pt x="2189000" y="3344884"/>
                  </a:cubicBezTo>
                  <a:cubicBezTo>
                    <a:pt x="2091713" y="3236217"/>
                    <a:pt x="2016420" y="3112132"/>
                    <a:pt x="1971162" y="2973087"/>
                  </a:cubicBezTo>
                  <a:cubicBezTo>
                    <a:pt x="2338424" y="2896830"/>
                    <a:pt x="2648621" y="2664804"/>
                    <a:pt x="2829561" y="2349197"/>
                  </a:cubicBezTo>
                  <a:cubicBezTo>
                    <a:pt x="2947099" y="2433751"/>
                    <a:pt x="3045202" y="2542626"/>
                    <a:pt x="3117112" y="2668451"/>
                  </a:cubicBezTo>
                  <a:cubicBezTo>
                    <a:pt x="3097865" y="2696585"/>
                    <a:pt x="3075879" y="2726854"/>
                    <a:pt x="3055113" y="2753603"/>
                  </a:cubicBezTo>
                  <a:lnTo>
                    <a:pt x="3055328" y="2753742"/>
                  </a:lnTo>
                  <a:cubicBezTo>
                    <a:pt x="2858793" y="3006543"/>
                    <a:pt x="2592730" y="3202611"/>
                    <a:pt x="2285850" y="3313236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8A0456-993F-77C4-837D-3046D16AA450}"/>
              </a:ext>
            </a:extLst>
          </p:cNvPr>
          <p:cNvGrpSpPr/>
          <p:nvPr/>
        </p:nvGrpSpPr>
        <p:grpSpPr>
          <a:xfrm>
            <a:off x="6394013" y="1606975"/>
            <a:ext cx="1093445" cy="1005360"/>
            <a:chOff x="4265114" y="1127784"/>
            <a:chExt cx="1093445" cy="100536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69BE36E-151D-26F2-43D1-F0C1F077DAAF}"/>
                </a:ext>
              </a:extLst>
            </p:cNvPr>
            <p:cNvSpPr/>
            <p:nvPr/>
          </p:nvSpPr>
          <p:spPr>
            <a:xfrm>
              <a:off x="4265114" y="1127784"/>
              <a:ext cx="1093445" cy="1005360"/>
            </a:xfrm>
            <a:custGeom>
              <a:avLst/>
              <a:gdLst/>
              <a:ahLst/>
              <a:cxnLst/>
              <a:rect l="0" t="0" r="0" b="0"/>
              <a:pathLst>
                <a:path w="1093445" h="1005360">
                  <a:moveTo>
                    <a:pt x="610162" y="991466"/>
                  </a:moveTo>
                  <a:cubicBezTo>
                    <a:pt x="543667" y="1004114"/>
                    <a:pt x="480908" y="1005360"/>
                    <a:pt x="428780" y="991966"/>
                  </a:cubicBezTo>
                  <a:cubicBezTo>
                    <a:pt x="462773" y="958872"/>
                    <a:pt x="498304" y="928524"/>
                    <a:pt x="535586" y="901474"/>
                  </a:cubicBezTo>
                  <a:cubicBezTo>
                    <a:pt x="561875" y="930392"/>
                    <a:pt x="586882" y="960648"/>
                    <a:pt x="610162" y="991466"/>
                  </a:cubicBezTo>
                  <a:close/>
                  <a:moveTo>
                    <a:pt x="928508" y="726328"/>
                  </a:moveTo>
                  <a:cubicBezTo>
                    <a:pt x="983023" y="714992"/>
                    <a:pt x="1038069" y="709668"/>
                    <a:pt x="1093445" y="705040"/>
                  </a:cubicBezTo>
                  <a:cubicBezTo>
                    <a:pt x="1066241" y="742482"/>
                    <a:pt x="1030949" y="778450"/>
                    <a:pt x="990336" y="811605"/>
                  </a:cubicBezTo>
                  <a:cubicBezTo>
                    <a:pt x="971313" y="783594"/>
                    <a:pt x="949322" y="753327"/>
                    <a:pt x="928508" y="726328"/>
                  </a:cubicBezTo>
                  <a:close/>
                  <a:moveTo>
                    <a:pt x="108231" y="591165"/>
                  </a:moveTo>
                  <a:cubicBezTo>
                    <a:pt x="153346" y="452071"/>
                    <a:pt x="165368" y="307427"/>
                    <a:pt x="150534" y="162327"/>
                  </a:cubicBezTo>
                  <a:cubicBezTo>
                    <a:pt x="145000" y="108193"/>
                    <a:pt x="135727" y="53996"/>
                    <a:pt x="123040" y="0"/>
                  </a:cubicBezTo>
                  <a:cubicBezTo>
                    <a:pt x="310804" y="58329"/>
                    <a:pt x="494574" y="155885"/>
                    <a:pt x="662477" y="277874"/>
                  </a:cubicBezTo>
                  <a:cubicBezTo>
                    <a:pt x="833234" y="401938"/>
                    <a:pt x="978979" y="541225"/>
                    <a:pt x="1093445" y="705040"/>
                  </a:cubicBezTo>
                  <a:cubicBezTo>
                    <a:pt x="1038069" y="709668"/>
                    <a:pt x="983023" y="714992"/>
                    <a:pt x="928508" y="726328"/>
                  </a:cubicBezTo>
                  <a:cubicBezTo>
                    <a:pt x="786446" y="755874"/>
                    <a:pt x="652425" y="815641"/>
                    <a:pt x="535586" y="901474"/>
                  </a:cubicBezTo>
                  <a:cubicBezTo>
                    <a:pt x="498304" y="928524"/>
                    <a:pt x="462773" y="958872"/>
                    <a:pt x="428780" y="991966"/>
                  </a:cubicBezTo>
                  <a:cubicBezTo>
                    <a:pt x="428780" y="991966"/>
                    <a:pt x="319631" y="884150"/>
                    <a:pt x="255727" y="837724"/>
                  </a:cubicBezTo>
                  <a:cubicBezTo>
                    <a:pt x="191690" y="791198"/>
                    <a:pt x="124885" y="752402"/>
                    <a:pt x="55549" y="720799"/>
                  </a:cubicBezTo>
                  <a:cubicBezTo>
                    <a:pt x="76524" y="678245"/>
                    <a:pt x="94019" y="634980"/>
                    <a:pt x="108231" y="591165"/>
                  </a:cubicBezTo>
                  <a:close/>
                  <a:moveTo>
                    <a:pt x="150534" y="162327"/>
                  </a:moveTo>
                  <a:cubicBezTo>
                    <a:pt x="118430" y="150881"/>
                    <a:pt x="86096" y="140445"/>
                    <a:pt x="53576" y="131012"/>
                  </a:cubicBezTo>
                  <a:cubicBezTo>
                    <a:pt x="72563" y="82139"/>
                    <a:pt x="95837" y="37442"/>
                    <a:pt x="123040" y="0"/>
                  </a:cubicBezTo>
                  <a:cubicBezTo>
                    <a:pt x="135727" y="53996"/>
                    <a:pt x="145000" y="108193"/>
                    <a:pt x="150534" y="162327"/>
                  </a:cubicBezTo>
                  <a:close/>
                  <a:moveTo>
                    <a:pt x="108231" y="591165"/>
                  </a:moveTo>
                  <a:cubicBezTo>
                    <a:pt x="94019" y="634980"/>
                    <a:pt x="76524" y="678245"/>
                    <a:pt x="55549" y="720799"/>
                  </a:cubicBezTo>
                  <a:cubicBezTo>
                    <a:pt x="26703" y="675360"/>
                    <a:pt x="8518" y="615306"/>
                    <a:pt x="0" y="548158"/>
                  </a:cubicBezTo>
                  <a:cubicBezTo>
                    <a:pt x="36493" y="560773"/>
                    <a:pt x="72608" y="575103"/>
                    <a:pt x="108231" y="591165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911F20C-F4F3-B87F-F65E-A3ADB597042A}"/>
                </a:ext>
              </a:extLst>
            </p:cNvPr>
            <p:cNvSpPr/>
            <p:nvPr/>
          </p:nvSpPr>
          <p:spPr>
            <a:xfrm>
              <a:off x="4265114" y="1127784"/>
              <a:ext cx="1093445" cy="1005359"/>
            </a:xfrm>
            <a:custGeom>
              <a:avLst/>
              <a:gdLst/>
              <a:ahLst/>
              <a:cxnLst/>
              <a:rect l="0" t="0" r="0" b="0"/>
              <a:pathLst>
                <a:path w="1093445" h="1005359">
                  <a:moveTo>
                    <a:pt x="610162" y="991466"/>
                  </a:moveTo>
                  <a:cubicBezTo>
                    <a:pt x="543667" y="1004115"/>
                    <a:pt x="480908" y="1005359"/>
                    <a:pt x="428780" y="991967"/>
                  </a:cubicBezTo>
                  <a:cubicBezTo>
                    <a:pt x="462773" y="958869"/>
                    <a:pt x="498304" y="928527"/>
                    <a:pt x="535586" y="901471"/>
                  </a:cubicBezTo>
                  <a:cubicBezTo>
                    <a:pt x="561875" y="930392"/>
                    <a:pt x="586882" y="960651"/>
                    <a:pt x="610162" y="991466"/>
                  </a:cubicBezTo>
                  <a:close/>
                  <a:moveTo>
                    <a:pt x="928510" y="726328"/>
                  </a:moveTo>
                  <a:cubicBezTo>
                    <a:pt x="983020" y="714992"/>
                    <a:pt x="1038070" y="709668"/>
                    <a:pt x="1093445" y="705040"/>
                  </a:cubicBezTo>
                  <a:cubicBezTo>
                    <a:pt x="1066242" y="742482"/>
                    <a:pt x="1030949" y="778447"/>
                    <a:pt x="990336" y="811606"/>
                  </a:cubicBezTo>
                  <a:cubicBezTo>
                    <a:pt x="971313" y="783590"/>
                    <a:pt x="949320" y="753327"/>
                    <a:pt x="928510" y="726328"/>
                  </a:cubicBezTo>
                  <a:close/>
                  <a:moveTo>
                    <a:pt x="108231" y="591165"/>
                  </a:moveTo>
                  <a:cubicBezTo>
                    <a:pt x="153346" y="452071"/>
                    <a:pt x="165368" y="307427"/>
                    <a:pt x="150534" y="162327"/>
                  </a:cubicBezTo>
                  <a:cubicBezTo>
                    <a:pt x="145000" y="108193"/>
                    <a:pt x="135727" y="53996"/>
                    <a:pt x="123040" y="0"/>
                  </a:cubicBezTo>
                  <a:cubicBezTo>
                    <a:pt x="310804" y="58329"/>
                    <a:pt x="494574" y="155885"/>
                    <a:pt x="662477" y="277874"/>
                  </a:cubicBezTo>
                  <a:cubicBezTo>
                    <a:pt x="833238" y="401938"/>
                    <a:pt x="978980" y="541225"/>
                    <a:pt x="1093445" y="705040"/>
                  </a:cubicBezTo>
                  <a:cubicBezTo>
                    <a:pt x="1038070" y="709668"/>
                    <a:pt x="983020" y="714992"/>
                    <a:pt x="928510" y="726328"/>
                  </a:cubicBezTo>
                  <a:cubicBezTo>
                    <a:pt x="786445" y="755874"/>
                    <a:pt x="652425" y="815643"/>
                    <a:pt x="535586" y="901471"/>
                  </a:cubicBezTo>
                  <a:cubicBezTo>
                    <a:pt x="498304" y="928527"/>
                    <a:pt x="462773" y="958869"/>
                    <a:pt x="428780" y="991967"/>
                  </a:cubicBezTo>
                  <a:cubicBezTo>
                    <a:pt x="428780" y="991967"/>
                    <a:pt x="319631" y="884153"/>
                    <a:pt x="255727" y="837725"/>
                  </a:cubicBezTo>
                  <a:cubicBezTo>
                    <a:pt x="191690" y="791200"/>
                    <a:pt x="124885" y="752402"/>
                    <a:pt x="55549" y="720799"/>
                  </a:cubicBezTo>
                  <a:cubicBezTo>
                    <a:pt x="76524" y="678245"/>
                    <a:pt x="94019" y="634980"/>
                    <a:pt x="108231" y="591165"/>
                  </a:cubicBezTo>
                  <a:close/>
                  <a:moveTo>
                    <a:pt x="150534" y="162327"/>
                  </a:moveTo>
                  <a:cubicBezTo>
                    <a:pt x="118430" y="150881"/>
                    <a:pt x="86096" y="140445"/>
                    <a:pt x="53576" y="131012"/>
                  </a:cubicBezTo>
                  <a:cubicBezTo>
                    <a:pt x="72563" y="82139"/>
                    <a:pt x="95837" y="37442"/>
                    <a:pt x="123040" y="0"/>
                  </a:cubicBezTo>
                  <a:cubicBezTo>
                    <a:pt x="135727" y="53996"/>
                    <a:pt x="145000" y="108193"/>
                    <a:pt x="150534" y="162327"/>
                  </a:cubicBezTo>
                  <a:close/>
                  <a:moveTo>
                    <a:pt x="108231" y="591165"/>
                  </a:moveTo>
                  <a:cubicBezTo>
                    <a:pt x="94019" y="634980"/>
                    <a:pt x="76524" y="678245"/>
                    <a:pt x="55549" y="720799"/>
                  </a:cubicBezTo>
                  <a:cubicBezTo>
                    <a:pt x="26703" y="675360"/>
                    <a:pt x="8518" y="615306"/>
                    <a:pt x="0" y="548158"/>
                  </a:cubicBezTo>
                  <a:cubicBezTo>
                    <a:pt x="36493" y="560773"/>
                    <a:pt x="72608" y="575103"/>
                    <a:pt x="108231" y="591165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7CFD7F-9E54-140E-A93B-0184D1B8F483}"/>
              </a:ext>
            </a:extLst>
          </p:cNvPr>
          <p:cNvGrpSpPr/>
          <p:nvPr/>
        </p:nvGrpSpPr>
        <p:grpSpPr>
          <a:xfrm>
            <a:off x="6976531" y="3323364"/>
            <a:ext cx="851487" cy="1166360"/>
            <a:chOff x="4847632" y="2844173"/>
            <a:chExt cx="851487" cy="116636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D1848B2-4F07-90FE-88FA-B1024B3510C1}"/>
                </a:ext>
              </a:extLst>
            </p:cNvPr>
            <p:cNvSpPr/>
            <p:nvPr/>
          </p:nvSpPr>
          <p:spPr>
            <a:xfrm>
              <a:off x="4847632" y="2844173"/>
              <a:ext cx="851487" cy="1166360"/>
            </a:xfrm>
            <a:custGeom>
              <a:avLst/>
              <a:gdLst/>
              <a:ahLst/>
              <a:cxnLst/>
              <a:rect l="0" t="0" r="0" b="0"/>
              <a:pathLst>
                <a:path w="851487" h="1166360">
                  <a:moveTo>
                    <a:pt x="56526" y="795242"/>
                  </a:moveTo>
                  <a:cubicBezTo>
                    <a:pt x="23948" y="735908"/>
                    <a:pt x="3371" y="676605"/>
                    <a:pt x="0" y="622890"/>
                  </a:cubicBezTo>
                  <a:cubicBezTo>
                    <a:pt x="41982" y="644991"/>
                    <a:pt x="81820" y="669406"/>
                    <a:pt x="119072" y="696503"/>
                  </a:cubicBezTo>
                  <a:cubicBezTo>
                    <a:pt x="99690" y="730443"/>
                    <a:pt x="78639" y="763576"/>
                    <a:pt x="56526" y="795242"/>
                  </a:cubicBezTo>
                  <a:close/>
                  <a:moveTo>
                    <a:pt x="407062" y="1016071"/>
                  </a:moveTo>
                  <a:cubicBezTo>
                    <a:pt x="434688" y="1064411"/>
                    <a:pt x="456762" y="1115128"/>
                    <a:pt x="478276" y="1166360"/>
                  </a:cubicBezTo>
                  <a:cubicBezTo>
                    <a:pt x="434261" y="1152058"/>
                    <a:pt x="389150" y="1129606"/>
                    <a:pt x="345063" y="1101226"/>
                  </a:cubicBezTo>
                  <a:cubicBezTo>
                    <a:pt x="365830" y="1074476"/>
                    <a:pt x="387815" y="1044205"/>
                    <a:pt x="407062" y="1016071"/>
                  </a:cubicBezTo>
                  <a:close/>
                  <a:moveTo>
                    <a:pt x="282131" y="194175"/>
                  </a:moveTo>
                  <a:cubicBezTo>
                    <a:pt x="428357" y="194099"/>
                    <a:pt x="569638" y="160835"/>
                    <a:pt x="703050" y="101889"/>
                  </a:cubicBezTo>
                  <a:cubicBezTo>
                    <a:pt x="752825" y="79897"/>
                    <a:pt x="801501" y="54330"/>
                    <a:pt x="848935" y="25579"/>
                  </a:cubicBezTo>
                  <a:cubicBezTo>
                    <a:pt x="851487" y="222177"/>
                    <a:pt x="815495" y="427099"/>
                    <a:pt x="751359" y="624482"/>
                  </a:cubicBezTo>
                  <a:cubicBezTo>
                    <a:pt x="686134" y="825222"/>
                    <a:pt x="598702" y="1006875"/>
                    <a:pt x="478276" y="1166360"/>
                  </a:cubicBezTo>
                  <a:cubicBezTo>
                    <a:pt x="456762" y="1115128"/>
                    <a:pt x="434688" y="1064411"/>
                    <a:pt x="407062" y="1016071"/>
                  </a:cubicBezTo>
                  <a:cubicBezTo>
                    <a:pt x="335062" y="890094"/>
                    <a:pt x="236805" y="781102"/>
                    <a:pt x="119072" y="696503"/>
                  </a:cubicBezTo>
                  <a:cubicBezTo>
                    <a:pt x="81820" y="669406"/>
                    <a:pt x="41982" y="644991"/>
                    <a:pt x="0" y="622890"/>
                  </a:cubicBezTo>
                  <a:cubicBezTo>
                    <a:pt x="0" y="622890"/>
                    <a:pt x="68808" y="485766"/>
                    <a:pt x="93216" y="410643"/>
                  </a:cubicBezTo>
                  <a:cubicBezTo>
                    <a:pt x="117677" y="335363"/>
                    <a:pt x="133931" y="259839"/>
                    <a:pt x="142561" y="184130"/>
                  </a:cubicBezTo>
                  <a:cubicBezTo>
                    <a:pt x="189514" y="190928"/>
                    <a:pt x="236068" y="194198"/>
                    <a:pt x="282131" y="194175"/>
                  </a:cubicBezTo>
                  <a:close/>
                  <a:moveTo>
                    <a:pt x="703050" y="101889"/>
                  </a:moveTo>
                  <a:cubicBezTo>
                    <a:pt x="704016" y="67819"/>
                    <a:pt x="703950" y="33843"/>
                    <a:pt x="702873" y="0"/>
                  </a:cubicBezTo>
                  <a:cubicBezTo>
                    <a:pt x="755220" y="2954"/>
                    <a:pt x="804923" y="11277"/>
                    <a:pt x="848935" y="25579"/>
                  </a:cubicBezTo>
                  <a:cubicBezTo>
                    <a:pt x="801501" y="54330"/>
                    <a:pt x="752825" y="79897"/>
                    <a:pt x="703050" y="101889"/>
                  </a:cubicBezTo>
                  <a:close/>
                  <a:moveTo>
                    <a:pt x="282131" y="194175"/>
                  </a:moveTo>
                  <a:cubicBezTo>
                    <a:pt x="236068" y="194198"/>
                    <a:pt x="189514" y="190928"/>
                    <a:pt x="142561" y="184130"/>
                  </a:cubicBezTo>
                  <a:cubicBezTo>
                    <a:pt x="176862" y="142655"/>
                    <a:pt x="228358" y="106802"/>
                    <a:pt x="289587" y="77950"/>
                  </a:cubicBezTo>
                  <a:cubicBezTo>
                    <a:pt x="288866" y="116556"/>
                    <a:pt x="286398" y="155332"/>
                    <a:pt x="282131" y="194175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E8D3574-2A27-0769-D553-ECF4DD51EFBB}"/>
                </a:ext>
              </a:extLst>
            </p:cNvPr>
            <p:cNvSpPr/>
            <p:nvPr/>
          </p:nvSpPr>
          <p:spPr>
            <a:xfrm>
              <a:off x="4847632" y="2844173"/>
              <a:ext cx="851485" cy="1166358"/>
            </a:xfrm>
            <a:custGeom>
              <a:avLst/>
              <a:gdLst/>
              <a:ahLst/>
              <a:cxnLst/>
              <a:rect l="0" t="0" r="0" b="0"/>
              <a:pathLst>
                <a:path w="851485" h="1166358">
                  <a:moveTo>
                    <a:pt x="56526" y="795239"/>
                  </a:moveTo>
                  <a:cubicBezTo>
                    <a:pt x="23948" y="735908"/>
                    <a:pt x="3371" y="676605"/>
                    <a:pt x="0" y="622890"/>
                  </a:cubicBezTo>
                  <a:cubicBezTo>
                    <a:pt x="41982" y="644991"/>
                    <a:pt x="81820" y="669406"/>
                    <a:pt x="119072" y="696503"/>
                  </a:cubicBezTo>
                  <a:cubicBezTo>
                    <a:pt x="99690" y="730443"/>
                    <a:pt x="78639" y="763576"/>
                    <a:pt x="56526" y="795239"/>
                  </a:cubicBezTo>
                  <a:close/>
                  <a:moveTo>
                    <a:pt x="407062" y="1016074"/>
                  </a:moveTo>
                  <a:cubicBezTo>
                    <a:pt x="434688" y="1064413"/>
                    <a:pt x="456762" y="1115124"/>
                    <a:pt x="478276" y="1166358"/>
                  </a:cubicBezTo>
                  <a:cubicBezTo>
                    <a:pt x="434261" y="1152057"/>
                    <a:pt x="389150" y="1129604"/>
                    <a:pt x="345063" y="1101226"/>
                  </a:cubicBezTo>
                  <a:cubicBezTo>
                    <a:pt x="365830" y="1074476"/>
                    <a:pt x="387815" y="1044209"/>
                    <a:pt x="407062" y="1016074"/>
                  </a:cubicBezTo>
                  <a:close/>
                  <a:moveTo>
                    <a:pt x="282131" y="194175"/>
                  </a:moveTo>
                  <a:cubicBezTo>
                    <a:pt x="428357" y="194099"/>
                    <a:pt x="569638" y="160835"/>
                    <a:pt x="703050" y="101889"/>
                  </a:cubicBezTo>
                  <a:cubicBezTo>
                    <a:pt x="752825" y="79897"/>
                    <a:pt x="801505" y="54330"/>
                    <a:pt x="848938" y="25579"/>
                  </a:cubicBezTo>
                  <a:cubicBezTo>
                    <a:pt x="851485" y="222177"/>
                    <a:pt x="815492" y="427099"/>
                    <a:pt x="751359" y="624482"/>
                  </a:cubicBezTo>
                  <a:cubicBezTo>
                    <a:pt x="686134" y="825223"/>
                    <a:pt x="598702" y="1006873"/>
                    <a:pt x="478276" y="1166358"/>
                  </a:cubicBezTo>
                  <a:cubicBezTo>
                    <a:pt x="456762" y="1115124"/>
                    <a:pt x="434688" y="1064413"/>
                    <a:pt x="407062" y="1016074"/>
                  </a:cubicBezTo>
                  <a:cubicBezTo>
                    <a:pt x="335062" y="890092"/>
                    <a:pt x="236805" y="781102"/>
                    <a:pt x="119072" y="696503"/>
                  </a:cubicBezTo>
                  <a:cubicBezTo>
                    <a:pt x="81820" y="669406"/>
                    <a:pt x="41982" y="644991"/>
                    <a:pt x="0" y="622890"/>
                  </a:cubicBezTo>
                  <a:cubicBezTo>
                    <a:pt x="0" y="622890"/>
                    <a:pt x="68808" y="485766"/>
                    <a:pt x="93216" y="410643"/>
                  </a:cubicBezTo>
                  <a:cubicBezTo>
                    <a:pt x="117677" y="335363"/>
                    <a:pt x="133931" y="259839"/>
                    <a:pt x="142561" y="184130"/>
                  </a:cubicBezTo>
                  <a:cubicBezTo>
                    <a:pt x="189514" y="190928"/>
                    <a:pt x="236068" y="194198"/>
                    <a:pt x="282131" y="194175"/>
                  </a:cubicBezTo>
                  <a:close/>
                  <a:moveTo>
                    <a:pt x="703050" y="101889"/>
                  </a:moveTo>
                  <a:cubicBezTo>
                    <a:pt x="704016" y="67819"/>
                    <a:pt x="703950" y="33842"/>
                    <a:pt x="702873" y="0"/>
                  </a:cubicBezTo>
                  <a:cubicBezTo>
                    <a:pt x="755220" y="2954"/>
                    <a:pt x="804922" y="11277"/>
                    <a:pt x="848938" y="25579"/>
                  </a:cubicBezTo>
                  <a:cubicBezTo>
                    <a:pt x="801505" y="54330"/>
                    <a:pt x="752825" y="79897"/>
                    <a:pt x="703050" y="101889"/>
                  </a:cubicBezTo>
                  <a:close/>
                  <a:moveTo>
                    <a:pt x="282131" y="194175"/>
                  </a:moveTo>
                  <a:cubicBezTo>
                    <a:pt x="236068" y="194198"/>
                    <a:pt x="189514" y="190928"/>
                    <a:pt x="142561" y="184130"/>
                  </a:cubicBezTo>
                  <a:cubicBezTo>
                    <a:pt x="176862" y="142655"/>
                    <a:pt x="228358" y="106802"/>
                    <a:pt x="289587" y="77950"/>
                  </a:cubicBezTo>
                  <a:cubicBezTo>
                    <a:pt x="288866" y="116556"/>
                    <a:pt x="286398" y="155332"/>
                    <a:pt x="282131" y="194175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AC9E0D-CE0B-610B-938F-50ECE7A8C05C}"/>
              </a:ext>
            </a:extLst>
          </p:cNvPr>
          <p:cNvGrpSpPr/>
          <p:nvPr/>
        </p:nvGrpSpPr>
        <p:grpSpPr>
          <a:xfrm>
            <a:off x="5373657" y="4508228"/>
            <a:ext cx="1199486" cy="715077"/>
            <a:chOff x="3244759" y="4029036"/>
            <a:chExt cx="1199486" cy="715077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005DBF5-4901-AC96-EB70-F8D0DAF428D5}"/>
                </a:ext>
              </a:extLst>
            </p:cNvPr>
            <p:cNvSpPr/>
            <p:nvPr/>
          </p:nvSpPr>
          <p:spPr>
            <a:xfrm>
              <a:off x="3244759" y="4029036"/>
              <a:ext cx="1199484" cy="715077"/>
            </a:xfrm>
            <a:custGeom>
              <a:avLst/>
              <a:gdLst/>
              <a:ahLst/>
              <a:cxnLst/>
              <a:rect l="0" t="0" r="0" b="0"/>
              <a:pathLst>
                <a:path w="1199484" h="715077">
                  <a:moveTo>
                    <a:pt x="222627" y="107019"/>
                  </a:moveTo>
                  <a:cubicBezTo>
                    <a:pt x="268987" y="57701"/>
                    <a:pt x="319029" y="19806"/>
                    <a:pt x="369073" y="0"/>
                  </a:cubicBezTo>
                  <a:cubicBezTo>
                    <a:pt x="361027" y="46757"/>
                    <a:pt x="350117" y="92190"/>
                    <a:pt x="335857" y="135992"/>
                  </a:cubicBezTo>
                  <a:cubicBezTo>
                    <a:pt x="297590" y="128047"/>
                    <a:pt x="259573" y="118265"/>
                    <a:pt x="222627" y="107019"/>
                  </a:cubicBezTo>
                  <a:close/>
                  <a:moveTo>
                    <a:pt x="120922" y="508639"/>
                  </a:moveTo>
                  <a:cubicBezTo>
                    <a:pt x="83486" y="549852"/>
                    <a:pt x="42078" y="586516"/>
                    <a:pt x="0" y="622809"/>
                  </a:cubicBezTo>
                  <a:cubicBezTo>
                    <a:pt x="0" y="576528"/>
                    <a:pt x="7413" y="526687"/>
                    <a:pt x="20779" y="475989"/>
                  </a:cubicBezTo>
                  <a:cubicBezTo>
                    <a:pt x="52636" y="487473"/>
                    <a:pt x="88217" y="499029"/>
                    <a:pt x="120922" y="508639"/>
                  </a:cubicBezTo>
                  <a:close/>
                  <a:moveTo>
                    <a:pt x="863990" y="135842"/>
                  </a:moveTo>
                  <a:cubicBezTo>
                    <a:pt x="909247" y="274889"/>
                    <a:pt x="984538" y="398975"/>
                    <a:pt x="1081827" y="507643"/>
                  </a:cubicBezTo>
                  <a:cubicBezTo>
                    <a:pt x="1118127" y="548185"/>
                    <a:pt x="1157487" y="586582"/>
                    <a:pt x="1199484" y="622809"/>
                  </a:cubicBezTo>
                  <a:cubicBezTo>
                    <a:pt x="1013295" y="685984"/>
                    <a:pt x="807283" y="715077"/>
                    <a:pt x="599741" y="715077"/>
                  </a:cubicBezTo>
                  <a:cubicBezTo>
                    <a:pt x="388671" y="715077"/>
                    <a:pt x="188892" y="688057"/>
                    <a:pt x="0" y="622809"/>
                  </a:cubicBezTo>
                  <a:cubicBezTo>
                    <a:pt x="42078" y="586516"/>
                    <a:pt x="83486" y="549852"/>
                    <a:pt x="120922" y="508639"/>
                  </a:cubicBezTo>
                  <a:cubicBezTo>
                    <a:pt x="218489" y="401233"/>
                    <a:pt x="291781" y="274105"/>
                    <a:pt x="335857" y="135992"/>
                  </a:cubicBezTo>
                  <a:cubicBezTo>
                    <a:pt x="350117" y="92190"/>
                    <a:pt x="361027" y="46757"/>
                    <a:pt x="369073" y="0"/>
                  </a:cubicBezTo>
                  <a:cubicBezTo>
                    <a:pt x="369073" y="0"/>
                    <a:pt x="520748" y="23067"/>
                    <a:pt x="599737" y="23067"/>
                  </a:cubicBezTo>
                  <a:cubicBezTo>
                    <a:pt x="678892" y="23067"/>
                    <a:pt x="755742" y="15188"/>
                    <a:pt x="830412" y="0"/>
                  </a:cubicBezTo>
                  <a:cubicBezTo>
                    <a:pt x="838455" y="46756"/>
                    <a:pt x="849734" y="92041"/>
                    <a:pt x="863990" y="135842"/>
                  </a:cubicBezTo>
                  <a:close/>
                  <a:moveTo>
                    <a:pt x="1081827" y="507643"/>
                  </a:moveTo>
                  <a:cubicBezTo>
                    <a:pt x="1114528" y="498033"/>
                    <a:pt x="1146822" y="487471"/>
                    <a:pt x="1178678" y="475988"/>
                  </a:cubicBezTo>
                  <a:cubicBezTo>
                    <a:pt x="1192041" y="526687"/>
                    <a:pt x="1199484" y="576528"/>
                    <a:pt x="1199484" y="622809"/>
                  </a:cubicBezTo>
                  <a:cubicBezTo>
                    <a:pt x="1157487" y="586582"/>
                    <a:pt x="1118127" y="548185"/>
                    <a:pt x="1081827" y="507643"/>
                  </a:cubicBezTo>
                  <a:close/>
                  <a:moveTo>
                    <a:pt x="863990" y="135842"/>
                  </a:moveTo>
                  <a:cubicBezTo>
                    <a:pt x="849734" y="92041"/>
                    <a:pt x="838455" y="46756"/>
                    <a:pt x="830412" y="0"/>
                  </a:cubicBezTo>
                  <a:cubicBezTo>
                    <a:pt x="880460" y="19806"/>
                    <a:pt x="930469" y="57701"/>
                    <a:pt x="976826" y="107018"/>
                  </a:cubicBezTo>
                  <a:cubicBezTo>
                    <a:pt x="939888" y="118263"/>
                    <a:pt x="902250" y="127898"/>
                    <a:pt x="863990" y="135842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3F15F3E-0C98-B960-D322-A139B66DF580}"/>
                </a:ext>
              </a:extLst>
            </p:cNvPr>
            <p:cNvSpPr/>
            <p:nvPr/>
          </p:nvSpPr>
          <p:spPr>
            <a:xfrm>
              <a:off x="3244759" y="4029036"/>
              <a:ext cx="1199486" cy="715077"/>
            </a:xfrm>
            <a:custGeom>
              <a:avLst/>
              <a:gdLst/>
              <a:ahLst/>
              <a:cxnLst/>
              <a:rect l="0" t="0" r="0" b="0"/>
              <a:pathLst>
                <a:path w="1199486" h="715077">
                  <a:moveTo>
                    <a:pt x="222627" y="107019"/>
                  </a:moveTo>
                  <a:cubicBezTo>
                    <a:pt x="268987" y="57701"/>
                    <a:pt x="319029" y="19806"/>
                    <a:pt x="369073" y="0"/>
                  </a:cubicBezTo>
                  <a:cubicBezTo>
                    <a:pt x="361027" y="46757"/>
                    <a:pt x="350117" y="92190"/>
                    <a:pt x="335857" y="135992"/>
                  </a:cubicBezTo>
                  <a:cubicBezTo>
                    <a:pt x="297590" y="128047"/>
                    <a:pt x="259573" y="118265"/>
                    <a:pt x="222627" y="107019"/>
                  </a:cubicBezTo>
                  <a:close/>
                  <a:moveTo>
                    <a:pt x="120922" y="508639"/>
                  </a:moveTo>
                  <a:cubicBezTo>
                    <a:pt x="83486" y="549852"/>
                    <a:pt x="42078" y="586516"/>
                    <a:pt x="0" y="622809"/>
                  </a:cubicBezTo>
                  <a:cubicBezTo>
                    <a:pt x="0" y="576528"/>
                    <a:pt x="7413" y="526687"/>
                    <a:pt x="20779" y="475989"/>
                  </a:cubicBezTo>
                  <a:cubicBezTo>
                    <a:pt x="52636" y="487473"/>
                    <a:pt x="88217" y="499029"/>
                    <a:pt x="120922" y="508639"/>
                  </a:cubicBezTo>
                  <a:close/>
                  <a:moveTo>
                    <a:pt x="863989" y="135842"/>
                  </a:moveTo>
                  <a:cubicBezTo>
                    <a:pt x="909247" y="274889"/>
                    <a:pt x="984541" y="398975"/>
                    <a:pt x="1081829" y="507643"/>
                  </a:cubicBezTo>
                  <a:cubicBezTo>
                    <a:pt x="1118126" y="548185"/>
                    <a:pt x="1157484" y="586582"/>
                    <a:pt x="1199486" y="622809"/>
                  </a:cubicBezTo>
                  <a:cubicBezTo>
                    <a:pt x="1013297" y="685984"/>
                    <a:pt x="807282" y="715077"/>
                    <a:pt x="599741" y="715077"/>
                  </a:cubicBezTo>
                  <a:cubicBezTo>
                    <a:pt x="388671" y="715077"/>
                    <a:pt x="188892" y="688057"/>
                    <a:pt x="0" y="622809"/>
                  </a:cubicBezTo>
                  <a:cubicBezTo>
                    <a:pt x="42078" y="586516"/>
                    <a:pt x="83486" y="549852"/>
                    <a:pt x="120922" y="508639"/>
                  </a:cubicBezTo>
                  <a:cubicBezTo>
                    <a:pt x="218489" y="401233"/>
                    <a:pt x="291781" y="274105"/>
                    <a:pt x="335857" y="135992"/>
                  </a:cubicBezTo>
                  <a:cubicBezTo>
                    <a:pt x="350117" y="92190"/>
                    <a:pt x="361027" y="46757"/>
                    <a:pt x="369073" y="0"/>
                  </a:cubicBezTo>
                  <a:cubicBezTo>
                    <a:pt x="369073" y="0"/>
                    <a:pt x="520748" y="23067"/>
                    <a:pt x="599737" y="23067"/>
                  </a:cubicBezTo>
                  <a:cubicBezTo>
                    <a:pt x="678892" y="23067"/>
                    <a:pt x="755742" y="15188"/>
                    <a:pt x="830412" y="0"/>
                  </a:cubicBezTo>
                  <a:cubicBezTo>
                    <a:pt x="838456" y="46756"/>
                    <a:pt x="849732" y="92041"/>
                    <a:pt x="863989" y="135842"/>
                  </a:cubicBezTo>
                  <a:close/>
                  <a:moveTo>
                    <a:pt x="1081829" y="507643"/>
                  </a:moveTo>
                  <a:cubicBezTo>
                    <a:pt x="1114530" y="498033"/>
                    <a:pt x="1146824" y="487471"/>
                    <a:pt x="1178677" y="475988"/>
                  </a:cubicBezTo>
                  <a:cubicBezTo>
                    <a:pt x="1192043" y="526687"/>
                    <a:pt x="1199486" y="576528"/>
                    <a:pt x="1199486" y="622809"/>
                  </a:cubicBezTo>
                  <a:cubicBezTo>
                    <a:pt x="1157484" y="586582"/>
                    <a:pt x="1118126" y="548185"/>
                    <a:pt x="1081829" y="507643"/>
                  </a:cubicBezTo>
                  <a:close/>
                  <a:moveTo>
                    <a:pt x="863989" y="135842"/>
                  </a:moveTo>
                  <a:cubicBezTo>
                    <a:pt x="849732" y="92041"/>
                    <a:pt x="838456" y="46756"/>
                    <a:pt x="830412" y="0"/>
                  </a:cubicBezTo>
                  <a:cubicBezTo>
                    <a:pt x="880457" y="19806"/>
                    <a:pt x="930468" y="57701"/>
                    <a:pt x="976829" y="107018"/>
                  </a:cubicBezTo>
                  <a:cubicBezTo>
                    <a:pt x="939889" y="118263"/>
                    <a:pt x="902249" y="127898"/>
                    <a:pt x="863989" y="135842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C290422-555A-311C-1835-6E831B7B6C60}"/>
              </a:ext>
            </a:extLst>
          </p:cNvPr>
          <p:cNvGrpSpPr/>
          <p:nvPr/>
        </p:nvGrpSpPr>
        <p:grpSpPr>
          <a:xfrm>
            <a:off x="4119010" y="3323371"/>
            <a:ext cx="851486" cy="1166360"/>
            <a:chOff x="1990112" y="2844180"/>
            <a:chExt cx="851486" cy="116636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2A5C7DC-E9B6-471B-02A5-7D9ACC98DC9C}"/>
                </a:ext>
              </a:extLst>
            </p:cNvPr>
            <p:cNvSpPr/>
            <p:nvPr/>
          </p:nvSpPr>
          <p:spPr>
            <a:xfrm>
              <a:off x="1990112" y="2844180"/>
              <a:ext cx="851486" cy="1166360"/>
            </a:xfrm>
            <a:custGeom>
              <a:avLst/>
              <a:gdLst/>
              <a:ahLst/>
              <a:cxnLst/>
              <a:rect l="0" t="0" r="0" b="0"/>
              <a:pathLst>
                <a:path w="851486" h="1166360">
                  <a:moveTo>
                    <a:pt x="732412" y="696503"/>
                  </a:moveTo>
                  <a:cubicBezTo>
                    <a:pt x="769665" y="669406"/>
                    <a:pt x="809504" y="644991"/>
                    <a:pt x="851486" y="622890"/>
                  </a:cubicBezTo>
                  <a:cubicBezTo>
                    <a:pt x="848110" y="676605"/>
                    <a:pt x="827535" y="735908"/>
                    <a:pt x="794956" y="795242"/>
                  </a:cubicBezTo>
                  <a:cubicBezTo>
                    <a:pt x="772843" y="763576"/>
                    <a:pt x="751795" y="730443"/>
                    <a:pt x="732412" y="696503"/>
                  </a:cubicBezTo>
                  <a:close/>
                  <a:moveTo>
                    <a:pt x="506421" y="1101226"/>
                  </a:moveTo>
                  <a:cubicBezTo>
                    <a:pt x="462335" y="1129606"/>
                    <a:pt x="417224" y="1152058"/>
                    <a:pt x="373208" y="1166360"/>
                  </a:cubicBezTo>
                  <a:cubicBezTo>
                    <a:pt x="394722" y="1115128"/>
                    <a:pt x="416797" y="1064411"/>
                    <a:pt x="444422" y="1016071"/>
                  </a:cubicBezTo>
                  <a:cubicBezTo>
                    <a:pt x="463670" y="1044205"/>
                    <a:pt x="485655" y="1074476"/>
                    <a:pt x="506421" y="1101226"/>
                  </a:cubicBezTo>
                  <a:close/>
                  <a:moveTo>
                    <a:pt x="708923" y="184130"/>
                  </a:moveTo>
                  <a:cubicBezTo>
                    <a:pt x="717553" y="259839"/>
                    <a:pt x="733808" y="335363"/>
                    <a:pt x="758268" y="410643"/>
                  </a:cubicBezTo>
                  <a:cubicBezTo>
                    <a:pt x="782677" y="485766"/>
                    <a:pt x="851486" y="622890"/>
                    <a:pt x="851486" y="622890"/>
                  </a:cubicBezTo>
                  <a:cubicBezTo>
                    <a:pt x="809504" y="644991"/>
                    <a:pt x="769665" y="669406"/>
                    <a:pt x="732412" y="696503"/>
                  </a:cubicBezTo>
                  <a:cubicBezTo>
                    <a:pt x="614680" y="781102"/>
                    <a:pt x="516422" y="890094"/>
                    <a:pt x="444422" y="1016071"/>
                  </a:cubicBezTo>
                  <a:cubicBezTo>
                    <a:pt x="416797" y="1064411"/>
                    <a:pt x="394722" y="1115128"/>
                    <a:pt x="373208" y="1166360"/>
                  </a:cubicBezTo>
                  <a:cubicBezTo>
                    <a:pt x="252782" y="1006875"/>
                    <a:pt x="165350" y="825222"/>
                    <a:pt x="100126" y="624482"/>
                  </a:cubicBezTo>
                  <a:cubicBezTo>
                    <a:pt x="35992" y="427099"/>
                    <a:pt x="0" y="222177"/>
                    <a:pt x="2547" y="25579"/>
                  </a:cubicBezTo>
                  <a:cubicBezTo>
                    <a:pt x="49980" y="54330"/>
                    <a:pt x="98659" y="79897"/>
                    <a:pt x="148434" y="101889"/>
                  </a:cubicBezTo>
                  <a:cubicBezTo>
                    <a:pt x="281847" y="160835"/>
                    <a:pt x="423127" y="194099"/>
                    <a:pt x="569354" y="194175"/>
                  </a:cubicBezTo>
                  <a:cubicBezTo>
                    <a:pt x="615417" y="194198"/>
                    <a:pt x="661970" y="190928"/>
                    <a:pt x="708923" y="184130"/>
                  </a:cubicBezTo>
                  <a:close/>
                  <a:moveTo>
                    <a:pt x="2547" y="25579"/>
                  </a:moveTo>
                  <a:cubicBezTo>
                    <a:pt x="46563" y="11277"/>
                    <a:pt x="96264" y="2954"/>
                    <a:pt x="148612" y="0"/>
                  </a:cubicBezTo>
                  <a:cubicBezTo>
                    <a:pt x="147534" y="33843"/>
                    <a:pt x="147468" y="67819"/>
                    <a:pt x="148434" y="101889"/>
                  </a:cubicBezTo>
                  <a:cubicBezTo>
                    <a:pt x="98659" y="79897"/>
                    <a:pt x="49980" y="54330"/>
                    <a:pt x="2547" y="25579"/>
                  </a:cubicBezTo>
                  <a:close/>
                  <a:moveTo>
                    <a:pt x="561897" y="77950"/>
                  </a:moveTo>
                  <a:cubicBezTo>
                    <a:pt x="623127" y="106802"/>
                    <a:pt x="674623" y="142655"/>
                    <a:pt x="708923" y="184130"/>
                  </a:cubicBezTo>
                  <a:cubicBezTo>
                    <a:pt x="661970" y="190928"/>
                    <a:pt x="615417" y="194198"/>
                    <a:pt x="569354" y="194175"/>
                  </a:cubicBezTo>
                  <a:cubicBezTo>
                    <a:pt x="565087" y="155332"/>
                    <a:pt x="562619" y="116556"/>
                    <a:pt x="561897" y="77950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5612FA6-EEC6-8FB4-A83B-5BEDCF54E609}"/>
                </a:ext>
              </a:extLst>
            </p:cNvPr>
            <p:cNvSpPr/>
            <p:nvPr/>
          </p:nvSpPr>
          <p:spPr>
            <a:xfrm>
              <a:off x="1990112" y="2844180"/>
              <a:ext cx="851485" cy="1166358"/>
            </a:xfrm>
            <a:custGeom>
              <a:avLst/>
              <a:gdLst/>
              <a:ahLst/>
              <a:cxnLst/>
              <a:rect l="0" t="0" r="0" b="0"/>
              <a:pathLst>
                <a:path w="851485" h="1166358">
                  <a:moveTo>
                    <a:pt x="732412" y="696503"/>
                  </a:moveTo>
                  <a:cubicBezTo>
                    <a:pt x="769665" y="669406"/>
                    <a:pt x="809502" y="644991"/>
                    <a:pt x="851485" y="622890"/>
                  </a:cubicBezTo>
                  <a:cubicBezTo>
                    <a:pt x="848114" y="676605"/>
                    <a:pt x="827536" y="735908"/>
                    <a:pt x="794959" y="795239"/>
                  </a:cubicBezTo>
                  <a:cubicBezTo>
                    <a:pt x="772846" y="763576"/>
                    <a:pt x="751795" y="730443"/>
                    <a:pt x="732412" y="696503"/>
                  </a:cubicBezTo>
                  <a:close/>
                  <a:moveTo>
                    <a:pt x="506421" y="1101226"/>
                  </a:moveTo>
                  <a:cubicBezTo>
                    <a:pt x="462335" y="1129604"/>
                    <a:pt x="417224" y="1152057"/>
                    <a:pt x="373208" y="1166358"/>
                  </a:cubicBezTo>
                  <a:cubicBezTo>
                    <a:pt x="394722" y="1115124"/>
                    <a:pt x="416797" y="1064413"/>
                    <a:pt x="444422" y="1016074"/>
                  </a:cubicBezTo>
                  <a:cubicBezTo>
                    <a:pt x="463670" y="1044209"/>
                    <a:pt x="485655" y="1074476"/>
                    <a:pt x="506421" y="1101226"/>
                  </a:cubicBezTo>
                  <a:close/>
                  <a:moveTo>
                    <a:pt x="708923" y="184130"/>
                  </a:moveTo>
                  <a:cubicBezTo>
                    <a:pt x="717553" y="259839"/>
                    <a:pt x="733808" y="335363"/>
                    <a:pt x="758268" y="410643"/>
                  </a:cubicBezTo>
                  <a:cubicBezTo>
                    <a:pt x="782677" y="485766"/>
                    <a:pt x="851485" y="622890"/>
                    <a:pt x="851485" y="622890"/>
                  </a:cubicBezTo>
                  <a:cubicBezTo>
                    <a:pt x="809502" y="644991"/>
                    <a:pt x="769665" y="669406"/>
                    <a:pt x="732412" y="696503"/>
                  </a:cubicBezTo>
                  <a:cubicBezTo>
                    <a:pt x="614680" y="781102"/>
                    <a:pt x="516422" y="890092"/>
                    <a:pt x="444422" y="1016074"/>
                  </a:cubicBezTo>
                  <a:cubicBezTo>
                    <a:pt x="416797" y="1064413"/>
                    <a:pt x="394722" y="1115124"/>
                    <a:pt x="373208" y="1166358"/>
                  </a:cubicBezTo>
                  <a:cubicBezTo>
                    <a:pt x="252782" y="1006873"/>
                    <a:pt x="165350" y="825223"/>
                    <a:pt x="100126" y="624482"/>
                  </a:cubicBezTo>
                  <a:cubicBezTo>
                    <a:pt x="35992" y="427099"/>
                    <a:pt x="0" y="222177"/>
                    <a:pt x="2547" y="25579"/>
                  </a:cubicBezTo>
                  <a:cubicBezTo>
                    <a:pt x="49980" y="54330"/>
                    <a:pt x="98659" y="79897"/>
                    <a:pt x="148434" y="101889"/>
                  </a:cubicBezTo>
                  <a:cubicBezTo>
                    <a:pt x="281847" y="160835"/>
                    <a:pt x="423127" y="194099"/>
                    <a:pt x="569354" y="194175"/>
                  </a:cubicBezTo>
                  <a:cubicBezTo>
                    <a:pt x="615417" y="194198"/>
                    <a:pt x="661970" y="190928"/>
                    <a:pt x="708923" y="184130"/>
                  </a:cubicBezTo>
                  <a:close/>
                  <a:moveTo>
                    <a:pt x="2547" y="25579"/>
                  </a:moveTo>
                  <a:cubicBezTo>
                    <a:pt x="46563" y="11277"/>
                    <a:pt x="96264" y="2954"/>
                    <a:pt x="148612" y="0"/>
                  </a:cubicBezTo>
                  <a:cubicBezTo>
                    <a:pt x="147534" y="33842"/>
                    <a:pt x="147468" y="67819"/>
                    <a:pt x="148434" y="101889"/>
                  </a:cubicBezTo>
                  <a:cubicBezTo>
                    <a:pt x="98659" y="79897"/>
                    <a:pt x="49980" y="54330"/>
                    <a:pt x="2547" y="25579"/>
                  </a:cubicBezTo>
                  <a:close/>
                  <a:moveTo>
                    <a:pt x="561897" y="77950"/>
                  </a:moveTo>
                  <a:cubicBezTo>
                    <a:pt x="623127" y="106802"/>
                    <a:pt x="674623" y="142655"/>
                    <a:pt x="708923" y="184130"/>
                  </a:cubicBezTo>
                  <a:cubicBezTo>
                    <a:pt x="661970" y="190928"/>
                    <a:pt x="615417" y="194198"/>
                    <a:pt x="569354" y="194175"/>
                  </a:cubicBezTo>
                  <a:cubicBezTo>
                    <a:pt x="565087" y="155332"/>
                    <a:pt x="562619" y="116556"/>
                    <a:pt x="561897" y="77950"/>
                  </a:cubicBezTo>
                  <a:close/>
                </a:path>
              </a:pathLst>
            </a:custGeom>
            <a:no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AF9C09-CDAE-88DE-E52A-52F61179BC35}"/>
              </a:ext>
            </a:extLst>
          </p:cNvPr>
          <p:cNvGrpSpPr/>
          <p:nvPr/>
        </p:nvGrpSpPr>
        <p:grpSpPr>
          <a:xfrm>
            <a:off x="4305580" y="311325"/>
            <a:ext cx="3414065" cy="623947"/>
            <a:chOff x="2737284" y="361383"/>
            <a:chExt cx="2214433" cy="369072"/>
          </a:xfrm>
          <a:solidFill>
            <a:schemeClr val="accent2"/>
          </a:solidFill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822ED5C-7372-7FF0-B05B-5F9A35386E03}"/>
                </a:ext>
              </a:extLst>
            </p:cNvPr>
            <p:cNvSpPr/>
            <p:nvPr/>
          </p:nvSpPr>
          <p:spPr>
            <a:xfrm>
              <a:off x="2737284" y="361383"/>
              <a:ext cx="2214433" cy="369072"/>
            </a:xfrm>
            <a:custGeom>
              <a:avLst/>
              <a:gdLst/>
              <a:ahLst/>
              <a:cxnLst/>
              <a:rect l="0" t="0" r="0" b="0"/>
              <a:pathLst>
                <a:path w="2214433" h="369072">
                  <a:moveTo>
                    <a:pt x="92268" y="0"/>
                  </a:moveTo>
                  <a:lnTo>
                    <a:pt x="2122165" y="0"/>
                  </a:lnTo>
                  <a:cubicBezTo>
                    <a:pt x="2122165" y="0"/>
                    <a:pt x="2214433" y="0"/>
                    <a:pt x="2214433" y="92268"/>
                  </a:cubicBezTo>
                  <a:lnTo>
                    <a:pt x="2214433" y="276804"/>
                  </a:lnTo>
                  <a:cubicBezTo>
                    <a:pt x="2214433" y="276804"/>
                    <a:pt x="2214433" y="369072"/>
                    <a:pt x="2122165" y="369072"/>
                  </a:cubicBezTo>
                  <a:lnTo>
                    <a:pt x="92268" y="369072"/>
                  </a:lnTo>
                  <a:cubicBezTo>
                    <a:pt x="92268" y="369072"/>
                    <a:pt x="0" y="369072"/>
                    <a:pt x="0" y="276804"/>
                  </a:cubicBezTo>
                  <a:lnTo>
                    <a:pt x="0" y="92268"/>
                  </a:lnTo>
                  <a:cubicBezTo>
                    <a:pt x="0" y="92268"/>
                    <a:pt x="0" y="0"/>
                    <a:pt x="92268" y="0"/>
                  </a:cubicBezTo>
                </a:path>
              </a:pathLst>
            </a:custGeom>
            <a:grpFill/>
            <a:ln>
              <a:noFill/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77C46A2B-CCC8-1A86-C50C-D852C1B4B751}"/>
                </a:ext>
              </a:extLst>
            </p:cNvPr>
            <p:cNvSpPr/>
            <p:nvPr/>
          </p:nvSpPr>
          <p:spPr>
            <a:xfrm>
              <a:off x="2737284" y="361383"/>
              <a:ext cx="2214433" cy="369072"/>
            </a:xfrm>
            <a:custGeom>
              <a:avLst/>
              <a:gdLst/>
              <a:ahLst/>
              <a:cxnLst/>
              <a:rect l="0" t="0" r="0" b="0"/>
              <a:pathLst>
                <a:path w="2214433" h="369072">
                  <a:moveTo>
                    <a:pt x="92268" y="0"/>
                  </a:moveTo>
                  <a:lnTo>
                    <a:pt x="2122165" y="0"/>
                  </a:lnTo>
                  <a:cubicBezTo>
                    <a:pt x="2122165" y="0"/>
                    <a:pt x="2214433" y="0"/>
                    <a:pt x="2214433" y="92268"/>
                  </a:cubicBezTo>
                  <a:lnTo>
                    <a:pt x="2214433" y="276804"/>
                  </a:lnTo>
                  <a:cubicBezTo>
                    <a:pt x="2214433" y="276804"/>
                    <a:pt x="2214433" y="369072"/>
                    <a:pt x="2122165" y="369072"/>
                  </a:cubicBezTo>
                  <a:lnTo>
                    <a:pt x="92268" y="369072"/>
                  </a:lnTo>
                  <a:cubicBezTo>
                    <a:pt x="92268" y="369072"/>
                    <a:pt x="0" y="369072"/>
                    <a:pt x="0" y="276804"/>
                  </a:cubicBezTo>
                  <a:lnTo>
                    <a:pt x="0" y="92268"/>
                  </a:lnTo>
                  <a:cubicBezTo>
                    <a:pt x="0" y="92268"/>
                    <a:pt x="0" y="0"/>
                    <a:pt x="92268" y="0"/>
                  </a:cubicBezTo>
                </a:path>
              </a:pathLst>
            </a:custGeom>
            <a:grpFill/>
            <a:ln w="11533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0980735-855F-97D3-56F3-D89A1DE664C1}"/>
              </a:ext>
            </a:extLst>
          </p:cNvPr>
          <p:cNvSpPr/>
          <p:nvPr/>
        </p:nvSpPr>
        <p:spPr>
          <a:xfrm>
            <a:off x="5780576" y="4711372"/>
            <a:ext cx="375361" cy="371686"/>
          </a:xfrm>
          <a:custGeom>
            <a:avLst/>
            <a:gdLst/>
            <a:ahLst/>
            <a:cxnLst/>
            <a:rect l="0" t="0" r="0" b="0"/>
            <a:pathLst>
              <a:path w="375361" h="371686">
                <a:moveTo>
                  <a:pt x="179752" y="164544"/>
                </a:moveTo>
                <a:cubicBezTo>
                  <a:pt x="179752" y="170914"/>
                  <a:pt x="174589" y="176078"/>
                  <a:pt x="168219" y="176078"/>
                </a:cubicBezTo>
                <a:lnTo>
                  <a:pt x="93174" y="176078"/>
                </a:lnTo>
                <a:cubicBezTo>
                  <a:pt x="86804" y="176078"/>
                  <a:pt x="81641" y="170914"/>
                  <a:pt x="81641" y="164544"/>
                </a:cubicBezTo>
                <a:cubicBezTo>
                  <a:pt x="81641" y="158174"/>
                  <a:pt x="86804" y="153011"/>
                  <a:pt x="93174" y="153011"/>
                </a:cubicBezTo>
                <a:lnTo>
                  <a:pt x="156685" y="153011"/>
                </a:lnTo>
                <a:lnTo>
                  <a:pt x="156685" y="74275"/>
                </a:lnTo>
                <a:cubicBezTo>
                  <a:pt x="156685" y="67906"/>
                  <a:pt x="161849" y="62742"/>
                  <a:pt x="168219" y="62742"/>
                </a:cubicBezTo>
                <a:cubicBezTo>
                  <a:pt x="174554" y="62825"/>
                  <a:pt x="179670" y="67940"/>
                  <a:pt x="179752" y="74275"/>
                </a:cubicBezTo>
                <a:lnTo>
                  <a:pt x="179752" y="164544"/>
                </a:lnTo>
                <a:close/>
                <a:moveTo>
                  <a:pt x="328458" y="164390"/>
                </a:moveTo>
                <a:cubicBezTo>
                  <a:pt x="328458" y="172884"/>
                  <a:pt x="321573" y="179768"/>
                  <a:pt x="313080" y="179768"/>
                </a:cubicBezTo>
                <a:cubicBezTo>
                  <a:pt x="304587" y="179768"/>
                  <a:pt x="297702" y="172884"/>
                  <a:pt x="297702" y="164390"/>
                </a:cubicBezTo>
                <a:cubicBezTo>
                  <a:pt x="297736" y="95615"/>
                  <a:pt x="243936" y="38843"/>
                  <a:pt x="175259" y="35181"/>
                </a:cubicBezTo>
                <a:cubicBezTo>
                  <a:pt x="106581" y="31519"/>
                  <a:pt x="47049" y="82249"/>
                  <a:pt x="39770" y="150638"/>
                </a:cubicBezTo>
                <a:cubicBezTo>
                  <a:pt x="32491" y="219027"/>
                  <a:pt x="80010" y="281151"/>
                  <a:pt x="147920" y="292028"/>
                </a:cubicBezTo>
                <a:cubicBezTo>
                  <a:pt x="156272" y="293367"/>
                  <a:pt x="161975" y="301199"/>
                  <a:pt x="160684" y="309559"/>
                </a:cubicBezTo>
                <a:cubicBezTo>
                  <a:pt x="159465" y="317080"/>
                  <a:pt x="152924" y="322575"/>
                  <a:pt x="145306" y="322476"/>
                </a:cubicBezTo>
                <a:lnTo>
                  <a:pt x="142845" y="322476"/>
                </a:lnTo>
                <a:cubicBezTo>
                  <a:pt x="58791" y="308983"/>
                  <a:pt x="0" y="232065"/>
                  <a:pt x="9039" y="147417"/>
                </a:cubicBezTo>
                <a:cubicBezTo>
                  <a:pt x="18078" y="62768"/>
                  <a:pt x="91787" y="0"/>
                  <a:pt x="176795" y="4560"/>
                </a:cubicBezTo>
                <a:cubicBezTo>
                  <a:pt x="261803" y="9120"/>
                  <a:pt x="328373" y="79414"/>
                  <a:pt x="328304" y="164544"/>
                </a:cubicBezTo>
                <a:close/>
                <a:moveTo>
                  <a:pt x="272174" y="192686"/>
                </a:moveTo>
                <a:cubicBezTo>
                  <a:pt x="275287" y="192644"/>
                  <a:pt x="278284" y="193862"/>
                  <a:pt x="280485" y="196063"/>
                </a:cubicBezTo>
                <a:cubicBezTo>
                  <a:pt x="282685" y="198264"/>
                  <a:pt x="283903" y="201261"/>
                  <a:pt x="283862" y="204373"/>
                </a:cubicBezTo>
                <a:lnTo>
                  <a:pt x="283862" y="256197"/>
                </a:lnTo>
                <a:cubicBezTo>
                  <a:pt x="283844" y="283612"/>
                  <a:pt x="264577" y="307247"/>
                  <a:pt x="237728" y="312788"/>
                </a:cubicBezTo>
                <a:lnTo>
                  <a:pt x="237728" y="360153"/>
                </a:lnTo>
                <a:cubicBezTo>
                  <a:pt x="237728" y="366522"/>
                  <a:pt x="232564" y="371686"/>
                  <a:pt x="226194" y="371686"/>
                </a:cubicBezTo>
                <a:cubicBezTo>
                  <a:pt x="219824" y="371686"/>
                  <a:pt x="214661" y="366522"/>
                  <a:pt x="214661" y="360153"/>
                </a:cubicBezTo>
                <a:lnTo>
                  <a:pt x="214661" y="312942"/>
                </a:lnTo>
                <a:cubicBezTo>
                  <a:pt x="187844" y="307347"/>
                  <a:pt x="168603" y="283745"/>
                  <a:pt x="168527" y="256351"/>
                </a:cubicBezTo>
                <a:lnTo>
                  <a:pt x="168527" y="204373"/>
                </a:lnTo>
                <a:cubicBezTo>
                  <a:pt x="168527" y="198003"/>
                  <a:pt x="173690" y="192840"/>
                  <a:pt x="180060" y="192840"/>
                </a:cubicBezTo>
                <a:cubicBezTo>
                  <a:pt x="186430" y="192840"/>
                  <a:pt x="191594" y="198003"/>
                  <a:pt x="191594" y="204373"/>
                </a:cubicBezTo>
                <a:lnTo>
                  <a:pt x="191594" y="256351"/>
                </a:lnTo>
                <a:cubicBezTo>
                  <a:pt x="191552" y="270940"/>
                  <a:pt x="200745" y="283958"/>
                  <a:pt x="214507" y="288799"/>
                </a:cubicBezTo>
                <a:lnTo>
                  <a:pt x="214507" y="204373"/>
                </a:lnTo>
                <a:cubicBezTo>
                  <a:pt x="214507" y="198003"/>
                  <a:pt x="219670" y="192840"/>
                  <a:pt x="226040" y="192840"/>
                </a:cubicBezTo>
                <a:cubicBezTo>
                  <a:pt x="232410" y="192840"/>
                  <a:pt x="237574" y="198003"/>
                  <a:pt x="237574" y="204373"/>
                </a:cubicBezTo>
                <a:lnTo>
                  <a:pt x="237574" y="288645"/>
                </a:lnTo>
                <a:cubicBezTo>
                  <a:pt x="251397" y="283856"/>
                  <a:pt x="260660" y="270826"/>
                  <a:pt x="260641" y="256197"/>
                </a:cubicBezTo>
                <a:lnTo>
                  <a:pt x="260641" y="204220"/>
                </a:lnTo>
                <a:cubicBezTo>
                  <a:pt x="260724" y="197884"/>
                  <a:pt x="265839" y="192769"/>
                  <a:pt x="272174" y="192686"/>
                </a:cubicBezTo>
                <a:close/>
                <a:moveTo>
                  <a:pt x="375361" y="321246"/>
                </a:moveTo>
                <a:cubicBezTo>
                  <a:pt x="375361" y="327616"/>
                  <a:pt x="370197" y="332780"/>
                  <a:pt x="363827" y="332780"/>
                </a:cubicBezTo>
                <a:lnTo>
                  <a:pt x="329842" y="332780"/>
                </a:lnTo>
                <a:lnTo>
                  <a:pt x="329842" y="359999"/>
                </a:lnTo>
                <a:cubicBezTo>
                  <a:pt x="329842" y="366369"/>
                  <a:pt x="324678" y="371532"/>
                  <a:pt x="318308" y="371532"/>
                </a:cubicBezTo>
                <a:cubicBezTo>
                  <a:pt x="311938" y="371532"/>
                  <a:pt x="306775" y="366369"/>
                  <a:pt x="306775" y="359999"/>
                </a:cubicBezTo>
                <a:lnTo>
                  <a:pt x="306775" y="204373"/>
                </a:lnTo>
                <a:cubicBezTo>
                  <a:pt x="306788" y="200234"/>
                  <a:pt x="309018" y="196420"/>
                  <a:pt x="312618" y="194378"/>
                </a:cubicBezTo>
                <a:cubicBezTo>
                  <a:pt x="316217" y="192224"/>
                  <a:pt x="320707" y="192224"/>
                  <a:pt x="324306" y="194378"/>
                </a:cubicBezTo>
                <a:cubicBezTo>
                  <a:pt x="326459" y="195608"/>
                  <a:pt x="375361" y="226518"/>
                  <a:pt x="375361" y="321246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4436CAD-0055-8F3B-C866-455CFB6F853E}"/>
              </a:ext>
            </a:extLst>
          </p:cNvPr>
          <p:cNvSpPr/>
          <p:nvPr/>
        </p:nvSpPr>
        <p:spPr>
          <a:xfrm>
            <a:off x="7218392" y="3606764"/>
            <a:ext cx="372011" cy="371012"/>
          </a:xfrm>
          <a:custGeom>
            <a:avLst/>
            <a:gdLst/>
            <a:ahLst/>
            <a:cxnLst/>
            <a:rect l="0" t="0" r="0" b="0"/>
            <a:pathLst>
              <a:path w="372011" h="371012">
                <a:moveTo>
                  <a:pt x="10930" y="238518"/>
                </a:moveTo>
                <a:cubicBezTo>
                  <a:pt x="29076" y="172392"/>
                  <a:pt x="29383" y="160398"/>
                  <a:pt x="46760" y="145020"/>
                </a:cubicBezTo>
                <a:cubicBezTo>
                  <a:pt x="48607" y="143271"/>
                  <a:pt x="51186" y="142525"/>
                  <a:pt x="53681" y="143020"/>
                </a:cubicBezTo>
                <a:cubicBezTo>
                  <a:pt x="55891" y="143393"/>
                  <a:pt x="57844" y="144676"/>
                  <a:pt x="59063" y="146557"/>
                </a:cubicBezTo>
                <a:lnTo>
                  <a:pt x="85513" y="188847"/>
                </a:lnTo>
                <a:cubicBezTo>
                  <a:pt x="86929" y="191040"/>
                  <a:pt x="89361" y="192364"/>
                  <a:pt x="91972" y="192364"/>
                </a:cubicBezTo>
                <a:cubicBezTo>
                  <a:pt x="94582" y="192364"/>
                  <a:pt x="97014" y="191040"/>
                  <a:pt x="98431" y="188847"/>
                </a:cubicBezTo>
                <a:lnTo>
                  <a:pt x="126418" y="146865"/>
                </a:lnTo>
                <a:cubicBezTo>
                  <a:pt x="127541" y="144890"/>
                  <a:pt x="129543" y="143575"/>
                  <a:pt x="131801" y="143328"/>
                </a:cubicBezTo>
                <a:cubicBezTo>
                  <a:pt x="134047" y="143036"/>
                  <a:pt x="136306" y="143770"/>
                  <a:pt x="137952" y="145327"/>
                </a:cubicBezTo>
                <a:cubicBezTo>
                  <a:pt x="155175" y="161474"/>
                  <a:pt x="153330" y="167471"/>
                  <a:pt x="184086" y="277578"/>
                </a:cubicBezTo>
                <a:cubicBezTo>
                  <a:pt x="184720" y="279876"/>
                  <a:pt x="184204" y="282339"/>
                  <a:pt x="182702" y="284191"/>
                </a:cubicBezTo>
                <a:cubicBezTo>
                  <a:pt x="181298" y="286102"/>
                  <a:pt x="179076" y="287242"/>
                  <a:pt x="176705" y="287266"/>
                </a:cubicBezTo>
                <a:lnTo>
                  <a:pt x="141028" y="287266"/>
                </a:lnTo>
                <a:cubicBezTo>
                  <a:pt x="139207" y="287241"/>
                  <a:pt x="137640" y="288547"/>
                  <a:pt x="137337" y="290342"/>
                </a:cubicBezTo>
                <a:lnTo>
                  <a:pt x="123189" y="364771"/>
                </a:lnTo>
                <a:cubicBezTo>
                  <a:pt x="122406" y="368320"/>
                  <a:pt x="119287" y="370865"/>
                  <a:pt x="115654" y="370923"/>
                </a:cubicBezTo>
                <a:lnTo>
                  <a:pt x="69520" y="370923"/>
                </a:lnTo>
                <a:cubicBezTo>
                  <a:pt x="65902" y="370910"/>
                  <a:pt x="62803" y="368328"/>
                  <a:pt x="62138" y="364771"/>
                </a:cubicBezTo>
                <a:lnTo>
                  <a:pt x="47068" y="290342"/>
                </a:lnTo>
                <a:cubicBezTo>
                  <a:pt x="46644" y="288556"/>
                  <a:pt x="45059" y="287287"/>
                  <a:pt x="43223" y="287266"/>
                </a:cubicBezTo>
                <a:lnTo>
                  <a:pt x="7854" y="287266"/>
                </a:lnTo>
                <a:cubicBezTo>
                  <a:pt x="5499" y="287175"/>
                  <a:pt x="3305" y="286049"/>
                  <a:pt x="1857" y="284191"/>
                </a:cubicBezTo>
                <a:cubicBezTo>
                  <a:pt x="453" y="282292"/>
                  <a:pt x="0" y="279854"/>
                  <a:pt x="626" y="277578"/>
                </a:cubicBezTo>
                <a:close/>
                <a:moveTo>
                  <a:pt x="91664" y="1850"/>
                </a:moveTo>
                <a:cubicBezTo>
                  <a:pt x="127420" y="1850"/>
                  <a:pt x="156406" y="30836"/>
                  <a:pt x="156406" y="66592"/>
                </a:cubicBezTo>
                <a:cubicBezTo>
                  <a:pt x="156406" y="102347"/>
                  <a:pt x="127420" y="131333"/>
                  <a:pt x="91664" y="131333"/>
                </a:cubicBezTo>
                <a:cubicBezTo>
                  <a:pt x="55908" y="131333"/>
                  <a:pt x="26923" y="102347"/>
                  <a:pt x="26923" y="66592"/>
                </a:cubicBezTo>
                <a:cubicBezTo>
                  <a:pt x="26923" y="30836"/>
                  <a:pt x="55908" y="1850"/>
                  <a:pt x="91664" y="1850"/>
                </a:cubicBezTo>
                <a:close/>
                <a:moveTo>
                  <a:pt x="124419" y="75819"/>
                </a:moveTo>
                <a:cubicBezTo>
                  <a:pt x="125031" y="73910"/>
                  <a:pt x="124007" y="71861"/>
                  <a:pt x="122113" y="71205"/>
                </a:cubicBezTo>
                <a:cubicBezTo>
                  <a:pt x="111618" y="67638"/>
                  <a:pt x="102091" y="61691"/>
                  <a:pt x="94278" y="53828"/>
                </a:cubicBezTo>
                <a:cubicBezTo>
                  <a:pt x="93606" y="53105"/>
                  <a:pt x="92651" y="52712"/>
                  <a:pt x="91664" y="52752"/>
                </a:cubicBezTo>
                <a:cubicBezTo>
                  <a:pt x="90631" y="52707"/>
                  <a:pt x="89627" y="53097"/>
                  <a:pt x="88896" y="53828"/>
                </a:cubicBezTo>
                <a:cubicBezTo>
                  <a:pt x="81117" y="61658"/>
                  <a:pt x="71648" y="67602"/>
                  <a:pt x="61216" y="71205"/>
                </a:cubicBezTo>
                <a:cubicBezTo>
                  <a:pt x="60277" y="71489"/>
                  <a:pt x="59489" y="72135"/>
                  <a:pt x="59028" y="73001"/>
                </a:cubicBezTo>
                <a:cubicBezTo>
                  <a:pt x="58566" y="73867"/>
                  <a:pt x="58468" y="74880"/>
                  <a:pt x="58755" y="75819"/>
                </a:cubicBezTo>
                <a:cubicBezTo>
                  <a:pt x="62940" y="90534"/>
                  <a:pt x="76366" y="100697"/>
                  <a:pt x="91664" y="100731"/>
                </a:cubicBezTo>
                <a:cubicBezTo>
                  <a:pt x="106941" y="100732"/>
                  <a:pt x="120341" y="90541"/>
                  <a:pt x="124419" y="75819"/>
                </a:cubicBezTo>
                <a:close/>
                <a:moveTo>
                  <a:pt x="215918" y="197920"/>
                </a:moveTo>
                <a:lnTo>
                  <a:pt x="215918" y="286343"/>
                </a:lnTo>
                <a:cubicBezTo>
                  <a:pt x="215918" y="296960"/>
                  <a:pt x="224525" y="305566"/>
                  <a:pt x="235141" y="305566"/>
                </a:cubicBezTo>
                <a:lnTo>
                  <a:pt x="242830" y="305566"/>
                </a:lnTo>
                <a:cubicBezTo>
                  <a:pt x="249200" y="305566"/>
                  <a:pt x="254364" y="310730"/>
                  <a:pt x="254364" y="317099"/>
                </a:cubicBezTo>
                <a:cubicBezTo>
                  <a:pt x="254364" y="323469"/>
                  <a:pt x="249200" y="328633"/>
                  <a:pt x="242830" y="328633"/>
                </a:cubicBezTo>
                <a:lnTo>
                  <a:pt x="235141" y="328633"/>
                </a:lnTo>
                <a:cubicBezTo>
                  <a:pt x="211785" y="328633"/>
                  <a:pt x="192851" y="309699"/>
                  <a:pt x="192851" y="286343"/>
                </a:cubicBezTo>
                <a:lnTo>
                  <a:pt x="192851" y="86429"/>
                </a:lnTo>
                <a:cubicBezTo>
                  <a:pt x="192851" y="63073"/>
                  <a:pt x="211785" y="44140"/>
                  <a:pt x="235141" y="44140"/>
                </a:cubicBezTo>
                <a:lnTo>
                  <a:pt x="242830" y="44140"/>
                </a:lnTo>
                <a:cubicBezTo>
                  <a:pt x="249200" y="44140"/>
                  <a:pt x="254364" y="49304"/>
                  <a:pt x="254364" y="55673"/>
                </a:cubicBezTo>
                <a:cubicBezTo>
                  <a:pt x="254364" y="62043"/>
                  <a:pt x="249200" y="67207"/>
                  <a:pt x="242830" y="67207"/>
                </a:cubicBezTo>
                <a:lnTo>
                  <a:pt x="235141" y="67207"/>
                </a:lnTo>
                <a:cubicBezTo>
                  <a:pt x="224525" y="67207"/>
                  <a:pt x="215918" y="75813"/>
                  <a:pt x="215918" y="86429"/>
                </a:cubicBezTo>
                <a:lnTo>
                  <a:pt x="215918" y="174853"/>
                </a:lnTo>
                <a:lnTo>
                  <a:pt x="242830" y="174853"/>
                </a:lnTo>
                <a:cubicBezTo>
                  <a:pt x="249200" y="174853"/>
                  <a:pt x="254364" y="180017"/>
                  <a:pt x="254364" y="186386"/>
                </a:cubicBezTo>
                <a:cubicBezTo>
                  <a:pt x="254364" y="192756"/>
                  <a:pt x="249200" y="197920"/>
                  <a:pt x="242830" y="197920"/>
                </a:cubicBezTo>
                <a:close/>
                <a:moveTo>
                  <a:pt x="302343" y="74281"/>
                </a:moveTo>
                <a:cubicBezTo>
                  <a:pt x="298233" y="74264"/>
                  <a:pt x="294301" y="72602"/>
                  <a:pt x="291425" y="69667"/>
                </a:cubicBezTo>
                <a:lnTo>
                  <a:pt x="270664" y="48907"/>
                </a:lnTo>
                <a:cubicBezTo>
                  <a:pt x="264677" y="42792"/>
                  <a:pt x="264780" y="32981"/>
                  <a:pt x="270895" y="26993"/>
                </a:cubicBezTo>
                <a:cubicBezTo>
                  <a:pt x="277010" y="21006"/>
                  <a:pt x="286821" y="21109"/>
                  <a:pt x="292809" y="27224"/>
                </a:cubicBezTo>
                <a:lnTo>
                  <a:pt x="303881" y="38296"/>
                </a:lnTo>
                <a:lnTo>
                  <a:pt x="344786" y="5233"/>
                </a:lnTo>
                <a:cubicBezTo>
                  <a:pt x="351420" y="0"/>
                  <a:pt x="361034" y="1098"/>
                  <a:pt x="366315" y="7694"/>
                </a:cubicBezTo>
                <a:cubicBezTo>
                  <a:pt x="371549" y="14328"/>
                  <a:pt x="370451" y="23942"/>
                  <a:pt x="363855" y="29223"/>
                </a:cubicBezTo>
                <a:lnTo>
                  <a:pt x="311877" y="70898"/>
                </a:lnTo>
                <a:cubicBezTo>
                  <a:pt x="309172" y="73068"/>
                  <a:pt x="305812" y="74261"/>
                  <a:pt x="302343" y="74281"/>
                </a:cubicBezTo>
                <a:close/>
                <a:moveTo>
                  <a:pt x="302343" y="217142"/>
                </a:moveTo>
                <a:cubicBezTo>
                  <a:pt x="298255" y="217166"/>
                  <a:pt x="294327" y="215561"/>
                  <a:pt x="291425" y="212683"/>
                </a:cubicBezTo>
                <a:lnTo>
                  <a:pt x="270664" y="191769"/>
                </a:lnTo>
                <a:cubicBezTo>
                  <a:pt x="264677" y="185654"/>
                  <a:pt x="264780" y="175843"/>
                  <a:pt x="270895" y="169855"/>
                </a:cubicBezTo>
                <a:cubicBezTo>
                  <a:pt x="277010" y="163867"/>
                  <a:pt x="286821" y="163971"/>
                  <a:pt x="292809" y="170086"/>
                </a:cubicBezTo>
                <a:lnTo>
                  <a:pt x="303881" y="181158"/>
                </a:lnTo>
                <a:lnTo>
                  <a:pt x="345248" y="148095"/>
                </a:lnTo>
                <a:cubicBezTo>
                  <a:pt x="351881" y="142861"/>
                  <a:pt x="361495" y="143960"/>
                  <a:pt x="366777" y="150556"/>
                </a:cubicBezTo>
                <a:cubicBezTo>
                  <a:pt x="372011" y="157189"/>
                  <a:pt x="370912" y="166803"/>
                  <a:pt x="364316" y="172085"/>
                </a:cubicBezTo>
                <a:lnTo>
                  <a:pt x="312339" y="213759"/>
                </a:lnTo>
                <a:cubicBezTo>
                  <a:pt x="309510" y="216031"/>
                  <a:pt x="305970" y="217229"/>
                  <a:pt x="302343" y="217142"/>
                </a:cubicBezTo>
                <a:close/>
                <a:moveTo>
                  <a:pt x="626" y="1850"/>
                </a:moveTo>
                <a:moveTo>
                  <a:pt x="365239" y="344626"/>
                </a:moveTo>
                <a:cubicBezTo>
                  <a:pt x="368150" y="347514"/>
                  <a:pt x="369788" y="351444"/>
                  <a:pt x="369788" y="355544"/>
                </a:cubicBezTo>
                <a:cubicBezTo>
                  <a:pt x="369788" y="359645"/>
                  <a:pt x="368150" y="363575"/>
                  <a:pt x="365239" y="366463"/>
                </a:cubicBezTo>
                <a:cubicBezTo>
                  <a:pt x="362351" y="369374"/>
                  <a:pt x="358421" y="371012"/>
                  <a:pt x="354321" y="371012"/>
                </a:cubicBezTo>
                <a:cubicBezTo>
                  <a:pt x="350220" y="371012"/>
                  <a:pt x="346290" y="369374"/>
                  <a:pt x="343402" y="366463"/>
                </a:cubicBezTo>
                <a:lnTo>
                  <a:pt x="319720" y="342627"/>
                </a:lnTo>
                <a:lnTo>
                  <a:pt x="296038" y="366463"/>
                </a:lnTo>
                <a:cubicBezTo>
                  <a:pt x="293150" y="369374"/>
                  <a:pt x="289220" y="371012"/>
                  <a:pt x="285120" y="371012"/>
                </a:cubicBezTo>
                <a:cubicBezTo>
                  <a:pt x="281019" y="371012"/>
                  <a:pt x="277089" y="369374"/>
                  <a:pt x="274201" y="366463"/>
                </a:cubicBezTo>
                <a:cubicBezTo>
                  <a:pt x="271290" y="363575"/>
                  <a:pt x="269652" y="359645"/>
                  <a:pt x="269652" y="355544"/>
                </a:cubicBezTo>
                <a:cubicBezTo>
                  <a:pt x="269652" y="351444"/>
                  <a:pt x="271290" y="347514"/>
                  <a:pt x="274201" y="344626"/>
                </a:cubicBezTo>
                <a:lnTo>
                  <a:pt x="298037" y="320944"/>
                </a:lnTo>
                <a:lnTo>
                  <a:pt x="274201" y="297262"/>
                </a:lnTo>
                <a:cubicBezTo>
                  <a:pt x="268171" y="291232"/>
                  <a:pt x="268171" y="281455"/>
                  <a:pt x="274201" y="275425"/>
                </a:cubicBezTo>
                <a:cubicBezTo>
                  <a:pt x="280231" y="269395"/>
                  <a:pt x="290008" y="269395"/>
                  <a:pt x="296038" y="275425"/>
                </a:cubicBezTo>
                <a:lnTo>
                  <a:pt x="319720" y="299261"/>
                </a:lnTo>
                <a:lnTo>
                  <a:pt x="343402" y="275425"/>
                </a:lnTo>
                <a:cubicBezTo>
                  <a:pt x="349432" y="269395"/>
                  <a:pt x="359209" y="269395"/>
                  <a:pt x="365239" y="275425"/>
                </a:cubicBezTo>
                <a:cubicBezTo>
                  <a:pt x="371269" y="281455"/>
                  <a:pt x="371269" y="291232"/>
                  <a:pt x="365239" y="297262"/>
                </a:cubicBezTo>
                <a:lnTo>
                  <a:pt x="341403" y="320944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E2156B6-435E-878F-6A52-12D43B971BEF}"/>
              </a:ext>
            </a:extLst>
          </p:cNvPr>
          <p:cNvSpPr/>
          <p:nvPr/>
        </p:nvSpPr>
        <p:spPr>
          <a:xfrm>
            <a:off x="4305580" y="3653580"/>
            <a:ext cx="377027" cy="371227"/>
          </a:xfrm>
          <a:custGeom>
            <a:avLst/>
            <a:gdLst/>
            <a:ahLst/>
            <a:cxnLst/>
            <a:rect l="0" t="0" r="0" b="0"/>
            <a:pathLst>
              <a:path w="377027" h="371227">
                <a:moveTo>
                  <a:pt x="177260" y="4430"/>
                </a:moveTo>
                <a:cubicBezTo>
                  <a:pt x="181826" y="8864"/>
                  <a:pt x="181936" y="16160"/>
                  <a:pt x="177506" y="20730"/>
                </a:cubicBezTo>
                <a:lnTo>
                  <a:pt x="164973" y="33648"/>
                </a:lnTo>
                <a:lnTo>
                  <a:pt x="177383" y="46073"/>
                </a:lnTo>
                <a:cubicBezTo>
                  <a:pt x="180469" y="48949"/>
                  <a:pt x="181739" y="53279"/>
                  <a:pt x="180696" y="57365"/>
                </a:cubicBezTo>
                <a:cubicBezTo>
                  <a:pt x="179652" y="61452"/>
                  <a:pt x="176461" y="64643"/>
                  <a:pt x="172375" y="65686"/>
                </a:cubicBezTo>
                <a:cubicBezTo>
                  <a:pt x="168288" y="66730"/>
                  <a:pt x="163958" y="65460"/>
                  <a:pt x="161083" y="62374"/>
                </a:cubicBezTo>
                <a:lnTo>
                  <a:pt x="148903" y="50210"/>
                </a:lnTo>
                <a:lnTo>
                  <a:pt x="133833" y="65742"/>
                </a:lnTo>
                <a:cubicBezTo>
                  <a:pt x="155031" y="95332"/>
                  <a:pt x="150001" y="136232"/>
                  <a:pt x="122267" y="159804"/>
                </a:cubicBezTo>
                <a:cubicBezTo>
                  <a:pt x="94532" y="183377"/>
                  <a:pt x="53356" y="181749"/>
                  <a:pt x="27570" y="156059"/>
                </a:cubicBezTo>
                <a:cubicBezTo>
                  <a:pt x="1783" y="130370"/>
                  <a:pt x="0" y="89201"/>
                  <a:pt x="23468" y="61377"/>
                </a:cubicBezTo>
                <a:cubicBezTo>
                  <a:pt x="46936" y="33554"/>
                  <a:pt x="87817" y="28370"/>
                  <a:pt x="117486" y="49456"/>
                </a:cubicBezTo>
                <a:lnTo>
                  <a:pt x="132587" y="33879"/>
                </a:lnTo>
                <a:lnTo>
                  <a:pt x="119562" y="20838"/>
                </a:lnTo>
                <a:cubicBezTo>
                  <a:pt x="116421" y="17976"/>
                  <a:pt x="115109" y="13618"/>
                  <a:pt x="116147" y="9497"/>
                </a:cubicBezTo>
                <a:cubicBezTo>
                  <a:pt x="117185" y="5377"/>
                  <a:pt x="120404" y="2160"/>
                  <a:pt x="124526" y="1127"/>
                </a:cubicBezTo>
                <a:cubicBezTo>
                  <a:pt x="128647" y="93"/>
                  <a:pt x="133003" y="1409"/>
                  <a:pt x="135863" y="4553"/>
                </a:cubicBezTo>
                <a:lnTo>
                  <a:pt x="148657" y="17347"/>
                </a:lnTo>
                <a:lnTo>
                  <a:pt x="160960" y="4676"/>
                </a:lnTo>
                <a:cubicBezTo>
                  <a:pt x="165394" y="110"/>
                  <a:pt x="172690" y="0"/>
                  <a:pt x="177260" y="4430"/>
                </a:cubicBezTo>
                <a:close/>
                <a:moveTo>
                  <a:pt x="76965" y="153405"/>
                </a:moveTo>
                <a:cubicBezTo>
                  <a:pt x="102866" y="153405"/>
                  <a:pt x="123864" y="132410"/>
                  <a:pt x="123868" y="106509"/>
                </a:cubicBezTo>
                <a:cubicBezTo>
                  <a:pt x="123872" y="80602"/>
                  <a:pt x="102871" y="59599"/>
                  <a:pt x="76965" y="59599"/>
                </a:cubicBezTo>
                <a:cubicBezTo>
                  <a:pt x="51058" y="59599"/>
                  <a:pt x="30058" y="80602"/>
                  <a:pt x="30062" y="106509"/>
                </a:cubicBezTo>
                <a:cubicBezTo>
                  <a:pt x="30066" y="132410"/>
                  <a:pt x="51064" y="153405"/>
                  <a:pt x="76965" y="153405"/>
                </a:cubicBezTo>
                <a:close/>
                <a:moveTo>
                  <a:pt x="316554" y="202775"/>
                </a:moveTo>
                <a:cubicBezTo>
                  <a:pt x="321142" y="198362"/>
                  <a:pt x="328437" y="198499"/>
                  <a:pt x="332855" y="203083"/>
                </a:cubicBezTo>
                <a:lnTo>
                  <a:pt x="344327" y="214985"/>
                </a:lnTo>
                <a:lnTo>
                  <a:pt x="353308" y="205989"/>
                </a:lnTo>
                <a:cubicBezTo>
                  <a:pt x="357835" y="201620"/>
                  <a:pt x="365029" y="201686"/>
                  <a:pt x="369476" y="206137"/>
                </a:cubicBezTo>
                <a:cubicBezTo>
                  <a:pt x="373922" y="210588"/>
                  <a:pt x="373981" y="217782"/>
                  <a:pt x="369608" y="222305"/>
                </a:cubicBezTo>
                <a:lnTo>
                  <a:pt x="360320" y="231594"/>
                </a:lnTo>
                <a:lnTo>
                  <a:pt x="372838" y="244603"/>
                </a:lnTo>
                <a:cubicBezTo>
                  <a:pt x="377027" y="249222"/>
                  <a:pt x="376787" y="256335"/>
                  <a:pt x="372295" y="260660"/>
                </a:cubicBezTo>
                <a:cubicBezTo>
                  <a:pt x="367803" y="264986"/>
                  <a:pt x="360687" y="264957"/>
                  <a:pt x="356230" y="260597"/>
                </a:cubicBezTo>
                <a:lnTo>
                  <a:pt x="344004" y="247910"/>
                </a:lnTo>
                <a:lnTo>
                  <a:pt x="331040" y="260889"/>
                </a:lnTo>
                <a:cubicBezTo>
                  <a:pt x="348018" y="284463"/>
                  <a:pt x="348018" y="317618"/>
                  <a:pt x="331040" y="341193"/>
                </a:cubicBezTo>
                <a:lnTo>
                  <a:pt x="340390" y="350542"/>
                </a:lnTo>
                <a:cubicBezTo>
                  <a:pt x="344763" y="355066"/>
                  <a:pt x="344704" y="362260"/>
                  <a:pt x="340257" y="366710"/>
                </a:cubicBezTo>
                <a:cubicBezTo>
                  <a:pt x="335811" y="371161"/>
                  <a:pt x="328617" y="371227"/>
                  <a:pt x="324089" y="366859"/>
                </a:cubicBezTo>
                <a:lnTo>
                  <a:pt x="208754" y="251524"/>
                </a:lnTo>
                <a:cubicBezTo>
                  <a:pt x="204520" y="246979"/>
                  <a:pt x="204645" y="239898"/>
                  <a:pt x="209037" y="235505"/>
                </a:cubicBezTo>
                <a:cubicBezTo>
                  <a:pt x="213429" y="231113"/>
                  <a:pt x="220511" y="230988"/>
                  <a:pt x="225055" y="235223"/>
                </a:cubicBezTo>
                <a:lnTo>
                  <a:pt x="235958" y="246111"/>
                </a:lnTo>
                <a:cubicBezTo>
                  <a:pt x="258933" y="229564"/>
                  <a:pt x="291011" y="229133"/>
                  <a:pt x="314447" y="244850"/>
                </a:cubicBezTo>
                <a:lnTo>
                  <a:pt x="328011" y="231286"/>
                </a:lnTo>
                <a:lnTo>
                  <a:pt x="316247" y="219076"/>
                </a:lnTo>
                <a:cubicBezTo>
                  <a:pt x="311833" y="214489"/>
                  <a:pt x="311971" y="207193"/>
                  <a:pt x="316554" y="202775"/>
                </a:cubicBezTo>
                <a:close/>
                <a:moveTo>
                  <a:pt x="314401" y="324538"/>
                </a:moveTo>
                <a:cubicBezTo>
                  <a:pt x="324582" y="307330"/>
                  <a:pt x="322444" y="283710"/>
                  <a:pt x="307943" y="269208"/>
                </a:cubicBezTo>
                <a:cubicBezTo>
                  <a:pt x="293441" y="254707"/>
                  <a:pt x="269805" y="252554"/>
                  <a:pt x="252612" y="262749"/>
                </a:cubicBezTo>
                <a:lnTo>
                  <a:pt x="314386" y="324538"/>
                </a:lnTo>
                <a:close/>
                <a:moveTo>
                  <a:pt x="226439" y="349174"/>
                </a:moveTo>
                <a:cubicBezTo>
                  <a:pt x="215213" y="337948"/>
                  <a:pt x="208047" y="321647"/>
                  <a:pt x="206232" y="307084"/>
                </a:cubicBezTo>
                <a:cubicBezTo>
                  <a:pt x="205603" y="300853"/>
                  <a:pt x="210062" y="295257"/>
                  <a:pt x="216277" y="294481"/>
                </a:cubicBezTo>
                <a:cubicBezTo>
                  <a:pt x="222492" y="293704"/>
                  <a:pt x="228191" y="298029"/>
                  <a:pt x="229115" y="304224"/>
                </a:cubicBezTo>
                <a:cubicBezTo>
                  <a:pt x="230376" y="314266"/>
                  <a:pt x="235512" y="325646"/>
                  <a:pt x="242740" y="332873"/>
                </a:cubicBezTo>
                <a:cubicBezTo>
                  <a:pt x="251259" y="341393"/>
                  <a:pt x="260932" y="345160"/>
                  <a:pt x="272773" y="346483"/>
                </a:cubicBezTo>
                <a:cubicBezTo>
                  <a:pt x="276969" y="346814"/>
                  <a:pt x="280652" y="349404"/>
                  <a:pt x="282382" y="353242"/>
                </a:cubicBezTo>
                <a:cubicBezTo>
                  <a:pt x="284111" y="357079"/>
                  <a:pt x="283613" y="361555"/>
                  <a:pt x="281081" y="364917"/>
                </a:cubicBezTo>
                <a:cubicBezTo>
                  <a:pt x="278549" y="368280"/>
                  <a:pt x="274387" y="369997"/>
                  <a:pt x="270220" y="369396"/>
                </a:cubicBezTo>
                <a:cubicBezTo>
                  <a:pt x="254381" y="367628"/>
                  <a:pt x="239434" y="362184"/>
                  <a:pt x="226439" y="349174"/>
                </a:cubicBezTo>
                <a:close/>
                <a:moveTo>
                  <a:pt x="36982" y="231840"/>
                </a:moveTo>
                <a:cubicBezTo>
                  <a:pt x="43352" y="231840"/>
                  <a:pt x="48516" y="237003"/>
                  <a:pt x="48516" y="243373"/>
                </a:cubicBezTo>
                <a:lnTo>
                  <a:pt x="48516" y="297196"/>
                </a:lnTo>
                <a:cubicBezTo>
                  <a:pt x="48516" y="307745"/>
                  <a:pt x="57189" y="316419"/>
                  <a:pt x="67738" y="316419"/>
                </a:cubicBezTo>
                <a:lnTo>
                  <a:pt x="110028" y="316419"/>
                </a:lnTo>
                <a:lnTo>
                  <a:pt x="110028" y="297196"/>
                </a:lnTo>
                <a:cubicBezTo>
                  <a:pt x="110032" y="292534"/>
                  <a:pt x="112842" y="288334"/>
                  <a:pt x="117149" y="286550"/>
                </a:cubicBezTo>
                <a:cubicBezTo>
                  <a:pt x="121456" y="284767"/>
                  <a:pt x="126413" y="285752"/>
                  <a:pt x="129711" y="289046"/>
                </a:cubicBezTo>
                <a:lnTo>
                  <a:pt x="160467" y="319802"/>
                </a:lnTo>
                <a:cubicBezTo>
                  <a:pt x="164965" y="324305"/>
                  <a:pt x="164965" y="331600"/>
                  <a:pt x="160467" y="336103"/>
                </a:cubicBezTo>
                <a:lnTo>
                  <a:pt x="129711" y="366859"/>
                </a:lnTo>
                <a:cubicBezTo>
                  <a:pt x="126413" y="370153"/>
                  <a:pt x="121456" y="371138"/>
                  <a:pt x="117149" y="369354"/>
                </a:cubicBezTo>
                <a:cubicBezTo>
                  <a:pt x="112842" y="367571"/>
                  <a:pt x="110032" y="363370"/>
                  <a:pt x="110028" y="358708"/>
                </a:cubicBezTo>
                <a:lnTo>
                  <a:pt x="110028" y="339486"/>
                </a:lnTo>
                <a:lnTo>
                  <a:pt x="67738" y="339486"/>
                </a:lnTo>
                <a:cubicBezTo>
                  <a:pt x="44403" y="339435"/>
                  <a:pt x="25499" y="320531"/>
                  <a:pt x="25449" y="297196"/>
                </a:cubicBezTo>
                <a:lnTo>
                  <a:pt x="25449" y="243373"/>
                </a:lnTo>
                <a:cubicBezTo>
                  <a:pt x="25449" y="237003"/>
                  <a:pt x="30612" y="231840"/>
                  <a:pt x="36982" y="231840"/>
                </a:cubicBezTo>
                <a:close/>
                <a:moveTo>
                  <a:pt x="313786" y="31926"/>
                </a:moveTo>
                <a:cubicBezTo>
                  <a:pt x="337121" y="31976"/>
                  <a:pt x="356025" y="50880"/>
                  <a:pt x="356076" y="74215"/>
                </a:cubicBezTo>
                <a:lnTo>
                  <a:pt x="356076" y="128038"/>
                </a:lnTo>
                <a:cubicBezTo>
                  <a:pt x="356076" y="134408"/>
                  <a:pt x="350912" y="139572"/>
                  <a:pt x="344542" y="139572"/>
                </a:cubicBezTo>
                <a:cubicBezTo>
                  <a:pt x="338172" y="139572"/>
                  <a:pt x="333009" y="134408"/>
                  <a:pt x="333009" y="128038"/>
                </a:cubicBezTo>
                <a:lnTo>
                  <a:pt x="333009" y="74215"/>
                </a:lnTo>
                <a:cubicBezTo>
                  <a:pt x="333009" y="63666"/>
                  <a:pt x="324336" y="54993"/>
                  <a:pt x="313786" y="54993"/>
                </a:cubicBezTo>
                <a:lnTo>
                  <a:pt x="271497" y="54993"/>
                </a:lnTo>
                <a:lnTo>
                  <a:pt x="271497" y="74215"/>
                </a:lnTo>
                <a:cubicBezTo>
                  <a:pt x="271493" y="78877"/>
                  <a:pt x="268683" y="83078"/>
                  <a:pt x="264375" y="84861"/>
                </a:cubicBezTo>
                <a:cubicBezTo>
                  <a:pt x="260068" y="86645"/>
                  <a:pt x="255111" y="85660"/>
                  <a:pt x="251813" y="82365"/>
                </a:cubicBezTo>
                <a:lnTo>
                  <a:pt x="221057" y="51609"/>
                </a:lnTo>
                <a:cubicBezTo>
                  <a:pt x="216559" y="47106"/>
                  <a:pt x="216559" y="39812"/>
                  <a:pt x="221057" y="35309"/>
                </a:cubicBezTo>
                <a:lnTo>
                  <a:pt x="251813" y="4553"/>
                </a:lnTo>
                <a:cubicBezTo>
                  <a:pt x="255111" y="1258"/>
                  <a:pt x="260068" y="274"/>
                  <a:pt x="264375" y="2057"/>
                </a:cubicBezTo>
                <a:cubicBezTo>
                  <a:pt x="268683" y="3841"/>
                  <a:pt x="271493" y="8041"/>
                  <a:pt x="271497" y="12703"/>
                </a:cubicBezTo>
                <a:lnTo>
                  <a:pt x="271497" y="31926"/>
                </a:ln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E1E2590-0CCD-457F-15F2-9BDBE8DE01AB}"/>
              </a:ext>
            </a:extLst>
          </p:cNvPr>
          <p:cNvSpPr/>
          <p:nvPr/>
        </p:nvSpPr>
        <p:spPr>
          <a:xfrm>
            <a:off x="4449002" y="430500"/>
            <a:ext cx="369191" cy="377341"/>
          </a:xfrm>
          <a:custGeom>
            <a:avLst/>
            <a:gdLst/>
            <a:ahLst/>
            <a:cxnLst/>
            <a:rect l="0" t="0" r="0" b="0"/>
            <a:pathLst>
              <a:path w="369191" h="377341">
                <a:moveTo>
                  <a:pt x="146859" y="257889"/>
                </a:moveTo>
                <a:cubicBezTo>
                  <a:pt x="146699" y="259891"/>
                  <a:pt x="145024" y="261432"/>
                  <a:pt x="143015" y="261426"/>
                </a:cubicBezTo>
                <a:lnTo>
                  <a:pt x="7689" y="261426"/>
                </a:lnTo>
                <a:cubicBezTo>
                  <a:pt x="3442" y="261426"/>
                  <a:pt x="0" y="257983"/>
                  <a:pt x="0" y="253737"/>
                </a:cubicBezTo>
                <a:cubicBezTo>
                  <a:pt x="283" y="235213"/>
                  <a:pt x="4202" y="216926"/>
                  <a:pt x="11533" y="199914"/>
                </a:cubicBezTo>
                <a:cubicBezTo>
                  <a:pt x="19837" y="182690"/>
                  <a:pt x="46902" y="172694"/>
                  <a:pt x="84579" y="158854"/>
                </a:cubicBezTo>
                <a:lnTo>
                  <a:pt x="94267" y="155317"/>
                </a:lnTo>
                <a:cubicBezTo>
                  <a:pt x="95401" y="153952"/>
                  <a:pt x="96145" y="152304"/>
                  <a:pt x="96420" y="150550"/>
                </a:cubicBezTo>
                <a:cubicBezTo>
                  <a:pt x="97859" y="143807"/>
                  <a:pt x="97487" y="136804"/>
                  <a:pt x="95343" y="130251"/>
                </a:cubicBezTo>
                <a:cubicBezTo>
                  <a:pt x="78806" y="112399"/>
                  <a:pt x="70642" y="88356"/>
                  <a:pt x="72891" y="64126"/>
                </a:cubicBezTo>
                <a:cubicBezTo>
                  <a:pt x="71529" y="47828"/>
                  <a:pt x="76969" y="31692"/>
                  <a:pt x="87920" y="19546"/>
                </a:cubicBezTo>
                <a:cubicBezTo>
                  <a:pt x="98872" y="7400"/>
                  <a:pt x="114361" y="325"/>
                  <a:pt x="130713" y="0"/>
                </a:cubicBezTo>
                <a:cubicBezTo>
                  <a:pt x="147064" y="325"/>
                  <a:pt x="162553" y="7400"/>
                  <a:pt x="173505" y="19546"/>
                </a:cubicBezTo>
                <a:cubicBezTo>
                  <a:pt x="184457" y="31692"/>
                  <a:pt x="189896" y="47828"/>
                  <a:pt x="188534" y="64126"/>
                </a:cubicBezTo>
                <a:cubicBezTo>
                  <a:pt x="190733" y="88470"/>
                  <a:pt x="182519" y="112608"/>
                  <a:pt x="165928" y="130559"/>
                </a:cubicBezTo>
                <a:cubicBezTo>
                  <a:pt x="163917" y="137034"/>
                  <a:pt x="163600" y="143917"/>
                  <a:pt x="165006" y="150550"/>
                </a:cubicBezTo>
                <a:cubicBezTo>
                  <a:pt x="165280" y="152304"/>
                  <a:pt x="166024" y="153952"/>
                  <a:pt x="167158" y="155317"/>
                </a:cubicBezTo>
                <a:lnTo>
                  <a:pt x="176847" y="158854"/>
                </a:lnTo>
                <a:lnTo>
                  <a:pt x="193455" y="165006"/>
                </a:lnTo>
                <a:cubicBezTo>
                  <a:pt x="194739" y="165518"/>
                  <a:pt x="195629" y="166705"/>
                  <a:pt x="195762" y="168081"/>
                </a:cubicBezTo>
                <a:cubicBezTo>
                  <a:pt x="196026" y="169429"/>
                  <a:pt x="195486" y="170808"/>
                  <a:pt x="194378" y="171618"/>
                </a:cubicBezTo>
                <a:cubicBezTo>
                  <a:pt x="190033" y="174807"/>
                  <a:pt x="185922" y="178301"/>
                  <a:pt x="182075" y="182075"/>
                </a:cubicBezTo>
                <a:cubicBezTo>
                  <a:pt x="161847" y="202461"/>
                  <a:pt x="149389" y="229282"/>
                  <a:pt x="146859" y="257889"/>
                </a:cubicBezTo>
                <a:close/>
                <a:moveTo>
                  <a:pt x="364458" y="298948"/>
                </a:moveTo>
                <a:cubicBezTo>
                  <a:pt x="349145" y="347918"/>
                  <a:pt x="299241" y="377341"/>
                  <a:pt x="248979" y="367034"/>
                </a:cubicBezTo>
                <a:cubicBezTo>
                  <a:pt x="198716" y="356728"/>
                  <a:pt x="164419" y="310040"/>
                  <a:pt x="169614" y="258995"/>
                </a:cubicBezTo>
                <a:cubicBezTo>
                  <a:pt x="174808" y="207950"/>
                  <a:pt x="217806" y="169128"/>
                  <a:pt x="269115" y="169158"/>
                </a:cubicBezTo>
                <a:cubicBezTo>
                  <a:pt x="277608" y="169158"/>
                  <a:pt x="284493" y="176042"/>
                  <a:pt x="284493" y="184536"/>
                </a:cubicBezTo>
                <a:cubicBezTo>
                  <a:pt x="284493" y="193029"/>
                  <a:pt x="277608" y="199914"/>
                  <a:pt x="269115" y="199914"/>
                </a:cubicBezTo>
                <a:cubicBezTo>
                  <a:pt x="233627" y="199971"/>
                  <a:pt x="203935" y="226864"/>
                  <a:pt x="200375" y="262172"/>
                </a:cubicBezTo>
                <a:cubicBezTo>
                  <a:pt x="196814" y="297481"/>
                  <a:pt x="220541" y="329760"/>
                  <a:pt x="255303" y="336900"/>
                </a:cubicBezTo>
                <a:cubicBezTo>
                  <a:pt x="290065" y="344041"/>
                  <a:pt x="324594" y="323728"/>
                  <a:pt x="335240" y="289875"/>
                </a:cubicBezTo>
                <a:cubicBezTo>
                  <a:pt x="337749" y="281767"/>
                  <a:pt x="346352" y="277224"/>
                  <a:pt x="354463" y="279725"/>
                </a:cubicBezTo>
                <a:cubicBezTo>
                  <a:pt x="362509" y="282300"/>
                  <a:pt x="366972" y="290883"/>
                  <a:pt x="364458" y="298948"/>
                </a:cubicBezTo>
                <a:close/>
                <a:moveTo>
                  <a:pt x="369162" y="205866"/>
                </a:moveTo>
                <a:cubicBezTo>
                  <a:pt x="369133" y="210005"/>
                  <a:pt x="367438" y="213957"/>
                  <a:pt x="364458" y="216829"/>
                </a:cubicBezTo>
                <a:lnTo>
                  <a:pt x="287568" y="293719"/>
                </a:lnTo>
                <a:cubicBezTo>
                  <a:pt x="277437" y="303766"/>
                  <a:pt x="261100" y="303766"/>
                  <a:pt x="250969" y="293719"/>
                </a:cubicBezTo>
                <a:lnTo>
                  <a:pt x="226671" y="269422"/>
                </a:lnTo>
                <a:cubicBezTo>
                  <a:pt x="220709" y="263424"/>
                  <a:pt x="220709" y="253737"/>
                  <a:pt x="226671" y="247739"/>
                </a:cubicBezTo>
                <a:cubicBezTo>
                  <a:pt x="232669" y="241777"/>
                  <a:pt x="242356" y="241777"/>
                  <a:pt x="248354" y="247739"/>
                </a:cubicBezTo>
                <a:lnTo>
                  <a:pt x="263732" y="263117"/>
                </a:lnTo>
                <a:cubicBezTo>
                  <a:pt x="266722" y="266048"/>
                  <a:pt x="271507" y="266048"/>
                  <a:pt x="274497" y="263117"/>
                </a:cubicBezTo>
                <a:lnTo>
                  <a:pt x="342775" y="194839"/>
                </a:lnTo>
                <a:cubicBezTo>
                  <a:pt x="345663" y="191927"/>
                  <a:pt x="349593" y="190290"/>
                  <a:pt x="353694" y="190290"/>
                </a:cubicBezTo>
                <a:cubicBezTo>
                  <a:pt x="357794" y="190290"/>
                  <a:pt x="361725" y="191927"/>
                  <a:pt x="364612" y="194839"/>
                </a:cubicBezTo>
                <a:cubicBezTo>
                  <a:pt x="367551" y="197753"/>
                  <a:pt x="369191" y="201728"/>
                  <a:pt x="369162" y="205866"/>
                </a:cubicBezTo>
                <a:close/>
              </a:path>
            </a:pathLst>
          </a:custGeom>
          <a:solidFill>
            <a:srgbClr val="484848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FFA763-7B93-C0E5-3D39-10251700A445}"/>
              </a:ext>
            </a:extLst>
          </p:cNvPr>
          <p:cNvSpPr/>
          <p:nvPr/>
        </p:nvSpPr>
        <p:spPr>
          <a:xfrm>
            <a:off x="6773056" y="2037792"/>
            <a:ext cx="276804" cy="278224"/>
          </a:xfrm>
          <a:custGeom>
            <a:avLst/>
            <a:gdLst/>
            <a:ahLst/>
            <a:cxnLst/>
            <a:rect l="0" t="0" r="0" b="0"/>
            <a:pathLst>
              <a:path w="276804" h="278224">
                <a:moveTo>
                  <a:pt x="161123" y="48582"/>
                </a:moveTo>
                <a:cubicBezTo>
                  <a:pt x="160579" y="48018"/>
                  <a:pt x="159830" y="47700"/>
                  <a:pt x="159047" y="47700"/>
                </a:cubicBezTo>
                <a:cubicBezTo>
                  <a:pt x="158263" y="47700"/>
                  <a:pt x="157514" y="48018"/>
                  <a:pt x="156971" y="48582"/>
                </a:cubicBezTo>
                <a:lnTo>
                  <a:pt x="149935" y="55733"/>
                </a:lnTo>
                <a:cubicBezTo>
                  <a:pt x="145413" y="60255"/>
                  <a:pt x="138080" y="60255"/>
                  <a:pt x="133557" y="55733"/>
                </a:cubicBezTo>
                <a:cubicBezTo>
                  <a:pt x="129035" y="51210"/>
                  <a:pt x="129035" y="43878"/>
                  <a:pt x="133557" y="39355"/>
                </a:cubicBezTo>
                <a:lnTo>
                  <a:pt x="140708" y="32320"/>
                </a:lnTo>
                <a:cubicBezTo>
                  <a:pt x="141272" y="31776"/>
                  <a:pt x="141591" y="31027"/>
                  <a:pt x="141591" y="30244"/>
                </a:cubicBezTo>
                <a:cubicBezTo>
                  <a:pt x="141591" y="29461"/>
                  <a:pt x="141272" y="28711"/>
                  <a:pt x="140708" y="28168"/>
                </a:cubicBezTo>
                <a:lnTo>
                  <a:pt x="133557" y="21132"/>
                </a:lnTo>
                <a:cubicBezTo>
                  <a:pt x="129035" y="16610"/>
                  <a:pt x="129035" y="9277"/>
                  <a:pt x="133557" y="4755"/>
                </a:cubicBezTo>
                <a:cubicBezTo>
                  <a:pt x="138080" y="232"/>
                  <a:pt x="145413" y="232"/>
                  <a:pt x="149935" y="4755"/>
                </a:cubicBezTo>
                <a:lnTo>
                  <a:pt x="156509" y="11906"/>
                </a:lnTo>
                <a:cubicBezTo>
                  <a:pt x="157053" y="12469"/>
                  <a:pt x="157802" y="12788"/>
                  <a:pt x="158585" y="12788"/>
                </a:cubicBezTo>
                <a:cubicBezTo>
                  <a:pt x="159368" y="12788"/>
                  <a:pt x="160118" y="12469"/>
                  <a:pt x="160661" y="11906"/>
                </a:cubicBezTo>
                <a:lnTo>
                  <a:pt x="167697" y="4755"/>
                </a:lnTo>
                <a:cubicBezTo>
                  <a:pt x="172219" y="103"/>
                  <a:pt x="179656" y="0"/>
                  <a:pt x="184306" y="4523"/>
                </a:cubicBezTo>
                <a:cubicBezTo>
                  <a:pt x="188957" y="9046"/>
                  <a:pt x="189060" y="16483"/>
                  <a:pt x="184536" y="21132"/>
                </a:cubicBezTo>
                <a:lnTo>
                  <a:pt x="177385" y="28168"/>
                </a:lnTo>
                <a:cubicBezTo>
                  <a:pt x="176821" y="28711"/>
                  <a:pt x="176502" y="29461"/>
                  <a:pt x="176502" y="30244"/>
                </a:cubicBezTo>
                <a:cubicBezTo>
                  <a:pt x="176502" y="31027"/>
                  <a:pt x="176821" y="31776"/>
                  <a:pt x="177385" y="32320"/>
                </a:cubicBezTo>
                <a:lnTo>
                  <a:pt x="184536" y="39355"/>
                </a:lnTo>
                <a:cubicBezTo>
                  <a:pt x="189057" y="44005"/>
                  <a:pt x="188953" y="51440"/>
                  <a:pt x="184303" y="55962"/>
                </a:cubicBezTo>
                <a:cubicBezTo>
                  <a:pt x="179654" y="60484"/>
                  <a:pt x="172220" y="60381"/>
                  <a:pt x="167697" y="55733"/>
                </a:cubicBezTo>
                <a:close/>
                <a:moveTo>
                  <a:pt x="276804" y="131162"/>
                </a:moveTo>
                <a:cubicBezTo>
                  <a:pt x="276804" y="150271"/>
                  <a:pt x="261312" y="165763"/>
                  <a:pt x="242203" y="165763"/>
                </a:cubicBezTo>
                <a:cubicBezTo>
                  <a:pt x="223094" y="165763"/>
                  <a:pt x="207603" y="150271"/>
                  <a:pt x="207603" y="131162"/>
                </a:cubicBezTo>
                <a:cubicBezTo>
                  <a:pt x="207603" y="112053"/>
                  <a:pt x="223094" y="96561"/>
                  <a:pt x="242203" y="96561"/>
                </a:cubicBezTo>
                <a:cubicBezTo>
                  <a:pt x="261312" y="96561"/>
                  <a:pt x="276804" y="112053"/>
                  <a:pt x="276804" y="131162"/>
                </a:cubicBezTo>
                <a:close/>
                <a:moveTo>
                  <a:pt x="253737" y="131162"/>
                </a:moveTo>
                <a:cubicBezTo>
                  <a:pt x="253737" y="124792"/>
                  <a:pt x="248573" y="119628"/>
                  <a:pt x="242203" y="119628"/>
                </a:cubicBezTo>
                <a:cubicBezTo>
                  <a:pt x="235833" y="119628"/>
                  <a:pt x="230670" y="124792"/>
                  <a:pt x="230670" y="131162"/>
                </a:cubicBezTo>
                <a:cubicBezTo>
                  <a:pt x="230670" y="137532"/>
                  <a:pt x="235833" y="142695"/>
                  <a:pt x="242203" y="142695"/>
                </a:cubicBezTo>
                <a:cubicBezTo>
                  <a:pt x="248573" y="142695"/>
                  <a:pt x="253737" y="137532"/>
                  <a:pt x="253737" y="131162"/>
                </a:cubicBezTo>
                <a:close/>
                <a:moveTo>
                  <a:pt x="186727" y="122973"/>
                </a:moveTo>
                <a:cubicBezTo>
                  <a:pt x="184466" y="128930"/>
                  <a:pt x="177804" y="131925"/>
                  <a:pt x="171849" y="129663"/>
                </a:cubicBezTo>
                <a:cubicBezTo>
                  <a:pt x="165892" y="127402"/>
                  <a:pt x="162897" y="120740"/>
                  <a:pt x="165159" y="114784"/>
                </a:cubicBezTo>
                <a:cubicBezTo>
                  <a:pt x="177567" y="81637"/>
                  <a:pt x="200603" y="53531"/>
                  <a:pt x="230670" y="34857"/>
                </a:cubicBezTo>
                <a:cubicBezTo>
                  <a:pt x="231960" y="34442"/>
                  <a:pt x="232811" y="33212"/>
                  <a:pt x="232746" y="31859"/>
                </a:cubicBezTo>
                <a:lnTo>
                  <a:pt x="229516" y="26207"/>
                </a:lnTo>
                <a:cubicBezTo>
                  <a:pt x="228299" y="24310"/>
                  <a:pt x="228299" y="21877"/>
                  <a:pt x="229516" y="19979"/>
                </a:cubicBezTo>
                <a:cubicBezTo>
                  <a:pt x="230816" y="18146"/>
                  <a:pt x="233094" y="17280"/>
                  <a:pt x="235283" y="17788"/>
                </a:cubicBezTo>
                <a:lnTo>
                  <a:pt x="269884" y="24938"/>
                </a:lnTo>
                <a:cubicBezTo>
                  <a:pt x="271628" y="25260"/>
                  <a:pt x="273121" y="26382"/>
                  <a:pt x="273914" y="27969"/>
                </a:cubicBezTo>
                <a:cubicBezTo>
                  <a:pt x="274708" y="29556"/>
                  <a:pt x="274710" y="31423"/>
                  <a:pt x="273920" y="33012"/>
                </a:cubicBezTo>
                <a:lnTo>
                  <a:pt x="260080" y="63114"/>
                </a:lnTo>
                <a:cubicBezTo>
                  <a:pt x="259093" y="65040"/>
                  <a:pt x="257112" y="66252"/>
                  <a:pt x="254948" y="66252"/>
                </a:cubicBezTo>
                <a:cubicBezTo>
                  <a:pt x="252784" y="66252"/>
                  <a:pt x="250802" y="65040"/>
                  <a:pt x="249815" y="63114"/>
                </a:cubicBezTo>
                <a:lnTo>
                  <a:pt x="246240" y="56656"/>
                </a:lnTo>
                <a:cubicBezTo>
                  <a:pt x="245844" y="55958"/>
                  <a:pt x="245175" y="55456"/>
                  <a:pt x="244394" y="55272"/>
                </a:cubicBezTo>
                <a:cubicBezTo>
                  <a:pt x="243688" y="55006"/>
                  <a:pt x="242909" y="55006"/>
                  <a:pt x="242203" y="55272"/>
                </a:cubicBezTo>
                <a:cubicBezTo>
                  <a:pt x="216835" y="71199"/>
                  <a:pt x="197357" y="94969"/>
                  <a:pt x="186727" y="122973"/>
                </a:cubicBezTo>
                <a:close/>
                <a:moveTo>
                  <a:pt x="126868" y="162879"/>
                </a:moveTo>
                <a:lnTo>
                  <a:pt x="126868" y="203246"/>
                </a:lnTo>
                <a:cubicBezTo>
                  <a:pt x="126868" y="206431"/>
                  <a:pt x="124286" y="209013"/>
                  <a:pt x="121101" y="209013"/>
                </a:cubicBezTo>
                <a:lnTo>
                  <a:pt x="100226" y="209013"/>
                </a:lnTo>
                <a:cubicBezTo>
                  <a:pt x="98719" y="209008"/>
                  <a:pt x="97463" y="210164"/>
                  <a:pt x="97342" y="211666"/>
                </a:cubicBezTo>
                <a:lnTo>
                  <a:pt x="92268" y="272909"/>
                </a:lnTo>
                <a:cubicBezTo>
                  <a:pt x="92026" y="275912"/>
                  <a:pt x="89514" y="278224"/>
                  <a:pt x="86501" y="278214"/>
                </a:cubicBezTo>
                <a:lnTo>
                  <a:pt x="40367" y="278214"/>
                </a:lnTo>
                <a:cubicBezTo>
                  <a:pt x="37354" y="278224"/>
                  <a:pt x="34841" y="275912"/>
                  <a:pt x="34600" y="272909"/>
                </a:cubicBezTo>
                <a:lnTo>
                  <a:pt x="29525" y="211666"/>
                </a:lnTo>
                <a:cubicBezTo>
                  <a:pt x="29405" y="210164"/>
                  <a:pt x="28148" y="209008"/>
                  <a:pt x="26642" y="209013"/>
                </a:cubicBezTo>
                <a:lnTo>
                  <a:pt x="5766" y="209013"/>
                </a:lnTo>
                <a:cubicBezTo>
                  <a:pt x="2581" y="209013"/>
                  <a:pt x="0" y="206431"/>
                  <a:pt x="0" y="203246"/>
                </a:cubicBezTo>
                <a:lnTo>
                  <a:pt x="0" y="162879"/>
                </a:lnTo>
                <a:cubicBezTo>
                  <a:pt x="63" y="127872"/>
                  <a:pt x="28426" y="99508"/>
                  <a:pt x="63434" y="99445"/>
                </a:cubicBezTo>
                <a:cubicBezTo>
                  <a:pt x="98441" y="99508"/>
                  <a:pt x="126805" y="127872"/>
                  <a:pt x="126868" y="162879"/>
                </a:cubicBezTo>
                <a:close/>
                <a:moveTo>
                  <a:pt x="23067" y="47544"/>
                </a:moveTo>
                <a:cubicBezTo>
                  <a:pt x="23067" y="25250"/>
                  <a:pt x="41140" y="7177"/>
                  <a:pt x="63434" y="7177"/>
                </a:cubicBezTo>
                <a:cubicBezTo>
                  <a:pt x="85728" y="7177"/>
                  <a:pt x="103801" y="25250"/>
                  <a:pt x="103801" y="47544"/>
                </a:cubicBezTo>
                <a:cubicBezTo>
                  <a:pt x="103801" y="69838"/>
                  <a:pt x="85728" y="87911"/>
                  <a:pt x="63434" y="87911"/>
                </a:cubicBezTo>
                <a:cubicBezTo>
                  <a:pt x="41140" y="87911"/>
                  <a:pt x="23067" y="69838"/>
                  <a:pt x="23067" y="47544"/>
                </a:cubicBez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C0436-3687-1C47-78FC-D5296A9B1A0B}"/>
              </a:ext>
            </a:extLst>
          </p:cNvPr>
          <p:cNvSpPr txBox="1"/>
          <p:nvPr/>
        </p:nvSpPr>
        <p:spPr>
          <a:xfrm>
            <a:off x="3160916" y="3393330"/>
            <a:ext cx="88807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92BD39"/>
                </a:solidFill>
                <a:latin typeface="Roboto"/>
              </a:rPr>
              <a:t>Switch and
Break
Statements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9DEE9E-404B-5652-14AB-19882D183D49}"/>
              </a:ext>
            </a:extLst>
          </p:cNvPr>
          <p:cNvSpPr txBox="1"/>
          <p:nvPr/>
        </p:nvSpPr>
        <p:spPr>
          <a:xfrm>
            <a:off x="7511474" y="2037792"/>
            <a:ext cx="139555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dirty="0">
                <a:solidFill>
                  <a:srgbClr val="443E5C"/>
                </a:solidFill>
                <a:latin typeface="Roboto"/>
              </a:rPr>
              <a:t>Determine if a tutorial is
needed based on user
experience.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A49610-6EE4-9468-092A-C6B1505E6294}"/>
              </a:ext>
            </a:extLst>
          </p:cNvPr>
          <p:cNvSpPr txBox="1"/>
          <p:nvPr/>
        </p:nvSpPr>
        <p:spPr>
          <a:xfrm>
            <a:off x="7678710" y="1794401"/>
            <a:ext cx="1061082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7F64EA"/>
                </a:solidFill>
                <a:latin typeface="Roboto"/>
              </a:rPr>
              <a:t>Tutorial Logic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DD708A-B9C8-837F-49FB-E79F092E3A0D}"/>
              </a:ext>
            </a:extLst>
          </p:cNvPr>
          <p:cNvSpPr txBox="1"/>
          <p:nvPr/>
        </p:nvSpPr>
        <p:spPr>
          <a:xfrm>
            <a:off x="5477921" y="5694488"/>
            <a:ext cx="114181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374840"/>
                </a:solidFill>
                <a:latin typeface="Roboto"/>
              </a:rPr>
              <a:t>Manages caloric
intake adjustments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2F4E26-226D-09C6-BAE8-F26C0418C02A}"/>
              </a:ext>
            </a:extLst>
          </p:cNvPr>
          <p:cNvSpPr txBox="1"/>
          <p:nvPr/>
        </p:nvSpPr>
        <p:spPr>
          <a:xfrm>
            <a:off x="7972541" y="3577868"/>
            <a:ext cx="888079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EABDA"/>
                </a:solidFill>
                <a:latin typeface="Roboto"/>
              </a:rPr>
              <a:t>Conditional
Statements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2DEE55-6246-8544-F8D1-83098F978361}"/>
              </a:ext>
            </a:extLst>
          </p:cNvPr>
          <p:cNvSpPr txBox="1"/>
          <p:nvPr/>
        </p:nvSpPr>
        <p:spPr>
          <a:xfrm>
            <a:off x="2996909" y="4056739"/>
            <a:ext cx="1153350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24736"/>
                </a:solidFill>
                <a:latin typeface="Roboto"/>
              </a:rPr>
              <a:t>Handles exercise
selection based on
fitness level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352927-047D-01EE-25E4-0545F6A60EA0}"/>
              </a:ext>
            </a:extLst>
          </p:cNvPr>
          <p:cNvSpPr txBox="1"/>
          <p:nvPr/>
        </p:nvSpPr>
        <p:spPr>
          <a:xfrm>
            <a:off x="7972541" y="4033671"/>
            <a:ext cx="1222551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2444A"/>
                </a:solidFill>
                <a:latin typeface="Roboto"/>
              </a:rPr>
              <a:t>Used for gender-
specific calculations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E6860E-3F33-BF74-714C-E3FDCA82428E}"/>
              </a:ext>
            </a:extLst>
          </p:cNvPr>
          <p:cNvSpPr txBox="1"/>
          <p:nvPr/>
        </p:nvSpPr>
        <p:spPr>
          <a:xfrm>
            <a:off x="3639326" y="1317292"/>
            <a:ext cx="74967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E0CB15"/>
                </a:solidFill>
                <a:latin typeface="Roboto"/>
              </a:rPr>
              <a:t>Functions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5099E7-C212-3E12-920B-D154631D799B}"/>
              </a:ext>
            </a:extLst>
          </p:cNvPr>
          <p:cNvSpPr txBox="1"/>
          <p:nvPr/>
        </p:nvSpPr>
        <p:spPr>
          <a:xfrm>
            <a:off x="3345451" y="1611628"/>
            <a:ext cx="1164884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6432D"/>
                </a:solidFill>
                <a:latin typeface="Roboto"/>
              </a:rPr>
              <a:t>Tracks user
progress and
manages exercises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31839-7A4E-6555-08B9-32867D8AC5E0}"/>
              </a:ext>
            </a:extLst>
          </p:cNvPr>
          <p:cNvSpPr txBox="1"/>
          <p:nvPr/>
        </p:nvSpPr>
        <p:spPr>
          <a:xfrm>
            <a:off x="5621397" y="5423220"/>
            <a:ext cx="795811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3CC583"/>
                </a:solidFill>
                <a:latin typeface="Roboto"/>
              </a:rPr>
              <a:t>For Loops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39C4B4-EB1D-69F0-DE7E-D34A05B4B9F8}"/>
              </a:ext>
            </a:extLst>
          </p:cNvPr>
          <p:cNvSpPr txBox="1"/>
          <p:nvPr/>
        </p:nvSpPr>
        <p:spPr>
          <a:xfrm>
            <a:off x="4864839" y="496061"/>
            <a:ext cx="2725564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F669BE"/>
                </a:solidFill>
                <a:latin typeface="Roboto"/>
              </a:rPr>
              <a:t>Program Structure Overview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95962B-8E01-82E8-2C62-A0820984D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148" y="1824479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D07A58F4-8F9A-10FF-A7FD-6CAD970E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A4A10-5B6C-41B4-9F2B-BE2F29E38ABB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0A614EEF-BDBF-90FD-9075-92F512D9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D68F23C2-8B4F-3E61-743F-AC55DEDC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99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3218-137D-1C82-6E89-540E56AA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D9B7ED-DDFF-99D8-38A7-5680D3670FB2}"/>
              </a:ext>
            </a:extLst>
          </p:cNvPr>
          <p:cNvSpPr/>
          <p:nvPr/>
        </p:nvSpPr>
        <p:spPr>
          <a:xfrm>
            <a:off x="2589212" y="2667492"/>
            <a:ext cx="758573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cap="none" spc="-3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  <a:endParaRPr lang="en-US" sz="11500" b="0" cap="none" spc="-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7D3EF-1ED6-4DCD-E3D4-82AC636B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68232" y="6135707"/>
            <a:ext cx="1439663" cy="365125"/>
          </a:xfrm>
        </p:spPr>
        <p:txBody>
          <a:bodyPr/>
          <a:lstStyle/>
          <a:p>
            <a:fld id="{236B2E9A-5AF2-4614-B1D9-EE4E35E4A875}" type="datetime2">
              <a:rPr lang="en-US" smtClean="0"/>
              <a:t>Sunday, May 18,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A5ABE-4F1E-7B90-7DAA-8767C40F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 of Sciences &amp;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AF6BB-1B6B-1D75-39D8-605BCEA6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A602F-9DD5-4430-A314-2C5B45A29B3B}" type="slidenum">
              <a:rPr lang="en-US" smtClean="0"/>
              <a:t>18</a:t>
            </a:fld>
            <a:endParaRPr lang="en-US" dirty="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AB39E7DE-C0F9-5088-66BA-689B6F435925}"/>
              </a:ext>
            </a:extLst>
          </p:cNvPr>
          <p:cNvSpPr/>
          <p:nvPr/>
        </p:nvSpPr>
        <p:spPr>
          <a:xfrm rot="16200000">
            <a:off x="6267939" y="-2161674"/>
            <a:ext cx="6858000" cy="11181348"/>
          </a:xfrm>
          <a:custGeom>
            <a:avLst/>
            <a:gdLst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9602788 w 9602788"/>
              <a:gd name="connsiteY2" fmla="*/ 6858000 h 6858000"/>
              <a:gd name="connsiteX3" fmla="*/ 0 w 9602788"/>
              <a:gd name="connsiteY3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175499 w 9602788"/>
              <a:gd name="connsiteY2" fmla="*/ 3935069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2788" h="6858000">
                <a:moveTo>
                  <a:pt x="0" y="6858000"/>
                </a:moveTo>
                <a:lnTo>
                  <a:pt x="0" y="0"/>
                </a:lnTo>
                <a:cubicBezTo>
                  <a:pt x="1443789" y="1029903"/>
                  <a:pt x="2847213" y="2741538"/>
                  <a:pt x="4175499" y="3935069"/>
                </a:cubicBezTo>
                <a:cubicBezTo>
                  <a:pt x="5672756" y="5277793"/>
                  <a:pt x="7845648" y="5842535"/>
                  <a:pt x="9602788" y="6858000"/>
                </a:cubicBezTo>
                <a:lnTo>
                  <a:pt x="0" y="6858000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ight Triangle 13">
            <a:extLst>
              <a:ext uri="{FF2B5EF4-FFF2-40B4-BE49-F238E27FC236}">
                <a16:creationId xmlns:a16="http://schemas.microsoft.com/office/drawing/2014/main" id="{750BC492-64E1-2475-20DC-90F04B969864}"/>
              </a:ext>
            </a:extLst>
          </p:cNvPr>
          <p:cNvSpPr/>
          <p:nvPr/>
        </p:nvSpPr>
        <p:spPr>
          <a:xfrm flipV="1">
            <a:off x="-3121173" y="-152400"/>
            <a:ext cx="11660189" cy="6858000"/>
          </a:xfrm>
          <a:custGeom>
            <a:avLst/>
            <a:gdLst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9602788 w 9602788"/>
              <a:gd name="connsiteY2" fmla="*/ 6858000 h 6858000"/>
              <a:gd name="connsiteX3" fmla="*/ 0 w 9602788"/>
              <a:gd name="connsiteY3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331368 w 9602788"/>
              <a:gd name="connsiteY2" fmla="*/ 3811604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3811604 w 9602788"/>
              <a:gd name="connsiteY2" fmla="*/ 3657600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  <a:gd name="connsiteX0" fmla="*/ 0 w 9602788"/>
              <a:gd name="connsiteY0" fmla="*/ 6858000 h 6858000"/>
              <a:gd name="connsiteX1" fmla="*/ 0 w 9602788"/>
              <a:gd name="connsiteY1" fmla="*/ 0 h 6858000"/>
              <a:gd name="connsiteX2" fmla="*/ 4184170 w 9602788"/>
              <a:gd name="connsiteY2" fmla="*/ 3936733 h 6858000"/>
              <a:gd name="connsiteX3" fmla="*/ 9602788 w 9602788"/>
              <a:gd name="connsiteY3" fmla="*/ 6858000 h 6858000"/>
              <a:gd name="connsiteX4" fmla="*/ 0 w 960278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02788" h="6858000">
                <a:moveTo>
                  <a:pt x="0" y="6858000"/>
                </a:moveTo>
                <a:lnTo>
                  <a:pt x="0" y="0"/>
                </a:lnTo>
                <a:cubicBezTo>
                  <a:pt x="1443789" y="1029903"/>
                  <a:pt x="2855884" y="2743202"/>
                  <a:pt x="4184170" y="3936733"/>
                </a:cubicBezTo>
                <a:cubicBezTo>
                  <a:pt x="5681427" y="5279457"/>
                  <a:pt x="7845648" y="5842535"/>
                  <a:pt x="9602788" y="6858000"/>
                </a:cubicBezTo>
                <a:lnTo>
                  <a:pt x="0" y="6858000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71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22222E-6 L 0.25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25 0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196</TotalTime>
  <Words>1375</Words>
  <Application>Microsoft Office PowerPoint</Application>
  <PresentationFormat>Widescreen</PresentationFormat>
  <Paragraphs>303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Century Gothic</vt:lpstr>
      <vt:lpstr>Roboto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Frais Asghar</dc:creator>
  <cp:lastModifiedBy>Frais Asghar</cp:lastModifiedBy>
  <cp:revision>10</cp:revision>
  <dcterms:created xsi:type="dcterms:W3CDTF">2025-05-18T05:26:09Z</dcterms:created>
  <dcterms:modified xsi:type="dcterms:W3CDTF">2025-05-18T08:42:42Z</dcterms:modified>
</cp:coreProperties>
</file>